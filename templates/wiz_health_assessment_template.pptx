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92" r:id="rId1"/>
    <p:sldMasterId id="2147483693" r:id="rId2"/>
  </p:sldMasterIdLst>
  <p:notesMasterIdLst>
    <p:notesMasterId r:id="rId26"/>
  </p:notesMasterIdLst>
  <p:sldIdLst>
    <p:sldId id="256" r:id="rId3"/>
    <p:sldId id="257" r:id="rId4"/>
    <p:sldId id="258" r:id="rId5"/>
    <p:sldId id="275" r:id="rId6"/>
    <p:sldId id="259" r:id="rId7"/>
    <p:sldId id="260" r:id="rId8"/>
    <p:sldId id="261" r:id="rId9"/>
    <p:sldId id="276" r:id="rId10"/>
    <p:sldId id="262" r:id="rId11"/>
    <p:sldId id="263" r:id="rId12"/>
    <p:sldId id="264" r:id="rId13"/>
    <p:sldId id="265" r:id="rId14"/>
    <p:sldId id="266" r:id="rId15"/>
    <p:sldId id="267" r:id="rId16"/>
    <p:sldId id="268" r:id="rId17"/>
    <p:sldId id="277" r:id="rId18"/>
    <p:sldId id="269" r:id="rId19"/>
    <p:sldId id="270" r:id="rId20"/>
    <p:sldId id="278" r:id="rId21"/>
    <p:sldId id="271" r:id="rId22"/>
    <p:sldId id="272" r:id="rId23"/>
    <p:sldId id="273" r:id="rId24"/>
    <p:sldId id="274" r:id="rId25"/>
  </p:sldIdLst>
  <p:sldSz cx="9144000" cy="5143500" type="screen16x9"/>
  <p:notesSz cx="6858000" cy="9144000"/>
  <p:embeddedFontLst>
    <p:embeddedFont>
      <p:font typeface="DM Sans" pitchFamily="2" charset="0"/>
      <p:regular r:id="rId27"/>
      <p:bold r:id="rId28"/>
      <p:italic r:id="rId29"/>
      <p:boldItalic r:id="rId30"/>
    </p:embeddedFont>
    <p:embeddedFont>
      <p:font typeface="DM Sans Medium" pitchFamily="2" charset="0"/>
      <p:regular r:id="rId31"/>
      <p:italic r:id="rId32"/>
    </p:embeddedFont>
    <p:embeddedFont>
      <p:font typeface="Poppins Light" panose="00000400000000000000" pitchFamily="2" charset="0"/>
      <p:regular r:id="rId33"/>
      <p:bold r:id="rId34"/>
      <p:italic r:id="rId35"/>
      <p:boldItalic r:id="rId3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38" d="100"/>
          <a:sy n="138" d="100"/>
        </p:scale>
        <p:origin x="300" y="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notesMaster" Target="notesMasters/notesMaster1.xml"/><Relationship Id="rId39" Type="http://schemas.openxmlformats.org/officeDocument/2006/relationships/theme" Target="theme/theme1.xml"/><Relationship Id="rId21" Type="http://schemas.openxmlformats.org/officeDocument/2006/relationships/slide" Target="slides/slide19.xml"/><Relationship Id="rId34" Type="http://schemas.openxmlformats.org/officeDocument/2006/relationships/font" Target="fonts/font8.fntdata"/><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font" Target="fonts/font7.fntdata"/><Relationship Id="rId38"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font" Target="fonts/font6.fntdata"/><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font" Target="fonts/font2.fntdata"/><Relationship Id="rId36" Type="http://schemas.openxmlformats.org/officeDocument/2006/relationships/font" Target="fonts/font10.fntdata"/><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font" Target="fonts/font5.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font" Target="fonts/font9.fntdata"/><Relationship Id="rId8" Type="http://schemas.openxmlformats.org/officeDocument/2006/relationships/slide" Target="slides/slide6.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4" name="Google Shape;234;p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endParaRPr/>
          </a:p>
        </p:txBody>
      </p:sp>
      <p:sp>
        <p:nvSpPr>
          <p:cNvPr id="235" name="Google Shape;235;p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 sz="1400" b="0" i="0" u="none" strike="noStrike" cap="none">
                <a:solidFill>
                  <a:srgbClr val="000000"/>
                </a:solidFill>
                <a:latin typeface="Arial"/>
                <a:ea typeface="Arial"/>
                <a:cs typeface="Arial"/>
                <a:sym typeface="Arial"/>
              </a:rPr>
              <a:t>1</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4" name="Google Shape;244;p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marR="381000" lvl="0" indent="-228600" algn="l" rtl="0">
              <a:lnSpc>
                <a:spcPct val="115000"/>
              </a:lnSpc>
              <a:spcBef>
                <a:spcPts val="1200"/>
              </a:spcBef>
              <a:spcAft>
                <a:spcPts val="0"/>
              </a:spcAft>
              <a:buClr>
                <a:schemeClr val="dk1"/>
              </a:buClr>
              <a:buSzPts val="1100"/>
              <a:buNone/>
            </a:pPr>
            <a:endParaRPr>
              <a:solidFill>
                <a:schemeClr val="dk1"/>
              </a:solidFill>
            </a:endParaRPr>
          </a:p>
        </p:txBody>
      </p:sp>
      <p:sp>
        <p:nvSpPr>
          <p:cNvPr id="245" name="Google Shape;245;p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 sz="1400" b="0" i="0" u="none" strike="noStrike" cap="none">
                <a:solidFill>
                  <a:srgbClr val="000000"/>
                </a:solidFill>
                <a:latin typeface="Arial"/>
                <a:ea typeface="Arial"/>
                <a:cs typeface="Arial"/>
                <a:sym typeface="Arial"/>
              </a:rPr>
              <a:t>2</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7" name="Google Shape;287;p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chemeClr val="dk1"/>
              </a:buClr>
              <a:buSzPts val="1100"/>
              <a:buNone/>
            </a:pPr>
            <a:endParaRPr>
              <a:solidFill>
                <a:schemeClr val="dk1"/>
              </a:solidFill>
            </a:endParaRPr>
          </a:p>
        </p:txBody>
      </p:sp>
      <p:sp>
        <p:nvSpPr>
          <p:cNvPr id="288" name="Google Shape;288;p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 sz="1400" b="0" i="0" u="none" strike="noStrike" cap="none">
                <a:solidFill>
                  <a:srgbClr val="000000"/>
                </a:solidFill>
                <a:latin typeface="Arial"/>
                <a:ea typeface="Arial"/>
                <a:cs typeface="Arial"/>
                <a:sym typeface="Arial"/>
              </a:rPr>
              <a:t>3</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5"/>
        <p:cNvGrpSpPr/>
        <p:nvPr/>
      </p:nvGrpSpPr>
      <p:grpSpPr>
        <a:xfrm>
          <a:off x="0" y="0"/>
          <a:ext cx="0" cy="0"/>
          <a:chOff x="0" y="0"/>
          <a:chExt cx="0" cy="0"/>
        </a:xfrm>
      </p:grpSpPr>
      <p:sp>
        <p:nvSpPr>
          <p:cNvPr id="1336" name="Google Shape;1336;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7" name="Google Shape;1337;p2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chemeClr val="dk1"/>
              </a:buClr>
              <a:buSzPts val="1100"/>
              <a:buNone/>
            </a:pPr>
            <a:endParaRPr/>
          </a:p>
        </p:txBody>
      </p:sp>
      <p:sp>
        <p:nvSpPr>
          <p:cNvPr id="1338" name="Google Shape;1338;p2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 sz="1400" b="0" i="0" u="none" strike="noStrike" cap="none">
                <a:solidFill>
                  <a:srgbClr val="000000"/>
                </a:solidFill>
                <a:latin typeface="Arial"/>
                <a:ea typeface="Arial"/>
                <a:cs typeface="Arial"/>
                <a:sym typeface="Arial"/>
              </a:rPr>
              <a:t>4</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3"/>
        <p:cNvGrpSpPr/>
        <p:nvPr/>
      </p:nvGrpSpPr>
      <p:grpSpPr>
        <a:xfrm>
          <a:off x="0" y="0"/>
          <a:ext cx="0" cy="0"/>
          <a:chOff x="0" y="0"/>
          <a:chExt cx="0" cy="0"/>
        </a:xfrm>
      </p:grpSpPr>
      <p:sp>
        <p:nvSpPr>
          <p:cNvPr id="384" name="Google Shape;384;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85" name="Google Shape;385;p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chemeClr val="dk1"/>
              </a:buClr>
              <a:buSzPts val="1100"/>
              <a:buNone/>
            </a:pPr>
            <a:endParaRPr>
              <a:solidFill>
                <a:schemeClr val="dk1"/>
              </a:solidFill>
            </a:endParaRPr>
          </a:p>
        </p:txBody>
      </p:sp>
      <p:sp>
        <p:nvSpPr>
          <p:cNvPr id="386" name="Google Shape;386;p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 sz="1400" b="0" i="0" u="none" strike="noStrike" cap="none">
                <a:solidFill>
                  <a:srgbClr val="000000"/>
                </a:solidFill>
                <a:latin typeface="Arial"/>
                <a:ea typeface="Arial"/>
                <a:cs typeface="Arial"/>
                <a:sym typeface="Arial"/>
              </a:rPr>
              <a:t>5</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p:cNvGrpSpPr/>
        <p:nvPr/>
      </p:nvGrpSpPr>
      <p:grpSpPr>
        <a:xfrm>
          <a:off x="0" y="0"/>
          <a:ext cx="0" cy="0"/>
          <a:chOff x="0" y="0"/>
          <a:chExt cx="0" cy="0"/>
        </a:xfrm>
      </p:grpSpPr>
      <p:sp>
        <p:nvSpPr>
          <p:cNvPr id="432" name="Google Shape;432;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33" name="Google Shape;433;p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chemeClr val="dk1"/>
              </a:buClr>
              <a:buSzPts val="1100"/>
              <a:buNone/>
            </a:pPr>
            <a:endParaRPr>
              <a:solidFill>
                <a:schemeClr val="dk1"/>
              </a:solidFill>
            </a:endParaRPr>
          </a:p>
        </p:txBody>
      </p:sp>
      <p:sp>
        <p:nvSpPr>
          <p:cNvPr id="434" name="Google Shape;434;p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 sz="1400" b="0" i="0" u="none" strike="noStrike" cap="none">
                <a:solidFill>
                  <a:srgbClr val="000000"/>
                </a:solidFill>
                <a:latin typeface="Arial"/>
                <a:ea typeface="Arial"/>
                <a:cs typeface="Arial"/>
                <a:sym typeface="Arial"/>
              </a:rPr>
              <a:t>6</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6"/>
        <p:cNvGrpSpPr/>
        <p:nvPr/>
      </p:nvGrpSpPr>
      <p:grpSpPr>
        <a:xfrm>
          <a:off x="0" y="0"/>
          <a:ext cx="0" cy="0"/>
          <a:chOff x="0" y="0"/>
          <a:chExt cx="0" cy="0"/>
        </a:xfrm>
      </p:grpSpPr>
      <p:sp>
        <p:nvSpPr>
          <p:cNvPr id="497" name="Google Shape;497;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98" name="Google Shape;498;p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endParaRPr>
              <a:solidFill>
                <a:schemeClr val="dk1"/>
              </a:solidFill>
            </a:endParaRPr>
          </a:p>
        </p:txBody>
      </p:sp>
      <p:sp>
        <p:nvSpPr>
          <p:cNvPr id="499" name="Google Shape;499;p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 sz="1400" b="0" i="0" u="none" strike="noStrike" cap="none">
                <a:solidFill>
                  <a:srgbClr val="000000"/>
                </a:solidFill>
                <a:latin typeface="Arial"/>
                <a:ea typeface="Arial"/>
                <a:cs typeface="Arial"/>
                <a:sym typeface="Arial"/>
              </a:rPr>
              <a:t>7</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6"/>
        <p:cNvGrpSpPr/>
        <p:nvPr/>
      </p:nvGrpSpPr>
      <p:grpSpPr>
        <a:xfrm>
          <a:off x="0" y="0"/>
          <a:ext cx="0" cy="0"/>
          <a:chOff x="0" y="0"/>
          <a:chExt cx="0" cy="0"/>
        </a:xfrm>
      </p:grpSpPr>
      <p:sp>
        <p:nvSpPr>
          <p:cNvPr id="1357" name="Google Shape;1357;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58" name="Google Shape;1358;p2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0" algn="l" rtl="0">
              <a:lnSpc>
                <a:spcPct val="100000"/>
              </a:lnSpc>
              <a:spcBef>
                <a:spcPts val="0"/>
              </a:spcBef>
              <a:spcAft>
                <a:spcPts val="0"/>
              </a:spcAft>
              <a:buSzPts val="1100"/>
              <a:buNone/>
            </a:pPr>
            <a:endParaRPr/>
          </a:p>
        </p:txBody>
      </p:sp>
      <p:sp>
        <p:nvSpPr>
          <p:cNvPr id="1359" name="Google Shape;1359;p2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 sz="1400" b="0" i="0" u="none" strike="noStrike" cap="none">
                <a:solidFill>
                  <a:srgbClr val="000000"/>
                </a:solidFill>
                <a:latin typeface="Arial"/>
                <a:ea typeface="Arial"/>
                <a:cs typeface="Arial"/>
                <a:sym typeface="Arial"/>
              </a:rPr>
              <a:t>8</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5"/>
        <p:cNvGrpSpPr/>
        <p:nvPr/>
      </p:nvGrpSpPr>
      <p:grpSpPr>
        <a:xfrm>
          <a:off x="0" y="0"/>
          <a:ext cx="0" cy="0"/>
          <a:chOff x="0" y="0"/>
          <a:chExt cx="0" cy="0"/>
        </a:xfrm>
      </p:grpSpPr>
      <p:sp>
        <p:nvSpPr>
          <p:cNvPr id="586" name="Google Shape;586;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87" name="Google Shape;587;p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chemeClr val="dk1"/>
              </a:buClr>
              <a:buSzPts val="1100"/>
              <a:buNone/>
            </a:pPr>
            <a:endParaRPr>
              <a:solidFill>
                <a:schemeClr val="dk1"/>
              </a:solidFill>
            </a:endParaRPr>
          </a:p>
        </p:txBody>
      </p:sp>
      <p:sp>
        <p:nvSpPr>
          <p:cNvPr id="588" name="Google Shape;588;p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 sz="1400" b="0" i="0" u="none" strike="noStrike" cap="none">
                <a:solidFill>
                  <a:srgbClr val="000000"/>
                </a:solidFill>
                <a:latin typeface="Arial"/>
                <a:ea typeface="Arial"/>
                <a:cs typeface="Arial"/>
                <a:sym typeface="Arial"/>
              </a:rPr>
              <a:t>9</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7"/>
        <p:cNvGrpSpPr/>
        <p:nvPr/>
      </p:nvGrpSpPr>
      <p:grpSpPr>
        <a:xfrm>
          <a:off x="0" y="0"/>
          <a:ext cx="0" cy="0"/>
          <a:chOff x="0" y="0"/>
          <a:chExt cx="0" cy="0"/>
        </a:xfrm>
      </p:grpSpPr>
      <p:sp>
        <p:nvSpPr>
          <p:cNvPr id="598" name="Google Shape;598;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99" name="Google Shape;599;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chemeClr val="dk1"/>
              </a:buClr>
              <a:buSzPts val="1100"/>
              <a:buNone/>
            </a:pPr>
            <a:endParaRPr>
              <a:solidFill>
                <a:schemeClr val="dk1"/>
              </a:solidFill>
            </a:endParaRPr>
          </a:p>
        </p:txBody>
      </p:sp>
      <p:sp>
        <p:nvSpPr>
          <p:cNvPr id="600" name="Google Shape;600;p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 sz="1400" b="0" i="0" u="none" strike="noStrike" cap="none">
                <a:solidFill>
                  <a:srgbClr val="000000"/>
                </a:solidFill>
                <a:latin typeface="Arial"/>
                <a:ea typeface="Arial"/>
                <a:cs typeface="Arial"/>
                <a:sym typeface="Arial"/>
              </a:rPr>
              <a:t>10</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0"/>
        <p:cNvGrpSpPr/>
        <p:nvPr/>
      </p:nvGrpSpPr>
      <p:grpSpPr>
        <a:xfrm>
          <a:off x="0" y="0"/>
          <a:ext cx="0" cy="0"/>
          <a:chOff x="0" y="0"/>
          <a:chExt cx="0" cy="0"/>
        </a:xfrm>
      </p:grpSpPr>
      <p:sp>
        <p:nvSpPr>
          <p:cNvPr id="611" name="Google Shape;611;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12" name="Google Shape;612;p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chemeClr val="dk1"/>
              </a:buClr>
              <a:buSzPts val="1100"/>
              <a:buNone/>
            </a:pPr>
            <a:endParaRPr>
              <a:solidFill>
                <a:schemeClr val="dk1"/>
              </a:solidFill>
            </a:endParaRPr>
          </a:p>
        </p:txBody>
      </p:sp>
      <p:sp>
        <p:nvSpPr>
          <p:cNvPr id="613" name="Google Shape;613;p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 sz="1400" b="0" i="0" u="none" strike="noStrike" cap="none">
                <a:solidFill>
                  <a:srgbClr val="000000"/>
                </a:solidFill>
                <a:latin typeface="Arial"/>
                <a:ea typeface="Arial"/>
                <a:cs typeface="Arial"/>
                <a:sym typeface="Arial"/>
              </a:rPr>
              <a:t>11</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0"/>
        <p:cNvGrpSpPr/>
        <p:nvPr/>
      </p:nvGrpSpPr>
      <p:grpSpPr>
        <a:xfrm>
          <a:off x="0" y="0"/>
          <a:ext cx="0" cy="0"/>
          <a:chOff x="0" y="0"/>
          <a:chExt cx="0" cy="0"/>
        </a:xfrm>
      </p:grpSpPr>
      <p:sp>
        <p:nvSpPr>
          <p:cNvPr id="621" name="Google Shape;621;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22" name="Google Shape;622;p1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endParaRPr/>
          </a:p>
        </p:txBody>
      </p:sp>
      <p:sp>
        <p:nvSpPr>
          <p:cNvPr id="623" name="Google Shape;623;p1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 sz="1400" b="0" i="0" u="none" strike="noStrike" cap="none">
                <a:solidFill>
                  <a:srgbClr val="000000"/>
                </a:solidFill>
                <a:latin typeface="Arial"/>
                <a:ea typeface="Arial"/>
                <a:cs typeface="Arial"/>
                <a:sym typeface="Arial"/>
              </a:rPr>
              <a:t>12</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9"/>
        <p:cNvGrpSpPr/>
        <p:nvPr/>
      </p:nvGrpSpPr>
      <p:grpSpPr>
        <a:xfrm>
          <a:off x="0" y="0"/>
          <a:ext cx="0" cy="0"/>
          <a:chOff x="0" y="0"/>
          <a:chExt cx="0" cy="0"/>
        </a:xfrm>
      </p:grpSpPr>
      <p:sp>
        <p:nvSpPr>
          <p:cNvPr id="630" name="Google Shape;630;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31" name="Google Shape;631;p1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chemeClr val="dk1"/>
              </a:buClr>
              <a:buSzPts val="1100"/>
              <a:buNone/>
            </a:pPr>
            <a:endParaRPr/>
          </a:p>
        </p:txBody>
      </p:sp>
      <p:sp>
        <p:nvSpPr>
          <p:cNvPr id="632" name="Google Shape;632;p1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 sz="1400" b="0" i="0" u="none" strike="noStrike" cap="none">
                <a:solidFill>
                  <a:srgbClr val="000000"/>
                </a:solidFill>
                <a:latin typeface="Arial"/>
                <a:ea typeface="Arial"/>
                <a:cs typeface="Arial"/>
                <a:sym typeface="Arial"/>
              </a:rPr>
              <a:t>13</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9"/>
        <p:cNvGrpSpPr/>
        <p:nvPr/>
      </p:nvGrpSpPr>
      <p:grpSpPr>
        <a:xfrm>
          <a:off x="0" y="0"/>
          <a:ext cx="0" cy="0"/>
          <a:chOff x="0" y="0"/>
          <a:chExt cx="0" cy="0"/>
        </a:xfrm>
      </p:grpSpPr>
      <p:sp>
        <p:nvSpPr>
          <p:cNvPr id="670" name="Google Shape;670;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71" name="Google Shape;671;p1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76200" algn="l" rtl="0">
              <a:lnSpc>
                <a:spcPct val="138083"/>
              </a:lnSpc>
              <a:spcBef>
                <a:spcPts val="0"/>
              </a:spcBef>
              <a:spcAft>
                <a:spcPts val="0"/>
              </a:spcAft>
              <a:buClr>
                <a:schemeClr val="dk1"/>
              </a:buClr>
              <a:buSzPts val="1200"/>
              <a:buNone/>
            </a:pPr>
            <a:endParaRPr sz="1200">
              <a:solidFill>
                <a:schemeClr val="dk1"/>
              </a:solidFill>
            </a:endParaRPr>
          </a:p>
        </p:txBody>
      </p:sp>
      <p:sp>
        <p:nvSpPr>
          <p:cNvPr id="672" name="Google Shape;672;p1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 sz="1400" b="0" i="0" u="none" strike="noStrike" cap="none">
                <a:solidFill>
                  <a:srgbClr val="000000"/>
                </a:solidFill>
                <a:latin typeface="Arial"/>
                <a:ea typeface="Arial"/>
                <a:cs typeface="Arial"/>
                <a:sym typeface="Arial"/>
              </a:rPr>
              <a:t>14</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2"/>
        <p:cNvGrpSpPr/>
        <p:nvPr/>
      </p:nvGrpSpPr>
      <p:grpSpPr>
        <a:xfrm>
          <a:off x="0" y="0"/>
          <a:ext cx="0" cy="0"/>
          <a:chOff x="0" y="0"/>
          <a:chExt cx="0" cy="0"/>
        </a:xfrm>
      </p:grpSpPr>
      <p:sp>
        <p:nvSpPr>
          <p:cNvPr id="713" name="Google Shape;713;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14" name="Google Shape;714;p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76200" algn="l" rtl="0">
              <a:lnSpc>
                <a:spcPct val="138083"/>
              </a:lnSpc>
              <a:spcBef>
                <a:spcPts val="0"/>
              </a:spcBef>
              <a:spcAft>
                <a:spcPts val="0"/>
              </a:spcAft>
              <a:buClr>
                <a:schemeClr val="dk1"/>
              </a:buClr>
              <a:buSzPts val="1200"/>
              <a:buNone/>
            </a:pPr>
            <a:endParaRPr sz="1200">
              <a:solidFill>
                <a:schemeClr val="dk1"/>
              </a:solidFill>
            </a:endParaRPr>
          </a:p>
        </p:txBody>
      </p:sp>
      <p:sp>
        <p:nvSpPr>
          <p:cNvPr id="715" name="Google Shape;715;p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 sz="1400" b="0" i="0" u="none" strike="noStrike" cap="none">
                <a:solidFill>
                  <a:srgbClr val="000000"/>
                </a:solidFill>
                <a:latin typeface="Arial"/>
                <a:ea typeface="Arial"/>
                <a:cs typeface="Arial"/>
                <a:sym typeface="Arial"/>
              </a:rPr>
              <a:t>15</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8"/>
        <p:cNvGrpSpPr/>
        <p:nvPr/>
      </p:nvGrpSpPr>
      <p:grpSpPr>
        <a:xfrm>
          <a:off x="0" y="0"/>
          <a:ext cx="0" cy="0"/>
          <a:chOff x="0" y="0"/>
          <a:chExt cx="0" cy="0"/>
        </a:xfrm>
      </p:grpSpPr>
      <p:sp>
        <p:nvSpPr>
          <p:cNvPr id="1389" name="Google Shape;1389;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90" name="Google Shape;1390;p2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chemeClr val="dk1"/>
              </a:buClr>
              <a:buSzPts val="1100"/>
              <a:buNone/>
            </a:pPr>
            <a:endParaRPr/>
          </a:p>
        </p:txBody>
      </p:sp>
      <p:sp>
        <p:nvSpPr>
          <p:cNvPr id="1391" name="Google Shape;1391;p2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 sz="1400" b="0" i="0" u="none" strike="noStrike" cap="none">
                <a:solidFill>
                  <a:srgbClr val="000000"/>
                </a:solidFill>
                <a:latin typeface="Arial"/>
                <a:ea typeface="Arial"/>
                <a:cs typeface="Arial"/>
                <a:sym typeface="Arial"/>
              </a:rPr>
              <a:t>16</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7"/>
        <p:cNvGrpSpPr/>
        <p:nvPr/>
      </p:nvGrpSpPr>
      <p:grpSpPr>
        <a:xfrm>
          <a:off x="0" y="0"/>
          <a:ext cx="0" cy="0"/>
          <a:chOff x="0" y="0"/>
          <a:chExt cx="0" cy="0"/>
        </a:xfrm>
      </p:grpSpPr>
      <p:sp>
        <p:nvSpPr>
          <p:cNvPr id="748" name="Google Shape;748;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9" name="Google Shape;749;p1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endParaRPr>
              <a:solidFill>
                <a:schemeClr val="dk1"/>
              </a:solidFill>
            </a:endParaRPr>
          </a:p>
        </p:txBody>
      </p:sp>
      <p:sp>
        <p:nvSpPr>
          <p:cNvPr id="750" name="Google Shape;750;p1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 sz="1400" b="0" i="0" u="none" strike="noStrike" cap="none">
                <a:solidFill>
                  <a:srgbClr val="000000"/>
                </a:solidFill>
                <a:latin typeface="Arial"/>
                <a:ea typeface="Arial"/>
                <a:cs typeface="Arial"/>
                <a:sym typeface="Arial"/>
              </a:rPr>
              <a:t>17</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6"/>
        <p:cNvGrpSpPr/>
        <p:nvPr/>
      </p:nvGrpSpPr>
      <p:grpSpPr>
        <a:xfrm>
          <a:off x="0" y="0"/>
          <a:ext cx="0" cy="0"/>
          <a:chOff x="0" y="0"/>
          <a:chExt cx="0" cy="0"/>
        </a:xfrm>
      </p:grpSpPr>
      <p:sp>
        <p:nvSpPr>
          <p:cNvPr id="757" name="Google Shape;757;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8" name="Google Shape;758;p1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76200" algn="l" rtl="0">
              <a:lnSpc>
                <a:spcPct val="138083"/>
              </a:lnSpc>
              <a:spcBef>
                <a:spcPts val="0"/>
              </a:spcBef>
              <a:spcAft>
                <a:spcPts val="0"/>
              </a:spcAft>
              <a:buClr>
                <a:schemeClr val="dk1"/>
              </a:buClr>
              <a:buSzPts val="1200"/>
              <a:buNone/>
            </a:pPr>
            <a:endParaRPr sz="1200">
              <a:solidFill>
                <a:schemeClr val="dk1"/>
              </a:solidFill>
            </a:endParaRPr>
          </a:p>
        </p:txBody>
      </p:sp>
      <p:sp>
        <p:nvSpPr>
          <p:cNvPr id="759" name="Google Shape;759;p1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 sz="1400" b="0" i="0" u="none" strike="noStrike" cap="none">
                <a:solidFill>
                  <a:srgbClr val="000000"/>
                </a:solidFill>
                <a:latin typeface="Arial"/>
                <a:ea typeface="Arial"/>
                <a:cs typeface="Arial"/>
                <a:sym typeface="Arial"/>
              </a:rPr>
              <a:t>18</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9"/>
        <p:cNvGrpSpPr/>
        <p:nvPr/>
      </p:nvGrpSpPr>
      <p:grpSpPr>
        <a:xfrm>
          <a:off x="0" y="0"/>
          <a:ext cx="0" cy="0"/>
          <a:chOff x="0" y="0"/>
          <a:chExt cx="0" cy="0"/>
        </a:xfrm>
      </p:grpSpPr>
      <p:sp>
        <p:nvSpPr>
          <p:cNvPr id="1410" name="Google Shape;1410;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11" name="Google Shape;1411;p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endParaRPr/>
          </a:p>
        </p:txBody>
      </p:sp>
      <p:sp>
        <p:nvSpPr>
          <p:cNvPr id="1412" name="Google Shape;1412;p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 sz="1400" b="0" i="0" u="none" strike="noStrike" cap="none">
                <a:solidFill>
                  <a:srgbClr val="000000"/>
                </a:solidFill>
                <a:latin typeface="Arial"/>
                <a:ea typeface="Arial"/>
                <a:cs typeface="Arial"/>
                <a:sym typeface="Arial"/>
              </a:rPr>
              <a:t>19</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6"/>
        <p:cNvGrpSpPr/>
        <p:nvPr/>
      </p:nvGrpSpPr>
      <p:grpSpPr>
        <a:xfrm>
          <a:off x="0" y="0"/>
          <a:ext cx="0" cy="0"/>
          <a:chOff x="0" y="0"/>
          <a:chExt cx="0" cy="0"/>
        </a:xfrm>
      </p:grpSpPr>
      <p:sp>
        <p:nvSpPr>
          <p:cNvPr id="847" name="Google Shape;847;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8" name="Google Shape;848;p1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endParaRPr>
              <a:solidFill>
                <a:schemeClr val="dk1"/>
              </a:solidFill>
            </a:endParaRPr>
          </a:p>
        </p:txBody>
      </p:sp>
      <p:sp>
        <p:nvSpPr>
          <p:cNvPr id="849" name="Google Shape;849;p1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 sz="1400" b="0" i="0" u="none" strike="noStrike" cap="none">
                <a:solidFill>
                  <a:srgbClr val="000000"/>
                </a:solidFill>
                <a:latin typeface="Arial"/>
                <a:ea typeface="Arial"/>
                <a:cs typeface="Arial"/>
                <a:sym typeface="Arial"/>
              </a:rPr>
              <a:t>20</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5"/>
        <p:cNvGrpSpPr/>
        <p:nvPr/>
      </p:nvGrpSpPr>
      <p:grpSpPr>
        <a:xfrm>
          <a:off x="0" y="0"/>
          <a:ext cx="0" cy="0"/>
          <a:chOff x="0" y="0"/>
          <a:chExt cx="0" cy="0"/>
        </a:xfrm>
      </p:grpSpPr>
      <p:sp>
        <p:nvSpPr>
          <p:cNvPr id="856" name="Google Shape;856;p17:notes"/>
          <p:cNvSpPr>
            <a:spLocks noGrp="1" noRot="1" noChangeAspect="1"/>
          </p:cNvSpPr>
          <p:nvPr>
            <p:ph type="sldImg" idx="2"/>
          </p:nvPr>
        </p:nvSpPr>
        <p:spPr>
          <a:xfrm>
            <a:off x="1828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7" name="Google Shape;857;p17: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endParaRPr/>
          </a:p>
        </p:txBody>
      </p:sp>
      <p:sp>
        <p:nvSpPr>
          <p:cNvPr id="858" name="Google Shape;858;p17: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 sz="1400" b="0" i="0" u="none" strike="noStrike" cap="none">
                <a:solidFill>
                  <a:srgbClr val="000000"/>
                </a:solidFill>
                <a:latin typeface="Arial"/>
                <a:ea typeface="Arial"/>
                <a:cs typeface="Arial"/>
                <a:sym typeface="Arial"/>
              </a:rPr>
              <a:t>21</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0"/>
        <p:cNvGrpSpPr/>
        <p:nvPr/>
      </p:nvGrpSpPr>
      <p:grpSpPr>
        <a:xfrm>
          <a:off x="0" y="0"/>
          <a:ext cx="0" cy="0"/>
          <a:chOff x="0" y="0"/>
          <a:chExt cx="0" cy="0"/>
        </a:xfrm>
      </p:grpSpPr>
      <p:sp>
        <p:nvSpPr>
          <p:cNvPr id="1011" name="Google Shape;1011;p18:notes"/>
          <p:cNvSpPr>
            <a:spLocks noGrp="1" noRot="1" noChangeAspect="1"/>
          </p:cNvSpPr>
          <p:nvPr>
            <p:ph type="sldImg" idx="2"/>
          </p:nvPr>
        </p:nvSpPr>
        <p:spPr>
          <a:xfrm>
            <a:off x="1828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2" name="Google Shape;1012;p18: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endParaRPr/>
          </a:p>
        </p:txBody>
      </p:sp>
      <p:sp>
        <p:nvSpPr>
          <p:cNvPr id="1013" name="Google Shape;1013;p18: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 sz="1400" b="0" i="0" u="none" strike="noStrike" cap="none">
                <a:solidFill>
                  <a:srgbClr val="000000"/>
                </a:solidFill>
                <a:latin typeface="Arial"/>
                <a:ea typeface="Arial"/>
                <a:cs typeface="Arial"/>
                <a:sym typeface="Arial"/>
              </a:rPr>
              <a:t>22</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3"/>
        <p:cNvGrpSpPr/>
        <p:nvPr/>
      </p:nvGrpSpPr>
      <p:grpSpPr>
        <a:xfrm>
          <a:off x="0" y="0"/>
          <a:ext cx="0" cy="0"/>
          <a:chOff x="0" y="0"/>
          <a:chExt cx="0" cy="0"/>
        </a:xfrm>
      </p:grpSpPr>
      <p:sp>
        <p:nvSpPr>
          <p:cNvPr id="1204" name="Google Shape;1204;p19:notes"/>
          <p:cNvSpPr>
            <a:spLocks noGrp="1" noRot="1" noChangeAspect="1"/>
          </p:cNvSpPr>
          <p:nvPr>
            <p:ph type="sldImg" idx="2"/>
          </p:nvPr>
        </p:nvSpPr>
        <p:spPr>
          <a:xfrm>
            <a:off x="1828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05" name="Google Shape;1205;p19: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endParaRPr/>
          </a:p>
        </p:txBody>
      </p:sp>
      <p:sp>
        <p:nvSpPr>
          <p:cNvPr id="1206" name="Google Shape;1206;p19: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 sz="1400" b="0" i="0" u="none" strike="noStrike" cap="none">
                <a:solidFill>
                  <a:srgbClr val="000000"/>
                </a:solidFill>
                <a:latin typeface="Arial"/>
                <a:ea typeface="Arial"/>
                <a:cs typeface="Arial"/>
                <a:sym typeface="Arial"/>
              </a:rPr>
              <a:t>23</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6.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1.pn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Master" Target="../slideMasters/slideMaster2.xml"/><Relationship Id="rId4" Type="http://schemas.openxmlformats.org/officeDocument/2006/relationships/image" Target="../media/image12.png"/></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4.pn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Opening_Blank">
  <p:cSld name="Opening_Blank">
    <p:bg>
      <p:bgPr>
        <a:solidFill>
          <a:srgbClr val="0254EC"/>
        </a:solidFill>
        <a:effectLst/>
      </p:bgPr>
    </p:bg>
    <p:spTree>
      <p:nvGrpSpPr>
        <p:cNvPr id="1" name="Shape 9"/>
        <p:cNvGrpSpPr/>
        <p:nvPr/>
      </p:nvGrpSpPr>
      <p:grpSpPr>
        <a:xfrm>
          <a:off x="0" y="0"/>
          <a:ext cx="0" cy="0"/>
          <a:chOff x="0" y="0"/>
          <a:chExt cx="0" cy="0"/>
        </a:xfrm>
      </p:grpSpPr>
      <p:pic>
        <p:nvPicPr>
          <p:cNvPr id="10" name="Google Shape;10;p2" title="bg_blue.png"/>
          <p:cNvPicPr preferRelativeResize="0"/>
          <p:nvPr/>
        </p:nvPicPr>
        <p:blipFill rotWithShape="1">
          <a:blip r:embed="rId2">
            <a:alphaModFix/>
          </a:blip>
          <a:srcRect/>
          <a:stretch/>
        </p:blipFill>
        <p:spPr>
          <a:xfrm>
            <a:off x="0" y="-5"/>
            <a:ext cx="9144000" cy="514350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123 1">
  <p:cSld name="ONE_COLUMN_TEXT_1">
    <p:spTree>
      <p:nvGrpSpPr>
        <p:cNvPr id="1" name="Shape 11"/>
        <p:cNvGrpSpPr/>
        <p:nvPr/>
      </p:nvGrpSpPr>
      <p:grpSpPr>
        <a:xfrm>
          <a:off x="0" y="0"/>
          <a:ext cx="0" cy="0"/>
          <a:chOff x="0" y="0"/>
          <a:chExt cx="0" cy="0"/>
        </a:xfrm>
      </p:grpSpPr>
      <p:pic>
        <p:nvPicPr>
          <p:cNvPr id="12" name="Google Shape;12;p3" title="bg6.png"/>
          <p:cNvPicPr preferRelativeResize="0"/>
          <p:nvPr/>
        </p:nvPicPr>
        <p:blipFill rotWithShape="1">
          <a:blip r:embed="rId2">
            <a:alphaModFix/>
          </a:blip>
          <a:srcRect/>
          <a:stretch/>
        </p:blipFill>
        <p:spPr>
          <a:xfrm>
            <a:off x="0" y="10"/>
            <a:ext cx="9144003" cy="5143490"/>
          </a:xfrm>
          <a:prstGeom prst="rect">
            <a:avLst/>
          </a:prstGeom>
          <a:noFill/>
          <a:ln>
            <a:noFill/>
          </a:ln>
        </p:spPr>
      </p:pic>
      <p:sp>
        <p:nvSpPr>
          <p:cNvPr id="13" name="Google Shape;13;p3"/>
          <p:cNvSpPr/>
          <p:nvPr/>
        </p:nvSpPr>
        <p:spPr>
          <a:xfrm>
            <a:off x="0" y="2500300"/>
            <a:ext cx="9158700" cy="2665200"/>
          </a:xfrm>
          <a:prstGeom prst="rect">
            <a:avLst/>
          </a:prstGeom>
          <a:gradFill>
            <a:gsLst>
              <a:gs pos="0">
                <a:schemeClr val="lt1"/>
              </a:gs>
              <a:gs pos="100000">
                <a:srgbClr val="FFFFFF">
                  <a:alpha val="0"/>
                </a:srgbClr>
              </a:gs>
            </a:gsLst>
            <a:lin ang="16200038"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123">
  <p:cSld name="ONE_COLUMN_TEXT">
    <p:spTree>
      <p:nvGrpSpPr>
        <p:cNvPr id="1" name="Shape 14"/>
        <p:cNvGrpSpPr/>
        <p:nvPr/>
      </p:nvGrpSpPr>
      <p:grpSpPr>
        <a:xfrm>
          <a:off x="0" y="0"/>
          <a:ext cx="0" cy="0"/>
          <a:chOff x="0" y="0"/>
          <a:chExt cx="0" cy="0"/>
        </a:xfrm>
      </p:grpSpPr>
      <p:pic>
        <p:nvPicPr>
          <p:cNvPr id="15" name="Google Shape;15;p4" title="bg6.png"/>
          <p:cNvPicPr preferRelativeResize="0"/>
          <p:nvPr/>
        </p:nvPicPr>
        <p:blipFill rotWithShape="1">
          <a:blip r:embed="rId2">
            <a:alphaModFix/>
          </a:blip>
          <a:srcRect/>
          <a:stretch/>
        </p:blipFill>
        <p:spPr>
          <a:xfrm>
            <a:off x="0" y="10"/>
            <a:ext cx="9144003" cy="514349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6"/>
        <p:cNvGrpSpPr/>
        <p:nvPr/>
      </p:nvGrpSpPr>
      <p:grpSpPr>
        <a:xfrm>
          <a:off x="0" y="0"/>
          <a:ext cx="0" cy="0"/>
          <a:chOff x="0" y="0"/>
          <a:chExt cx="0" cy="0"/>
        </a:xfrm>
      </p:grpSpPr>
      <p:pic>
        <p:nvPicPr>
          <p:cNvPr id="17" name="Google Shape;17;p5" title="bg2.png"/>
          <p:cNvPicPr preferRelativeResize="0"/>
          <p:nvPr/>
        </p:nvPicPr>
        <p:blipFill rotWithShape="1">
          <a:blip r:embed="rId2">
            <a:alphaModFix/>
          </a:blip>
          <a:srcRect/>
          <a:stretch/>
        </p:blipFill>
        <p:spPr>
          <a:xfrm>
            <a:off x="0" y="10"/>
            <a:ext cx="9143997" cy="514349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18"/>
        <p:cNvGrpSpPr/>
        <p:nvPr/>
      </p:nvGrpSpPr>
      <p:grpSpPr>
        <a:xfrm>
          <a:off x="0" y="0"/>
          <a:ext cx="0" cy="0"/>
          <a:chOff x="0" y="0"/>
          <a:chExt cx="0" cy="0"/>
        </a:xfrm>
      </p:grpSpPr>
      <p:pic>
        <p:nvPicPr>
          <p:cNvPr id="19" name="Google Shape;19;p6" title="bg_blue2.png"/>
          <p:cNvPicPr preferRelativeResize="0"/>
          <p:nvPr/>
        </p:nvPicPr>
        <p:blipFill rotWithShape="1">
          <a:blip r:embed="rId2">
            <a:alphaModFix/>
          </a:blip>
          <a:srcRect/>
          <a:stretch/>
        </p:blipFill>
        <p:spPr>
          <a:xfrm>
            <a:off x="0" y="-5"/>
            <a:ext cx="9144000" cy="5143505"/>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0"/>
        <p:cNvGrpSpPr/>
        <p:nvPr/>
      </p:nvGrpSpPr>
      <p:grpSpPr>
        <a:xfrm>
          <a:off x="0" y="0"/>
          <a:ext cx="0" cy="0"/>
          <a:chOff x="0" y="0"/>
          <a:chExt cx="0" cy="0"/>
        </a:xfrm>
      </p:grpSpPr>
      <p:pic>
        <p:nvPicPr>
          <p:cNvPr id="21" name="Google Shape;21;p7" title="bg1.png"/>
          <p:cNvPicPr preferRelativeResize="0"/>
          <p:nvPr/>
        </p:nvPicPr>
        <p:blipFill rotWithShape="1">
          <a:blip r:embed="rId2">
            <a:alphaModFix/>
          </a:blip>
          <a:srcRect/>
          <a:stretch/>
        </p:blipFill>
        <p:spPr>
          <a:xfrm>
            <a:off x="0" y="-5"/>
            <a:ext cx="9144000" cy="5143505"/>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2"/>
        <p:cNvGrpSpPr/>
        <p:nvPr/>
      </p:nvGrpSpPr>
      <p:grpSpPr>
        <a:xfrm>
          <a:off x="0" y="0"/>
          <a:ext cx="0" cy="0"/>
          <a:chOff x="0" y="0"/>
          <a:chExt cx="0" cy="0"/>
        </a:xfrm>
      </p:grpSpPr>
      <p:pic>
        <p:nvPicPr>
          <p:cNvPr id="23" name="Google Shape;23;p8" title="bg3.png"/>
          <p:cNvPicPr preferRelativeResize="0"/>
          <p:nvPr/>
        </p:nvPicPr>
        <p:blipFill rotWithShape="1">
          <a:blip r:embed="rId2">
            <a:alphaModFix/>
          </a:blip>
          <a:srcRect/>
          <a:stretch/>
        </p:blipFill>
        <p:spPr>
          <a:xfrm>
            <a:off x="0" y="10"/>
            <a:ext cx="9143997" cy="5143490"/>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4"/>
        <p:cNvGrpSpPr/>
        <p:nvPr/>
      </p:nvGrpSpPr>
      <p:grpSpPr>
        <a:xfrm>
          <a:off x="0" y="0"/>
          <a:ext cx="0" cy="0"/>
          <a:chOff x="0" y="0"/>
          <a:chExt cx="0" cy="0"/>
        </a:xfrm>
      </p:grpSpPr>
      <p:pic>
        <p:nvPicPr>
          <p:cNvPr id="25" name="Google Shape;25;p9" title="bg4.png"/>
          <p:cNvPicPr preferRelativeResize="0"/>
          <p:nvPr/>
        </p:nvPicPr>
        <p:blipFill rotWithShape="1">
          <a:blip r:embed="rId2">
            <a:alphaModFix/>
          </a:blip>
          <a:srcRect/>
          <a:stretch/>
        </p:blipFill>
        <p:spPr>
          <a:xfrm>
            <a:off x="0" y="-5"/>
            <a:ext cx="9144000" cy="5143505"/>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6"/>
        <p:cNvGrpSpPr/>
        <p:nvPr/>
      </p:nvGrpSpPr>
      <p:grpSpPr>
        <a:xfrm>
          <a:off x="0" y="0"/>
          <a:ext cx="0" cy="0"/>
          <a:chOff x="0" y="0"/>
          <a:chExt cx="0" cy="0"/>
        </a:xfrm>
      </p:grpSpPr>
      <p:pic>
        <p:nvPicPr>
          <p:cNvPr id="27" name="Google Shape;27;p10" title="bg5.png"/>
          <p:cNvPicPr preferRelativeResize="0"/>
          <p:nvPr/>
        </p:nvPicPr>
        <p:blipFill rotWithShape="1">
          <a:blip r:embed="rId2">
            <a:alphaModFix/>
          </a:blip>
          <a:srcRect/>
          <a:stretch/>
        </p:blipFill>
        <p:spPr>
          <a:xfrm>
            <a:off x="0" y="-10"/>
            <a:ext cx="9144003" cy="521493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28"/>
        <p:cNvGrpSpPr/>
        <p:nvPr/>
      </p:nvGrpSpPr>
      <p:grpSpPr>
        <a:xfrm>
          <a:off x="0" y="0"/>
          <a:ext cx="0" cy="0"/>
          <a:chOff x="0" y="0"/>
          <a:chExt cx="0" cy="0"/>
        </a:xfrm>
      </p:grpSpPr>
      <p:sp>
        <p:nvSpPr>
          <p:cNvPr id="29" name="Google Shape;29;p11"/>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0" name="Google Shape;30;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1"/>
        <p:cNvGrpSpPr/>
        <p:nvPr/>
      </p:nvGrpSpPr>
      <p:grpSpPr>
        <a:xfrm>
          <a:off x="0" y="0"/>
          <a:ext cx="0" cy="0"/>
          <a:chOff x="0" y="0"/>
          <a:chExt cx="0" cy="0"/>
        </a:xfrm>
      </p:grpSpPr>
      <p:sp>
        <p:nvSpPr>
          <p:cNvPr id="32" name="Google Shape;32;p12"/>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 name="Google Shape;33;p12"/>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4" name="Google Shape;34;p12"/>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5" name="Google Shape;35;p12"/>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36" name="Google Shape;36;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37"/>
        <p:cNvGrpSpPr/>
        <p:nvPr/>
      </p:nvGrpSpPr>
      <p:grpSpPr>
        <a:xfrm>
          <a:off x="0" y="0"/>
          <a:ext cx="0" cy="0"/>
          <a:chOff x="0" y="0"/>
          <a:chExt cx="0" cy="0"/>
        </a:xfrm>
      </p:grpSpPr>
      <p:sp>
        <p:nvSpPr>
          <p:cNvPr id="38" name="Google Shape;38;p13"/>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39" name="Google Shape;39;p1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0"/>
        <p:cNvGrpSpPr/>
        <p:nvPr/>
      </p:nvGrpSpPr>
      <p:grpSpPr>
        <a:xfrm>
          <a:off x="0" y="0"/>
          <a:ext cx="0" cy="0"/>
          <a:chOff x="0" y="0"/>
          <a:chExt cx="0" cy="0"/>
        </a:xfrm>
      </p:grpSpPr>
      <p:sp>
        <p:nvSpPr>
          <p:cNvPr id="41" name="Google Shape;41;p14"/>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2" name="Google Shape;42;p14"/>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43" name="Google Shape;43;p1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4"/>
        <p:cNvGrpSpPr/>
        <p:nvPr/>
      </p:nvGrpSpPr>
      <p:grpSpPr>
        <a:xfrm>
          <a:off x="0" y="0"/>
          <a:ext cx="0" cy="0"/>
          <a:chOff x="0" y="0"/>
          <a:chExt cx="0" cy="0"/>
        </a:xfrm>
      </p:grpSpPr>
      <p:sp>
        <p:nvSpPr>
          <p:cNvPr id="45" name="Google Shape;45;p1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ai">
  <p:cSld name="ONE_COLUMN_TEXT_1_1">
    <p:spTree>
      <p:nvGrpSpPr>
        <p:cNvPr id="1" name="Shape 46"/>
        <p:cNvGrpSpPr/>
        <p:nvPr/>
      </p:nvGrpSpPr>
      <p:grpSpPr>
        <a:xfrm>
          <a:off x="0" y="0"/>
          <a:ext cx="0" cy="0"/>
          <a:chOff x="0" y="0"/>
          <a:chExt cx="0" cy="0"/>
        </a:xfrm>
      </p:grpSpPr>
      <p:pic>
        <p:nvPicPr>
          <p:cNvPr id="47" name="Google Shape;47;p16" title="bg7.png"/>
          <p:cNvPicPr preferRelativeResize="0"/>
          <p:nvPr/>
        </p:nvPicPr>
        <p:blipFill rotWithShape="1">
          <a:blip r:embed="rId2">
            <a:alphaModFix/>
          </a:blip>
          <a:srcRect/>
          <a:stretch/>
        </p:blipFill>
        <p:spPr>
          <a:xfrm>
            <a:off x="0" y="10"/>
            <a:ext cx="9144003" cy="5143490"/>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53"/>
        <p:cNvGrpSpPr/>
        <p:nvPr/>
      </p:nvGrpSpPr>
      <p:grpSpPr>
        <a:xfrm>
          <a:off x="0" y="0"/>
          <a:ext cx="0" cy="0"/>
          <a:chOff x="0" y="0"/>
          <a:chExt cx="0" cy="0"/>
        </a:xfrm>
      </p:grpSpPr>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B_Title and Content (2/3) Light">
  <p:cSld name="Title and Content (2/3) Light">
    <p:spTree>
      <p:nvGrpSpPr>
        <p:cNvPr id="1" name="Shape 54"/>
        <p:cNvGrpSpPr/>
        <p:nvPr/>
      </p:nvGrpSpPr>
      <p:grpSpPr>
        <a:xfrm>
          <a:off x="0" y="0"/>
          <a:ext cx="0" cy="0"/>
          <a:chOff x="0" y="0"/>
          <a:chExt cx="0" cy="0"/>
        </a:xfrm>
      </p:grpSpPr>
      <p:sp>
        <p:nvSpPr>
          <p:cNvPr id="55" name="Google Shape;55;p19"/>
          <p:cNvSpPr/>
          <p:nvPr/>
        </p:nvSpPr>
        <p:spPr>
          <a:xfrm>
            <a:off x="-4188" y="0"/>
            <a:ext cx="3077700" cy="5143500"/>
          </a:xfrm>
          <a:prstGeom prst="rect">
            <a:avLst/>
          </a:prstGeom>
          <a:solidFill>
            <a:schemeClr val="lt2"/>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DM Sans"/>
              <a:ea typeface="DM Sans"/>
              <a:cs typeface="DM Sans"/>
              <a:sym typeface="DM Sans"/>
            </a:endParaRPr>
          </a:p>
        </p:txBody>
      </p:sp>
      <p:sp>
        <p:nvSpPr>
          <p:cNvPr id="56" name="Google Shape;56;p19"/>
          <p:cNvSpPr txBox="1">
            <a:spLocks noGrp="1"/>
          </p:cNvSpPr>
          <p:nvPr>
            <p:ph type="title"/>
          </p:nvPr>
        </p:nvSpPr>
        <p:spPr>
          <a:xfrm>
            <a:off x="420742" y="273844"/>
            <a:ext cx="2227800" cy="367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57" name="Google Shape;57;p19"/>
          <p:cNvSpPr txBox="1">
            <a:spLocks noGrp="1"/>
          </p:cNvSpPr>
          <p:nvPr>
            <p:ph type="body" idx="1"/>
          </p:nvPr>
        </p:nvSpPr>
        <p:spPr>
          <a:xfrm>
            <a:off x="420742" y="812524"/>
            <a:ext cx="2227800" cy="38202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58" name="Google Shape;58;p19"/>
          <p:cNvSpPr/>
          <p:nvPr/>
        </p:nvSpPr>
        <p:spPr>
          <a:xfrm>
            <a:off x="0" y="0"/>
            <a:ext cx="9128855" cy="44653"/>
          </a:xfrm>
          <a:custGeom>
            <a:avLst/>
            <a:gdLst/>
            <a:ahLst/>
            <a:cxnLst/>
            <a:rect l="l" t="t" r="r" b="b"/>
            <a:pathLst>
              <a:path w="15876269" h="8930640" extrusionOk="0">
                <a:moveTo>
                  <a:pt x="15875897" y="0"/>
                </a:moveTo>
                <a:lnTo>
                  <a:pt x="0" y="0"/>
                </a:lnTo>
                <a:lnTo>
                  <a:pt x="0" y="8930192"/>
                </a:lnTo>
                <a:lnTo>
                  <a:pt x="15875897" y="8930192"/>
                </a:lnTo>
                <a:lnTo>
                  <a:pt x="15875897" y="0"/>
                </a:lnTo>
                <a:close/>
              </a:path>
            </a:pathLst>
          </a:custGeom>
          <a:solidFill>
            <a:srgbClr val="0058EB"/>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000"/>
              <a:buFont typeface="Arial"/>
              <a:buNone/>
            </a:pPr>
            <a:endParaRPr sz="1000" b="0" i="0" u="none" strike="noStrike" cap="none">
              <a:solidFill>
                <a:schemeClr val="dk1"/>
              </a:solidFill>
              <a:latin typeface="DM Sans"/>
              <a:ea typeface="DM Sans"/>
              <a:cs typeface="DM Sans"/>
              <a:sym typeface="DM Sans"/>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C_Divider Slide">
  <p:cSld name="Divider Slide">
    <p:spTree>
      <p:nvGrpSpPr>
        <p:cNvPr id="1" name="Shape 59"/>
        <p:cNvGrpSpPr/>
        <p:nvPr/>
      </p:nvGrpSpPr>
      <p:grpSpPr>
        <a:xfrm>
          <a:off x="0" y="0"/>
          <a:ext cx="0" cy="0"/>
          <a:chOff x="0" y="0"/>
          <a:chExt cx="0" cy="0"/>
        </a:xfrm>
      </p:grpSpPr>
      <p:pic>
        <p:nvPicPr>
          <p:cNvPr id="60" name="Google Shape;60;p20"/>
          <p:cNvPicPr preferRelativeResize="0"/>
          <p:nvPr/>
        </p:nvPicPr>
        <p:blipFill rotWithShape="1">
          <a:blip r:embed="rId2">
            <a:alphaModFix/>
          </a:blip>
          <a:srcRect/>
          <a:stretch/>
        </p:blipFill>
        <p:spPr>
          <a:xfrm>
            <a:off x="0" y="0"/>
            <a:ext cx="9144000" cy="5143500"/>
          </a:xfrm>
          <a:prstGeom prst="rect">
            <a:avLst/>
          </a:prstGeom>
          <a:noFill/>
          <a:ln>
            <a:noFill/>
          </a:ln>
        </p:spPr>
      </p:pic>
      <p:sp>
        <p:nvSpPr>
          <p:cNvPr id="61" name="Google Shape;61;p20"/>
          <p:cNvSpPr txBox="1">
            <a:spLocks noGrp="1"/>
          </p:cNvSpPr>
          <p:nvPr>
            <p:ph type="title"/>
          </p:nvPr>
        </p:nvSpPr>
        <p:spPr>
          <a:xfrm>
            <a:off x="420742" y="1645445"/>
            <a:ext cx="8302500" cy="367200"/>
          </a:xfrm>
          <a:prstGeom prst="rect">
            <a:avLst/>
          </a:prstGeom>
          <a:noFill/>
          <a:ln>
            <a:noFill/>
          </a:ln>
        </p:spPr>
        <p:txBody>
          <a:bodyPr spcFirstLastPara="1" wrap="square" lIns="68575" tIns="34275" rIns="68575" bIns="34275" anchor="ctr" anchorCtr="0">
            <a:noAutofit/>
          </a:bodyPr>
          <a:lstStyle>
            <a:lvl1pPr lvl="0" algn="ctr">
              <a:lnSpc>
                <a:spcPct val="90000"/>
              </a:lnSpc>
              <a:spcBef>
                <a:spcPts val="0"/>
              </a:spcBef>
              <a:spcAft>
                <a:spcPts val="0"/>
              </a:spcAft>
              <a:buClr>
                <a:schemeClr val="lt1"/>
              </a:buClr>
              <a:buSzPts val="3300"/>
              <a:buFont typeface="DM Sans"/>
              <a:buNone/>
              <a:defRPr sz="3300">
                <a:solidFill>
                  <a:schemeClr val="lt1"/>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pic>
        <p:nvPicPr>
          <p:cNvPr id="62" name="Google Shape;62;p20" title="Logo.png"/>
          <p:cNvPicPr preferRelativeResize="0"/>
          <p:nvPr/>
        </p:nvPicPr>
        <p:blipFill rotWithShape="1">
          <a:blip r:embed="rId3">
            <a:alphaModFix/>
          </a:blip>
          <a:srcRect/>
          <a:stretch/>
        </p:blipFill>
        <p:spPr>
          <a:xfrm>
            <a:off x="8412313" y="4830850"/>
            <a:ext cx="309686" cy="146674"/>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White background_Plain">
  <p:cSld name="White background_Plain">
    <p:spTree>
      <p:nvGrpSpPr>
        <p:cNvPr id="1" name="Shape 63"/>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A_Title Slide + Name">
  <p:cSld name="Title Slide + Name">
    <p:bg>
      <p:bgPr>
        <a:solidFill>
          <a:schemeClr val="dk2"/>
        </a:solidFill>
        <a:effectLst/>
      </p:bgPr>
    </p:bg>
    <p:spTree>
      <p:nvGrpSpPr>
        <p:cNvPr id="1" name="Shape 64"/>
        <p:cNvGrpSpPr/>
        <p:nvPr/>
      </p:nvGrpSpPr>
      <p:grpSpPr>
        <a:xfrm>
          <a:off x="0" y="0"/>
          <a:ext cx="0" cy="0"/>
          <a:chOff x="0" y="0"/>
          <a:chExt cx="0" cy="0"/>
        </a:xfrm>
      </p:grpSpPr>
      <p:sp>
        <p:nvSpPr>
          <p:cNvPr id="65" name="Google Shape;65;p22"/>
          <p:cNvSpPr txBox="1">
            <a:spLocks noGrp="1"/>
          </p:cNvSpPr>
          <p:nvPr>
            <p:ph type="ctrTitle"/>
          </p:nvPr>
        </p:nvSpPr>
        <p:spPr>
          <a:xfrm>
            <a:off x="716304" y="1261139"/>
            <a:ext cx="4166100" cy="1035900"/>
          </a:xfrm>
          <a:prstGeom prst="rect">
            <a:avLst/>
          </a:prstGeom>
          <a:noFill/>
          <a:ln>
            <a:noFill/>
          </a:ln>
        </p:spPr>
        <p:txBody>
          <a:bodyPr spcFirstLastPara="1" wrap="square" lIns="68575" tIns="34275" rIns="68575" bIns="34275" anchor="t" anchorCtr="0">
            <a:normAutofit/>
          </a:bodyPr>
          <a:lstStyle>
            <a:lvl1pPr lvl="0" algn="l">
              <a:lnSpc>
                <a:spcPct val="90000"/>
              </a:lnSpc>
              <a:spcBef>
                <a:spcPts val="0"/>
              </a:spcBef>
              <a:spcAft>
                <a:spcPts val="0"/>
              </a:spcAft>
              <a:buClr>
                <a:schemeClr val="lt1"/>
              </a:buClr>
              <a:buSzPts val="3300"/>
              <a:buFont typeface="DM Sans"/>
              <a:buNone/>
              <a:defRPr sz="3300">
                <a:solidFill>
                  <a:schemeClr val="lt1"/>
                </a:solidFill>
              </a:defRPr>
            </a:lvl1pPr>
            <a:lvl2pPr lvl="1" algn="l">
              <a:lnSpc>
                <a:spcPct val="100000"/>
              </a:lnSpc>
              <a:spcBef>
                <a:spcPts val="0"/>
              </a:spcBef>
              <a:spcAft>
                <a:spcPts val="0"/>
              </a:spcAft>
              <a:buClr>
                <a:schemeClr val="lt1"/>
              </a:buClr>
              <a:buSzPts val="1100"/>
              <a:buNone/>
              <a:defRPr>
                <a:solidFill>
                  <a:schemeClr val="lt1"/>
                </a:solidFill>
              </a:defRPr>
            </a:lvl2pPr>
            <a:lvl3pPr lvl="2" algn="l">
              <a:lnSpc>
                <a:spcPct val="100000"/>
              </a:lnSpc>
              <a:spcBef>
                <a:spcPts val="0"/>
              </a:spcBef>
              <a:spcAft>
                <a:spcPts val="0"/>
              </a:spcAft>
              <a:buClr>
                <a:schemeClr val="lt1"/>
              </a:buClr>
              <a:buSzPts val="1100"/>
              <a:buNone/>
              <a:defRPr>
                <a:solidFill>
                  <a:schemeClr val="lt1"/>
                </a:solidFill>
              </a:defRPr>
            </a:lvl3pPr>
            <a:lvl4pPr lvl="3" algn="l">
              <a:lnSpc>
                <a:spcPct val="100000"/>
              </a:lnSpc>
              <a:spcBef>
                <a:spcPts val="0"/>
              </a:spcBef>
              <a:spcAft>
                <a:spcPts val="0"/>
              </a:spcAft>
              <a:buClr>
                <a:schemeClr val="lt1"/>
              </a:buClr>
              <a:buSzPts val="1100"/>
              <a:buNone/>
              <a:defRPr>
                <a:solidFill>
                  <a:schemeClr val="lt1"/>
                </a:solidFill>
              </a:defRPr>
            </a:lvl4pPr>
            <a:lvl5pPr lvl="4" algn="l">
              <a:lnSpc>
                <a:spcPct val="100000"/>
              </a:lnSpc>
              <a:spcBef>
                <a:spcPts val="0"/>
              </a:spcBef>
              <a:spcAft>
                <a:spcPts val="0"/>
              </a:spcAft>
              <a:buClr>
                <a:schemeClr val="lt1"/>
              </a:buClr>
              <a:buSzPts val="1100"/>
              <a:buNone/>
              <a:defRPr>
                <a:solidFill>
                  <a:schemeClr val="lt1"/>
                </a:solidFill>
              </a:defRPr>
            </a:lvl5pPr>
            <a:lvl6pPr lvl="5" algn="l">
              <a:lnSpc>
                <a:spcPct val="100000"/>
              </a:lnSpc>
              <a:spcBef>
                <a:spcPts val="0"/>
              </a:spcBef>
              <a:spcAft>
                <a:spcPts val="0"/>
              </a:spcAft>
              <a:buClr>
                <a:schemeClr val="lt1"/>
              </a:buClr>
              <a:buSzPts val="1100"/>
              <a:buNone/>
              <a:defRPr>
                <a:solidFill>
                  <a:schemeClr val="lt1"/>
                </a:solidFill>
              </a:defRPr>
            </a:lvl6pPr>
            <a:lvl7pPr lvl="6" algn="l">
              <a:lnSpc>
                <a:spcPct val="100000"/>
              </a:lnSpc>
              <a:spcBef>
                <a:spcPts val="0"/>
              </a:spcBef>
              <a:spcAft>
                <a:spcPts val="0"/>
              </a:spcAft>
              <a:buClr>
                <a:schemeClr val="lt1"/>
              </a:buClr>
              <a:buSzPts val="1100"/>
              <a:buNone/>
              <a:defRPr>
                <a:solidFill>
                  <a:schemeClr val="lt1"/>
                </a:solidFill>
              </a:defRPr>
            </a:lvl7pPr>
            <a:lvl8pPr lvl="7" algn="l">
              <a:lnSpc>
                <a:spcPct val="100000"/>
              </a:lnSpc>
              <a:spcBef>
                <a:spcPts val="0"/>
              </a:spcBef>
              <a:spcAft>
                <a:spcPts val="0"/>
              </a:spcAft>
              <a:buClr>
                <a:schemeClr val="lt1"/>
              </a:buClr>
              <a:buSzPts val="1100"/>
              <a:buNone/>
              <a:defRPr>
                <a:solidFill>
                  <a:schemeClr val="lt1"/>
                </a:solidFill>
              </a:defRPr>
            </a:lvl8pPr>
            <a:lvl9pPr lvl="8" algn="l">
              <a:lnSpc>
                <a:spcPct val="100000"/>
              </a:lnSpc>
              <a:spcBef>
                <a:spcPts val="0"/>
              </a:spcBef>
              <a:spcAft>
                <a:spcPts val="0"/>
              </a:spcAft>
              <a:buClr>
                <a:schemeClr val="lt1"/>
              </a:buClr>
              <a:buSzPts val="1100"/>
              <a:buNone/>
              <a:defRPr>
                <a:solidFill>
                  <a:schemeClr val="lt1"/>
                </a:solidFill>
              </a:defRPr>
            </a:lvl9pPr>
          </a:lstStyle>
          <a:p>
            <a:endParaRPr/>
          </a:p>
        </p:txBody>
      </p:sp>
      <p:sp>
        <p:nvSpPr>
          <p:cNvPr id="66" name="Google Shape;66;p22"/>
          <p:cNvSpPr txBox="1">
            <a:spLocks noGrp="1"/>
          </p:cNvSpPr>
          <p:nvPr>
            <p:ph type="subTitle" idx="1"/>
          </p:nvPr>
        </p:nvSpPr>
        <p:spPr>
          <a:xfrm>
            <a:off x="716304" y="2322765"/>
            <a:ext cx="4166100" cy="714600"/>
          </a:xfrm>
          <a:prstGeom prst="rect">
            <a:avLst/>
          </a:prstGeom>
          <a:noFill/>
          <a:ln>
            <a:noFill/>
          </a:ln>
        </p:spPr>
        <p:txBody>
          <a:bodyPr spcFirstLastPara="1" wrap="square" lIns="68575" tIns="34275" rIns="68575" bIns="34275" anchor="t" anchorCtr="0">
            <a:normAutofit/>
          </a:bodyPr>
          <a:lstStyle>
            <a:lvl1pPr lvl="0" algn="l">
              <a:lnSpc>
                <a:spcPct val="90000"/>
              </a:lnSpc>
              <a:spcBef>
                <a:spcPts val="800"/>
              </a:spcBef>
              <a:spcAft>
                <a:spcPts val="0"/>
              </a:spcAft>
              <a:buClr>
                <a:schemeClr val="lt1"/>
              </a:buClr>
              <a:buSzPts val="1500"/>
              <a:buNone/>
              <a:defRPr sz="1500">
                <a:solidFill>
                  <a:schemeClr val="lt1"/>
                </a:solidFill>
              </a:defRPr>
            </a:lvl1pPr>
            <a:lvl2pPr lvl="1" algn="ctr">
              <a:lnSpc>
                <a:spcPct val="90000"/>
              </a:lnSpc>
              <a:spcBef>
                <a:spcPts val="400"/>
              </a:spcBef>
              <a:spcAft>
                <a:spcPts val="0"/>
              </a:spcAft>
              <a:buClr>
                <a:schemeClr val="lt1"/>
              </a:buClr>
              <a:buSzPts val="1500"/>
              <a:buNone/>
              <a:defRPr sz="1500">
                <a:solidFill>
                  <a:schemeClr val="lt1"/>
                </a:solidFill>
              </a:defRPr>
            </a:lvl2pPr>
            <a:lvl3pPr lvl="2" algn="ctr">
              <a:lnSpc>
                <a:spcPct val="90000"/>
              </a:lnSpc>
              <a:spcBef>
                <a:spcPts val="400"/>
              </a:spcBef>
              <a:spcAft>
                <a:spcPts val="0"/>
              </a:spcAft>
              <a:buClr>
                <a:schemeClr val="lt1"/>
              </a:buClr>
              <a:buSzPts val="1400"/>
              <a:buNone/>
              <a:defRPr sz="1400">
                <a:solidFill>
                  <a:schemeClr val="lt1"/>
                </a:solidFill>
              </a:defRPr>
            </a:lvl3pPr>
            <a:lvl4pPr lvl="3" algn="ctr">
              <a:lnSpc>
                <a:spcPct val="90000"/>
              </a:lnSpc>
              <a:spcBef>
                <a:spcPts val="400"/>
              </a:spcBef>
              <a:spcAft>
                <a:spcPts val="0"/>
              </a:spcAft>
              <a:buClr>
                <a:schemeClr val="lt1"/>
              </a:buClr>
              <a:buSzPts val="1200"/>
              <a:buNone/>
              <a:defRPr sz="1200">
                <a:solidFill>
                  <a:schemeClr val="lt1"/>
                </a:solidFill>
              </a:defRPr>
            </a:lvl4pPr>
            <a:lvl5pPr lvl="4" algn="ctr">
              <a:lnSpc>
                <a:spcPct val="90000"/>
              </a:lnSpc>
              <a:spcBef>
                <a:spcPts val="400"/>
              </a:spcBef>
              <a:spcAft>
                <a:spcPts val="0"/>
              </a:spcAft>
              <a:buClr>
                <a:schemeClr val="lt1"/>
              </a:buClr>
              <a:buSzPts val="1200"/>
              <a:buNone/>
              <a:defRPr sz="1200">
                <a:solidFill>
                  <a:schemeClr val="lt1"/>
                </a:solidFill>
              </a:defRPr>
            </a:lvl5pPr>
            <a:lvl6pPr lvl="5" algn="ctr">
              <a:lnSpc>
                <a:spcPct val="90000"/>
              </a:lnSpc>
              <a:spcBef>
                <a:spcPts val="400"/>
              </a:spcBef>
              <a:spcAft>
                <a:spcPts val="0"/>
              </a:spcAft>
              <a:buClr>
                <a:schemeClr val="lt1"/>
              </a:buClr>
              <a:buSzPts val="1200"/>
              <a:buNone/>
              <a:defRPr sz="1200">
                <a:solidFill>
                  <a:schemeClr val="lt1"/>
                </a:solidFill>
              </a:defRPr>
            </a:lvl6pPr>
            <a:lvl7pPr lvl="6" algn="ctr">
              <a:lnSpc>
                <a:spcPct val="90000"/>
              </a:lnSpc>
              <a:spcBef>
                <a:spcPts val="400"/>
              </a:spcBef>
              <a:spcAft>
                <a:spcPts val="0"/>
              </a:spcAft>
              <a:buClr>
                <a:schemeClr val="lt1"/>
              </a:buClr>
              <a:buSzPts val="1200"/>
              <a:buNone/>
              <a:defRPr sz="1200">
                <a:solidFill>
                  <a:schemeClr val="lt1"/>
                </a:solidFill>
              </a:defRPr>
            </a:lvl7pPr>
            <a:lvl8pPr lvl="7" algn="ctr">
              <a:lnSpc>
                <a:spcPct val="90000"/>
              </a:lnSpc>
              <a:spcBef>
                <a:spcPts val="400"/>
              </a:spcBef>
              <a:spcAft>
                <a:spcPts val="0"/>
              </a:spcAft>
              <a:buClr>
                <a:schemeClr val="lt1"/>
              </a:buClr>
              <a:buSzPts val="1200"/>
              <a:buNone/>
              <a:defRPr sz="1200">
                <a:solidFill>
                  <a:schemeClr val="lt1"/>
                </a:solidFill>
              </a:defRPr>
            </a:lvl8pPr>
            <a:lvl9pPr lvl="8" algn="ctr">
              <a:lnSpc>
                <a:spcPct val="90000"/>
              </a:lnSpc>
              <a:spcBef>
                <a:spcPts val="400"/>
              </a:spcBef>
              <a:spcAft>
                <a:spcPts val="0"/>
              </a:spcAft>
              <a:buClr>
                <a:schemeClr val="lt1"/>
              </a:buClr>
              <a:buSzPts val="1200"/>
              <a:buNone/>
              <a:defRPr sz="1200">
                <a:solidFill>
                  <a:schemeClr val="lt1"/>
                </a:solidFill>
              </a:defRPr>
            </a:lvl9pPr>
          </a:lstStyle>
          <a:p>
            <a:endParaRPr/>
          </a:p>
        </p:txBody>
      </p:sp>
      <p:pic>
        <p:nvPicPr>
          <p:cNvPr id="67" name="Google Shape;67;p22"/>
          <p:cNvPicPr preferRelativeResize="0"/>
          <p:nvPr/>
        </p:nvPicPr>
        <p:blipFill rotWithShape="1">
          <a:blip r:embed="rId2">
            <a:alphaModFix/>
          </a:blip>
          <a:srcRect/>
          <a:stretch/>
        </p:blipFill>
        <p:spPr>
          <a:xfrm>
            <a:off x="716304" y="564606"/>
            <a:ext cx="639881" cy="306710"/>
          </a:xfrm>
          <a:prstGeom prst="rect">
            <a:avLst/>
          </a:prstGeom>
          <a:noFill/>
          <a:ln>
            <a:noFill/>
          </a:ln>
        </p:spPr>
      </p:pic>
      <p:pic>
        <p:nvPicPr>
          <p:cNvPr id="68" name="Google Shape;68;p22"/>
          <p:cNvPicPr preferRelativeResize="0"/>
          <p:nvPr/>
        </p:nvPicPr>
        <p:blipFill rotWithShape="1">
          <a:blip r:embed="rId3">
            <a:alphaModFix/>
          </a:blip>
          <a:srcRect/>
          <a:stretch/>
        </p:blipFill>
        <p:spPr>
          <a:xfrm>
            <a:off x="5693291" y="1210831"/>
            <a:ext cx="2822062" cy="2877556"/>
          </a:xfrm>
          <a:prstGeom prst="rect">
            <a:avLst/>
          </a:prstGeom>
          <a:noFill/>
          <a:ln>
            <a:noFill/>
          </a:ln>
        </p:spPr>
      </p:pic>
      <p:sp>
        <p:nvSpPr>
          <p:cNvPr id="69" name="Google Shape;69;p22"/>
          <p:cNvSpPr>
            <a:spLocks noGrp="1"/>
          </p:cNvSpPr>
          <p:nvPr>
            <p:ph type="pic" idx="2"/>
          </p:nvPr>
        </p:nvSpPr>
        <p:spPr>
          <a:xfrm>
            <a:off x="716304" y="3312109"/>
            <a:ext cx="714600" cy="714600"/>
          </a:xfrm>
          <a:prstGeom prst="ellipse">
            <a:avLst/>
          </a:prstGeom>
          <a:noFill/>
          <a:ln w="12700" cap="flat" cmpd="sng">
            <a:solidFill>
              <a:schemeClr val="lt1"/>
            </a:solidFill>
            <a:prstDash val="solid"/>
            <a:round/>
            <a:headEnd type="none" w="sm" len="sm"/>
            <a:tailEnd type="none" w="sm" len="sm"/>
          </a:ln>
        </p:spPr>
      </p:sp>
      <p:sp>
        <p:nvSpPr>
          <p:cNvPr id="70" name="Google Shape;70;p22"/>
          <p:cNvSpPr txBox="1">
            <a:spLocks noGrp="1"/>
          </p:cNvSpPr>
          <p:nvPr>
            <p:ph type="body" idx="3"/>
          </p:nvPr>
        </p:nvSpPr>
        <p:spPr>
          <a:xfrm>
            <a:off x="1531868" y="3442481"/>
            <a:ext cx="3350400" cy="27390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lt1"/>
              </a:buClr>
              <a:buSzPts val="1400"/>
              <a:buNone/>
              <a:defRPr sz="1400">
                <a:solidFill>
                  <a:schemeClr val="lt1"/>
                </a:solidFill>
              </a:defRPr>
            </a:lvl1pPr>
            <a:lvl2pPr marL="914400" lvl="1" indent="-228600" algn="l">
              <a:lnSpc>
                <a:spcPct val="90000"/>
              </a:lnSpc>
              <a:spcBef>
                <a:spcPts val="400"/>
              </a:spcBef>
              <a:spcAft>
                <a:spcPts val="0"/>
              </a:spcAft>
              <a:buClr>
                <a:schemeClr val="lt1"/>
              </a:buClr>
              <a:buSzPts val="1400"/>
              <a:buNone/>
              <a:defRPr>
                <a:solidFill>
                  <a:schemeClr val="lt1"/>
                </a:solidFill>
              </a:defRPr>
            </a:lvl2pPr>
            <a:lvl3pPr marL="1371600" lvl="2" indent="-317500" algn="l">
              <a:lnSpc>
                <a:spcPct val="90000"/>
              </a:lnSpc>
              <a:spcBef>
                <a:spcPts val="400"/>
              </a:spcBef>
              <a:spcAft>
                <a:spcPts val="0"/>
              </a:spcAft>
              <a:buClr>
                <a:schemeClr val="lt1"/>
              </a:buClr>
              <a:buSzPts val="1400"/>
              <a:buChar char="•"/>
              <a:defRPr>
                <a:solidFill>
                  <a:schemeClr val="lt1"/>
                </a:solidFill>
              </a:defRPr>
            </a:lvl3pPr>
            <a:lvl4pPr marL="1828800" lvl="3" indent="-317500" algn="l">
              <a:lnSpc>
                <a:spcPct val="90000"/>
              </a:lnSpc>
              <a:spcBef>
                <a:spcPts val="400"/>
              </a:spcBef>
              <a:spcAft>
                <a:spcPts val="0"/>
              </a:spcAft>
              <a:buClr>
                <a:schemeClr val="lt1"/>
              </a:buClr>
              <a:buSzPts val="1400"/>
              <a:buChar char="•"/>
              <a:defRPr>
                <a:solidFill>
                  <a:schemeClr val="lt1"/>
                </a:solidFill>
              </a:defRPr>
            </a:lvl4pPr>
            <a:lvl5pPr marL="2286000" lvl="4" indent="-317500" algn="l">
              <a:lnSpc>
                <a:spcPct val="90000"/>
              </a:lnSpc>
              <a:spcBef>
                <a:spcPts val="400"/>
              </a:spcBef>
              <a:spcAft>
                <a:spcPts val="0"/>
              </a:spcAft>
              <a:buClr>
                <a:schemeClr val="lt1"/>
              </a:buClr>
              <a:buSzPts val="1400"/>
              <a:buChar char="•"/>
              <a:defRPr>
                <a:solidFill>
                  <a:schemeClr val="lt1"/>
                </a:solidFill>
              </a:defRPr>
            </a:lvl5pPr>
            <a:lvl6pPr marL="2743200" lvl="5" indent="-317500" algn="l">
              <a:lnSpc>
                <a:spcPct val="90000"/>
              </a:lnSpc>
              <a:spcBef>
                <a:spcPts val="400"/>
              </a:spcBef>
              <a:spcAft>
                <a:spcPts val="0"/>
              </a:spcAft>
              <a:buClr>
                <a:schemeClr val="lt1"/>
              </a:buClr>
              <a:buSzPts val="1400"/>
              <a:buChar char="•"/>
              <a:defRPr>
                <a:solidFill>
                  <a:schemeClr val="lt1"/>
                </a:solidFill>
              </a:defRPr>
            </a:lvl6pPr>
            <a:lvl7pPr marL="3200400" lvl="6" indent="-317500" algn="l">
              <a:lnSpc>
                <a:spcPct val="90000"/>
              </a:lnSpc>
              <a:spcBef>
                <a:spcPts val="400"/>
              </a:spcBef>
              <a:spcAft>
                <a:spcPts val="0"/>
              </a:spcAft>
              <a:buClr>
                <a:schemeClr val="lt1"/>
              </a:buClr>
              <a:buSzPts val="1400"/>
              <a:buChar char="•"/>
              <a:defRPr>
                <a:solidFill>
                  <a:schemeClr val="lt1"/>
                </a:solidFill>
              </a:defRPr>
            </a:lvl7pPr>
            <a:lvl8pPr marL="3657600" lvl="7" indent="-317500" algn="l">
              <a:lnSpc>
                <a:spcPct val="90000"/>
              </a:lnSpc>
              <a:spcBef>
                <a:spcPts val="400"/>
              </a:spcBef>
              <a:spcAft>
                <a:spcPts val="0"/>
              </a:spcAft>
              <a:buClr>
                <a:schemeClr val="lt1"/>
              </a:buClr>
              <a:buSzPts val="1400"/>
              <a:buChar char="•"/>
              <a:defRPr>
                <a:solidFill>
                  <a:schemeClr val="lt1"/>
                </a:solidFill>
              </a:defRPr>
            </a:lvl8pPr>
            <a:lvl9pPr marL="4114800" lvl="8" indent="-317500" algn="l">
              <a:lnSpc>
                <a:spcPct val="90000"/>
              </a:lnSpc>
              <a:spcBef>
                <a:spcPts val="400"/>
              </a:spcBef>
              <a:spcAft>
                <a:spcPts val="0"/>
              </a:spcAft>
              <a:buClr>
                <a:schemeClr val="lt1"/>
              </a:buClr>
              <a:buSzPts val="1400"/>
              <a:buChar char="•"/>
              <a:defRPr>
                <a:solidFill>
                  <a:schemeClr val="lt1"/>
                </a:solidFill>
              </a:defRPr>
            </a:lvl9pPr>
          </a:lstStyle>
          <a:p>
            <a:endParaRPr/>
          </a:p>
        </p:txBody>
      </p:sp>
      <p:sp>
        <p:nvSpPr>
          <p:cNvPr id="71" name="Google Shape;71;p22"/>
          <p:cNvSpPr txBox="1">
            <a:spLocks noGrp="1"/>
          </p:cNvSpPr>
          <p:nvPr>
            <p:ph type="body" idx="4"/>
          </p:nvPr>
        </p:nvSpPr>
        <p:spPr>
          <a:xfrm>
            <a:off x="1531868" y="3657984"/>
            <a:ext cx="3350400" cy="27390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lt1"/>
              </a:buClr>
              <a:buSzPts val="1100"/>
              <a:buNone/>
              <a:defRPr sz="1100">
                <a:solidFill>
                  <a:schemeClr val="lt1"/>
                </a:solidFill>
              </a:defRPr>
            </a:lvl1pPr>
            <a:lvl2pPr marL="914400" lvl="1" indent="-228600" algn="l">
              <a:lnSpc>
                <a:spcPct val="90000"/>
              </a:lnSpc>
              <a:spcBef>
                <a:spcPts val="400"/>
              </a:spcBef>
              <a:spcAft>
                <a:spcPts val="0"/>
              </a:spcAft>
              <a:buClr>
                <a:schemeClr val="lt1"/>
              </a:buClr>
              <a:buSzPts val="1400"/>
              <a:buNone/>
              <a:defRPr>
                <a:solidFill>
                  <a:schemeClr val="lt1"/>
                </a:solidFill>
              </a:defRPr>
            </a:lvl2pPr>
            <a:lvl3pPr marL="1371600" lvl="2" indent="-317500" algn="l">
              <a:lnSpc>
                <a:spcPct val="90000"/>
              </a:lnSpc>
              <a:spcBef>
                <a:spcPts val="400"/>
              </a:spcBef>
              <a:spcAft>
                <a:spcPts val="0"/>
              </a:spcAft>
              <a:buClr>
                <a:schemeClr val="lt1"/>
              </a:buClr>
              <a:buSzPts val="1400"/>
              <a:buChar char="•"/>
              <a:defRPr>
                <a:solidFill>
                  <a:schemeClr val="lt1"/>
                </a:solidFill>
              </a:defRPr>
            </a:lvl3pPr>
            <a:lvl4pPr marL="1828800" lvl="3" indent="-317500" algn="l">
              <a:lnSpc>
                <a:spcPct val="90000"/>
              </a:lnSpc>
              <a:spcBef>
                <a:spcPts val="400"/>
              </a:spcBef>
              <a:spcAft>
                <a:spcPts val="0"/>
              </a:spcAft>
              <a:buClr>
                <a:schemeClr val="lt1"/>
              </a:buClr>
              <a:buSzPts val="1400"/>
              <a:buChar char="•"/>
              <a:defRPr>
                <a:solidFill>
                  <a:schemeClr val="lt1"/>
                </a:solidFill>
              </a:defRPr>
            </a:lvl4pPr>
            <a:lvl5pPr marL="2286000" lvl="4" indent="-317500" algn="l">
              <a:lnSpc>
                <a:spcPct val="90000"/>
              </a:lnSpc>
              <a:spcBef>
                <a:spcPts val="400"/>
              </a:spcBef>
              <a:spcAft>
                <a:spcPts val="0"/>
              </a:spcAft>
              <a:buClr>
                <a:schemeClr val="lt1"/>
              </a:buClr>
              <a:buSzPts val="1400"/>
              <a:buChar char="•"/>
              <a:defRPr>
                <a:solidFill>
                  <a:schemeClr val="lt1"/>
                </a:solidFill>
              </a:defRPr>
            </a:lvl5pPr>
            <a:lvl6pPr marL="2743200" lvl="5" indent="-317500" algn="l">
              <a:lnSpc>
                <a:spcPct val="90000"/>
              </a:lnSpc>
              <a:spcBef>
                <a:spcPts val="400"/>
              </a:spcBef>
              <a:spcAft>
                <a:spcPts val="0"/>
              </a:spcAft>
              <a:buClr>
                <a:schemeClr val="lt1"/>
              </a:buClr>
              <a:buSzPts val="1400"/>
              <a:buChar char="•"/>
              <a:defRPr>
                <a:solidFill>
                  <a:schemeClr val="lt1"/>
                </a:solidFill>
              </a:defRPr>
            </a:lvl6pPr>
            <a:lvl7pPr marL="3200400" lvl="6" indent="-317500" algn="l">
              <a:lnSpc>
                <a:spcPct val="90000"/>
              </a:lnSpc>
              <a:spcBef>
                <a:spcPts val="400"/>
              </a:spcBef>
              <a:spcAft>
                <a:spcPts val="0"/>
              </a:spcAft>
              <a:buClr>
                <a:schemeClr val="lt1"/>
              </a:buClr>
              <a:buSzPts val="1400"/>
              <a:buChar char="•"/>
              <a:defRPr>
                <a:solidFill>
                  <a:schemeClr val="lt1"/>
                </a:solidFill>
              </a:defRPr>
            </a:lvl7pPr>
            <a:lvl8pPr marL="3657600" lvl="7" indent="-317500" algn="l">
              <a:lnSpc>
                <a:spcPct val="90000"/>
              </a:lnSpc>
              <a:spcBef>
                <a:spcPts val="400"/>
              </a:spcBef>
              <a:spcAft>
                <a:spcPts val="0"/>
              </a:spcAft>
              <a:buClr>
                <a:schemeClr val="lt1"/>
              </a:buClr>
              <a:buSzPts val="1400"/>
              <a:buChar char="•"/>
              <a:defRPr>
                <a:solidFill>
                  <a:schemeClr val="lt1"/>
                </a:solidFill>
              </a:defRPr>
            </a:lvl8pPr>
            <a:lvl9pPr marL="4114800" lvl="8" indent="-317500" algn="l">
              <a:lnSpc>
                <a:spcPct val="90000"/>
              </a:lnSpc>
              <a:spcBef>
                <a:spcPts val="400"/>
              </a:spcBef>
              <a:spcAft>
                <a:spcPts val="0"/>
              </a:spcAft>
              <a:buClr>
                <a:schemeClr val="lt1"/>
              </a:buClr>
              <a:buSzPts val="1400"/>
              <a:buChar char="•"/>
              <a:defRPr>
                <a:solidFill>
                  <a:schemeClr val="lt1"/>
                </a:solidFill>
              </a:defRPr>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A_Title Slide 1">
  <p:cSld name="Title Slide 1">
    <p:bg>
      <p:bgPr>
        <a:solidFill>
          <a:schemeClr val="dk2"/>
        </a:solidFill>
        <a:effectLst/>
      </p:bgPr>
    </p:bg>
    <p:spTree>
      <p:nvGrpSpPr>
        <p:cNvPr id="1" name="Shape 72"/>
        <p:cNvGrpSpPr/>
        <p:nvPr/>
      </p:nvGrpSpPr>
      <p:grpSpPr>
        <a:xfrm>
          <a:off x="0" y="0"/>
          <a:ext cx="0" cy="0"/>
          <a:chOff x="0" y="0"/>
          <a:chExt cx="0" cy="0"/>
        </a:xfrm>
      </p:grpSpPr>
      <p:sp>
        <p:nvSpPr>
          <p:cNvPr id="73" name="Google Shape;73;p23"/>
          <p:cNvSpPr txBox="1">
            <a:spLocks noGrp="1"/>
          </p:cNvSpPr>
          <p:nvPr>
            <p:ph type="ctrTitle"/>
          </p:nvPr>
        </p:nvSpPr>
        <p:spPr>
          <a:xfrm>
            <a:off x="716304" y="1721858"/>
            <a:ext cx="4166100" cy="1035900"/>
          </a:xfrm>
          <a:prstGeom prst="rect">
            <a:avLst/>
          </a:prstGeom>
          <a:noFill/>
          <a:ln>
            <a:noFill/>
          </a:ln>
        </p:spPr>
        <p:txBody>
          <a:bodyPr spcFirstLastPara="1" wrap="square" lIns="68575" tIns="34275" rIns="68575" bIns="34275" anchor="t" anchorCtr="0">
            <a:normAutofit/>
          </a:bodyPr>
          <a:lstStyle>
            <a:lvl1pPr lvl="0" algn="l">
              <a:lnSpc>
                <a:spcPct val="90000"/>
              </a:lnSpc>
              <a:spcBef>
                <a:spcPts val="0"/>
              </a:spcBef>
              <a:spcAft>
                <a:spcPts val="0"/>
              </a:spcAft>
              <a:buClr>
                <a:schemeClr val="lt1"/>
              </a:buClr>
              <a:buSzPts val="3300"/>
              <a:buFont typeface="DM Sans"/>
              <a:buNone/>
              <a:defRPr sz="3300">
                <a:solidFill>
                  <a:schemeClr val="lt1"/>
                </a:solidFill>
              </a:defRPr>
            </a:lvl1pPr>
            <a:lvl2pPr lvl="1" algn="l">
              <a:lnSpc>
                <a:spcPct val="100000"/>
              </a:lnSpc>
              <a:spcBef>
                <a:spcPts val="0"/>
              </a:spcBef>
              <a:spcAft>
                <a:spcPts val="0"/>
              </a:spcAft>
              <a:buClr>
                <a:schemeClr val="lt1"/>
              </a:buClr>
              <a:buSzPts val="1100"/>
              <a:buNone/>
              <a:defRPr>
                <a:solidFill>
                  <a:schemeClr val="lt1"/>
                </a:solidFill>
              </a:defRPr>
            </a:lvl2pPr>
            <a:lvl3pPr lvl="2" algn="l">
              <a:lnSpc>
                <a:spcPct val="100000"/>
              </a:lnSpc>
              <a:spcBef>
                <a:spcPts val="0"/>
              </a:spcBef>
              <a:spcAft>
                <a:spcPts val="0"/>
              </a:spcAft>
              <a:buClr>
                <a:schemeClr val="lt1"/>
              </a:buClr>
              <a:buSzPts val="1100"/>
              <a:buNone/>
              <a:defRPr>
                <a:solidFill>
                  <a:schemeClr val="lt1"/>
                </a:solidFill>
              </a:defRPr>
            </a:lvl3pPr>
            <a:lvl4pPr lvl="3" algn="l">
              <a:lnSpc>
                <a:spcPct val="100000"/>
              </a:lnSpc>
              <a:spcBef>
                <a:spcPts val="0"/>
              </a:spcBef>
              <a:spcAft>
                <a:spcPts val="0"/>
              </a:spcAft>
              <a:buClr>
                <a:schemeClr val="lt1"/>
              </a:buClr>
              <a:buSzPts val="1100"/>
              <a:buNone/>
              <a:defRPr>
                <a:solidFill>
                  <a:schemeClr val="lt1"/>
                </a:solidFill>
              </a:defRPr>
            </a:lvl4pPr>
            <a:lvl5pPr lvl="4" algn="l">
              <a:lnSpc>
                <a:spcPct val="100000"/>
              </a:lnSpc>
              <a:spcBef>
                <a:spcPts val="0"/>
              </a:spcBef>
              <a:spcAft>
                <a:spcPts val="0"/>
              </a:spcAft>
              <a:buClr>
                <a:schemeClr val="lt1"/>
              </a:buClr>
              <a:buSzPts val="1100"/>
              <a:buNone/>
              <a:defRPr>
                <a:solidFill>
                  <a:schemeClr val="lt1"/>
                </a:solidFill>
              </a:defRPr>
            </a:lvl5pPr>
            <a:lvl6pPr lvl="5" algn="l">
              <a:lnSpc>
                <a:spcPct val="100000"/>
              </a:lnSpc>
              <a:spcBef>
                <a:spcPts val="0"/>
              </a:spcBef>
              <a:spcAft>
                <a:spcPts val="0"/>
              </a:spcAft>
              <a:buClr>
                <a:schemeClr val="lt1"/>
              </a:buClr>
              <a:buSzPts val="1100"/>
              <a:buNone/>
              <a:defRPr>
                <a:solidFill>
                  <a:schemeClr val="lt1"/>
                </a:solidFill>
              </a:defRPr>
            </a:lvl6pPr>
            <a:lvl7pPr lvl="6" algn="l">
              <a:lnSpc>
                <a:spcPct val="100000"/>
              </a:lnSpc>
              <a:spcBef>
                <a:spcPts val="0"/>
              </a:spcBef>
              <a:spcAft>
                <a:spcPts val="0"/>
              </a:spcAft>
              <a:buClr>
                <a:schemeClr val="lt1"/>
              </a:buClr>
              <a:buSzPts val="1100"/>
              <a:buNone/>
              <a:defRPr>
                <a:solidFill>
                  <a:schemeClr val="lt1"/>
                </a:solidFill>
              </a:defRPr>
            </a:lvl7pPr>
            <a:lvl8pPr lvl="7" algn="l">
              <a:lnSpc>
                <a:spcPct val="100000"/>
              </a:lnSpc>
              <a:spcBef>
                <a:spcPts val="0"/>
              </a:spcBef>
              <a:spcAft>
                <a:spcPts val="0"/>
              </a:spcAft>
              <a:buClr>
                <a:schemeClr val="lt1"/>
              </a:buClr>
              <a:buSzPts val="1100"/>
              <a:buNone/>
              <a:defRPr>
                <a:solidFill>
                  <a:schemeClr val="lt1"/>
                </a:solidFill>
              </a:defRPr>
            </a:lvl8pPr>
            <a:lvl9pPr lvl="8" algn="l">
              <a:lnSpc>
                <a:spcPct val="100000"/>
              </a:lnSpc>
              <a:spcBef>
                <a:spcPts val="0"/>
              </a:spcBef>
              <a:spcAft>
                <a:spcPts val="0"/>
              </a:spcAft>
              <a:buClr>
                <a:schemeClr val="lt1"/>
              </a:buClr>
              <a:buSzPts val="1100"/>
              <a:buNone/>
              <a:defRPr>
                <a:solidFill>
                  <a:schemeClr val="lt1"/>
                </a:solidFill>
              </a:defRPr>
            </a:lvl9pPr>
          </a:lstStyle>
          <a:p>
            <a:endParaRPr/>
          </a:p>
        </p:txBody>
      </p:sp>
      <p:sp>
        <p:nvSpPr>
          <p:cNvPr id="74" name="Google Shape;74;p23"/>
          <p:cNvSpPr txBox="1">
            <a:spLocks noGrp="1"/>
          </p:cNvSpPr>
          <p:nvPr>
            <p:ph type="subTitle" idx="1"/>
          </p:nvPr>
        </p:nvSpPr>
        <p:spPr>
          <a:xfrm>
            <a:off x="716304" y="2783485"/>
            <a:ext cx="4166100" cy="714600"/>
          </a:xfrm>
          <a:prstGeom prst="rect">
            <a:avLst/>
          </a:prstGeom>
          <a:noFill/>
          <a:ln>
            <a:noFill/>
          </a:ln>
        </p:spPr>
        <p:txBody>
          <a:bodyPr spcFirstLastPara="1" wrap="square" lIns="68575" tIns="34275" rIns="68575" bIns="34275" anchor="t" anchorCtr="0">
            <a:normAutofit/>
          </a:bodyPr>
          <a:lstStyle>
            <a:lvl1pPr lvl="0" algn="l">
              <a:lnSpc>
                <a:spcPct val="90000"/>
              </a:lnSpc>
              <a:spcBef>
                <a:spcPts val="800"/>
              </a:spcBef>
              <a:spcAft>
                <a:spcPts val="0"/>
              </a:spcAft>
              <a:buClr>
                <a:schemeClr val="lt1"/>
              </a:buClr>
              <a:buSzPts val="1500"/>
              <a:buNone/>
              <a:defRPr sz="1500">
                <a:solidFill>
                  <a:schemeClr val="lt1"/>
                </a:solidFill>
              </a:defRPr>
            </a:lvl1pPr>
            <a:lvl2pPr lvl="1" algn="ctr">
              <a:lnSpc>
                <a:spcPct val="90000"/>
              </a:lnSpc>
              <a:spcBef>
                <a:spcPts val="400"/>
              </a:spcBef>
              <a:spcAft>
                <a:spcPts val="0"/>
              </a:spcAft>
              <a:buClr>
                <a:schemeClr val="lt1"/>
              </a:buClr>
              <a:buSzPts val="1500"/>
              <a:buNone/>
              <a:defRPr sz="1500">
                <a:solidFill>
                  <a:schemeClr val="lt1"/>
                </a:solidFill>
              </a:defRPr>
            </a:lvl2pPr>
            <a:lvl3pPr lvl="2" algn="ctr">
              <a:lnSpc>
                <a:spcPct val="90000"/>
              </a:lnSpc>
              <a:spcBef>
                <a:spcPts val="400"/>
              </a:spcBef>
              <a:spcAft>
                <a:spcPts val="0"/>
              </a:spcAft>
              <a:buClr>
                <a:schemeClr val="lt1"/>
              </a:buClr>
              <a:buSzPts val="1400"/>
              <a:buNone/>
              <a:defRPr sz="1400">
                <a:solidFill>
                  <a:schemeClr val="lt1"/>
                </a:solidFill>
              </a:defRPr>
            </a:lvl3pPr>
            <a:lvl4pPr lvl="3" algn="ctr">
              <a:lnSpc>
                <a:spcPct val="90000"/>
              </a:lnSpc>
              <a:spcBef>
                <a:spcPts val="400"/>
              </a:spcBef>
              <a:spcAft>
                <a:spcPts val="0"/>
              </a:spcAft>
              <a:buClr>
                <a:schemeClr val="lt1"/>
              </a:buClr>
              <a:buSzPts val="1200"/>
              <a:buNone/>
              <a:defRPr sz="1200">
                <a:solidFill>
                  <a:schemeClr val="lt1"/>
                </a:solidFill>
              </a:defRPr>
            </a:lvl4pPr>
            <a:lvl5pPr lvl="4" algn="ctr">
              <a:lnSpc>
                <a:spcPct val="90000"/>
              </a:lnSpc>
              <a:spcBef>
                <a:spcPts val="400"/>
              </a:spcBef>
              <a:spcAft>
                <a:spcPts val="0"/>
              </a:spcAft>
              <a:buClr>
                <a:schemeClr val="lt1"/>
              </a:buClr>
              <a:buSzPts val="1200"/>
              <a:buNone/>
              <a:defRPr sz="1200">
                <a:solidFill>
                  <a:schemeClr val="lt1"/>
                </a:solidFill>
              </a:defRPr>
            </a:lvl5pPr>
            <a:lvl6pPr lvl="5" algn="ctr">
              <a:lnSpc>
                <a:spcPct val="90000"/>
              </a:lnSpc>
              <a:spcBef>
                <a:spcPts val="400"/>
              </a:spcBef>
              <a:spcAft>
                <a:spcPts val="0"/>
              </a:spcAft>
              <a:buClr>
                <a:schemeClr val="lt1"/>
              </a:buClr>
              <a:buSzPts val="1200"/>
              <a:buNone/>
              <a:defRPr sz="1200">
                <a:solidFill>
                  <a:schemeClr val="lt1"/>
                </a:solidFill>
              </a:defRPr>
            </a:lvl6pPr>
            <a:lvl7pPr lvl="6" algn="ctr">
              <a:lnSpc>
                <a:spcPct val="90000"/>
              </a:lnSpc>
              <a:spcBef>
                <a:spcPts val="400"/>
              </a:spcBef>
              <a:spcAft>
                <a:spcPts val="0"/>
              </a:spcAft>
              <a:buClr>
                <a:schemeClr val="lt1"/>
              </a:buClr>
              <a:buSzPts val="1200"/>
              <a:buNone/>
              <a:defRPr sz="1200">
                <a:solidFill>
                  <a:schemeClr val="lt1"/>
                </a:solidFill>
              </a:defRPr>
            </a:lvl7pPr>
            <a:lvl8pPr lvl="7" algn="ctr">
              <a:lnSpc>
                <a:spcPct val="90000"/>
              </a:lnSpc>
              <a:spcBef>
                <a:spcPts val="400"/>
              </a:spcBef>
              <a:spcAft>
                <a:spcPts val="0"/>
              </a:spcAft>
              <a:buClr>
                <a:schemeClr val="lt1"/>
              </a:buClr>
              <a:buSzPts val="1200"/>
              <a:buNone/>
              <a:defRPr sz="1200">
                <a:solidFill>
                  <a:schemeClr val="lt1"/>
                </a:solidFill>
              </a:defRPr>
            </a:lvl8pPr>
            <a:lvl9pPr lvl="8" algn="ctr">
              <a:lnSpc>
                <a:spcPct val="90000"/>
              </a:lnSpc>
              <a:spcBef>
                <a:spcPts val="400"/>
              </a:spcBef>
              <a:spcAft>
                <a:spcPts val="0"/>
              </a:spcAft>
              <a:buClr>
                <a:schemeClr val="lt1"/>
              </a:buClr>
              <a:buSzPts val="1200"/>
              <a:buNone/>
              <a:defRPr sz="1200">
                <a:solidFill>
                  <a:schemeClr val="lt1"/>
                </a:solidFill>
              </a:defRPr>
            </a:lvl9pPr>
          </a:lstStyle>
          <a:p>
            <a:endParaRPr/>
          </a:p>
        </p:txBody>
      </p:sp>
      <p:pic>
        <p:nvPicPr>
          <p:cNvPr id="75" name="Google Shape;75;p23"/>
          <p:cNvPicPr preferRelativeResize="0"/>
          <p:nvPr/>
        </p:nvPicPr>
        <p:blipFill rotWithShape="1">
          <a:blip r:embed="rId2">
            <a:alphaModFix/>
          </a:blip>
          <a:srcRect/>
          <a:stretch/>
        </p:blipFill>
        <p:spPr>
          <a:xfrm>
            <a:off x="716304" y="564606"/>
            <a:ext cx="639881" cy="306710"/>
          </a:xfrm>
          <a:prstGeom prst="rect">
            <a:avLst/>
          </a:prstGeom>
          <a:noFill/>
          <a:ln>
            <a:noFill/>
          </a:ln>
        </p:spPr>
      </p:pic>
      <p:pic>
        <p:nvPicPr>
          <p:cNvPr id="76" name="Google Shape;76;p23"/>
          <p:cNvPicPr preferRelativeResize="0"/>
          <p:nvPr/>
        </p:nvPicPr>
        <p:blipFill rotWithShape="1">
          <a:blip r:embed="rId3">
            <a:alphaModFix/>
          </a:blip>
          <a:srcRect/>
          <a:stretch/>
        </p:blipFill>
        <p:spPr>
          <a:xfrm>
            <a:off x="5693291" y="1210831"/>
            <a:ext cx="2822062" cy="2877556"/>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A_Title Slide 2">
  <p:cSld name="Title Slide 2">
    <p:spTree>
      <p:nvGrpSpPr>
        <p:cNvPr id="1" name="Shape 77"/>
        <p:cNvGrpSpPr/>
        <p:nvPr/>
      </p:nvGrpSpPr>
      <p:grpSpPr>
        <a:xfrm>
          <a:off x="0" y="0"/>
          <a:ext cx="0" cy="0"/>
          <a:chOff x="0" y="0"/>
          <a:chExt cx="0" cy="0"/>
        </a:xfrm>
      </p:grpSpPr>
      <p:pic>
        <p:nvPicPr>
          <p:cNvPr id="78" name="Google Shape;78;p24"/>
          <p:cNvPicPr preferRelativeResize="0"/>
          <p:nvPr/>
        </p:nvPicPr>
        <p:blipFill rotWithShape="1">
          <a:blip r:embed="rId2">
            <a:alphaModFix/>
          </a:blip>
          <a:srcRect/>
          <a:stretch/>
        </p:blipFill>
        <p:spPr>
          <a:xfrm>
            <a:off x="0" y="0"/>
            <a:ext cx="9144000" cy="5143500"/>
          </a:xfrm>
          <a:prstGeom prst="rect">
            <a:avLst/>
          </a:prstGeom>
          <a:noFill/>
          <a:ln>
            <a:noFill/>
          </a:ln>
        </p:spPr>
      </p:pic>
      <p:sp>
        <p:nvSpPr>
          <p:cNvPr id="79" name="Google Shape;79;p24"/>
          <p:cNvSpPr txBox="1">
            <a:spLocks noGrp="1"/>
          </p:cNvSpPr>
          <p:nvPr>
            <p:ph type="ctrTitle"/>
          </p:nvPr>
        </p:nvSpPr>
        <p:spPr>
          <a:xfrm>
            <a:off x="716304" y="1721858"/>
            <a:ext cx="4166100" cy="1035900"/>
          </a:xfrm>
          <a:prstGeom prst="rect">
            <a:avLst/>
          </a:prstGeom>
          <a:noFill/>
          <a:ln>
            <a:noFill/>
          </a:ln>
        </p:spPr>
        <p:txBody>
          <a:bodyPr spcFirstLastPara="1" wrap="square" lIns="68575" tIns="34275" rIns="68575" bIns="34275" anchor="t" anchorCtr="0">
            <a:normAutofit/>
          </a:bodyPr>
          <a:lstStyle>
            <a:lvl1pPr lvl="0" algn="l">
              <a:lnSpc>
                <a:spcPct val="90000"/>
              </a:lnSpc>
              <a:spcBef>
                <a:spcPts val="0"/>
              </a:spcBef>
              <a:spcAft>
                <a:spcPts val="0"/>
              </a:spcAft>
              <a:buClr>
                <a:schemeClr val="lt1"/>
              </a:buClr>
              <a:buSzPts val="3300"/>
              <a:buFont typeface="DM Sans"/>
              <a:buNone/>
              <a:defRPr sz="3300">
                <a:solidFill>
                  <a:schemeClr val="lt1"/>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80" name="Google Shape;80;p24"/>
          <p:cNvSpPr txBox="1">
            <a:spLocks noGrp="1"/>
          </p:cNvSpPr>
          <p:nvPr>
            <p:ph type="subTitle" idx="1"/>
          </p:nvPr>
        </p:nvSpPr>
        <p:spPr>
          <a:xfrm>
            <a:off x="716304" y="2783485"/>
            <a:ext cx="4166100" cy="714600"/>
          </a:xfrm>
          <a:prstGeom prst="rect">
            <a:avLst/>
          </a:prstGeom>
          <a:noFill/>
          <a:ln>
            <a:noFill/>
          </a:ln>
        </p:spPr>
        <p:txBody>
          <a:bodyPr spcFirstLastPara="1" wrap="square" lIns="68575" tIns="34275" rIns="68575" bIns="34275" anchor="t" anchorCtr="0">
            <a:normAutofit/>
          </a:bodyPr>
          <a:lstStyle>
            <a:lvl1pPr lvl="0" algn="l">
              <a:lnSpc>
                <a:spcPct val="90000"/>
              </a:lnSpc>
              <a:spcBef>
                <a:spcPts val="800"/>
              </a:spcBef>
              <a:spcAft>
                <a:spcPts val="0"/>
              </a:spcAft>
              <a:buClr>
                <a:schemeClr val="lt1"/>
              </a:buClr>
              <a:buSzPts val="1500"/>
              <a:buNone/>
              <a:defRPr sz="1500">
                <a:solidFill>
                  <a:schemeClr val="lt1"/>
                </a:solidFill>
              </a:defRPr>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pic>
        <p:nvPicPr>
          <p:cNvPr id="81" name="Google Shape;81;p24"/>
          <p:cNvPicPr preferRelativeResize="0"/>
          <p:nvPr/>
        </p:nvPicPr>
        <p:blipFill rotWithShape="1">
          <a:blip r:embed="rId3">
            <a:alphaModFix/>
          </a:blip>
          <a:srcRect/>
          <a:stretch/>
        </p:blipFill>
        <p:spPr>
          <a:xfrm>
            <a:off x="716304" y="564606"/>
            <a:ext cx="639881" cy="306710"/>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A_Title Slide 3">
  <p:cSld name="1_Title Slide 2">
    <p:spTree>
      <p:nvGrpSpPr>
        <p:cNvPr id="1" name="Shape 82"/>
        <p:cNvGrpSpPr/>
        <p:nvPr/>
      </p:nvGrpSpPr>
      <p:grpSpPr>
        <a:xfrm>
          <a:off x="0" y="0"/>
          <a:ext cx="0" cy="0"/>
          <a:chOff x="0" y="0"/>
          <a:chExt cx="0" cy="0"/>
        </a:xfrm>
      </p:grpSpPr>
      <p:pic>
        <p:nvPicPr>
          <p:cNvPr id="83" name="Google Shape;83;p25"/>
          <p:cNvPicPr preferRelativeResize="0"/>
          <p:nvPr/>
        </p:nvPicPr>
        <p:blipFill rotWithShape="1">
          <a:blip r:embed="rId2">
            <a:alphaModFix/>
          </a:blip>
          <a:srcRect/>
          <a:stretch/>
        </p:blipFill>
        <p:spPr>
          <a:xfrm>
            <a:off x="0" y="0"/>
            <a:ext cx="9144000" cy="5143500"/>
          </a:xfrm>
          <a:prstGeom prst="rect">
            <a:avLst/>
          </a:prstGeom>
          <a:noFill/>
          <a:ln>
            <a:noFill/>
          </a:ln>
        </p:spPr>
      </p:pic>
      <p:sp>
        <p:nvSpPr>
          <p:cNvPr id="84" name="Google Shape;84;p25"/>
          <p:cNvSpPr txBox="1">
            <a:spLocks noGrp="1"/>
          </p:cNvSpPr>
          <p:nvPr>
            <p:ph type="ctrTitle"/>
          </p:nvPr>
        </p:nvSpPr>
        <p:spPr>
          <a:xfrm>
            <a:off x="716304" y="1721858"/>
            <a:ext cx="4166100" cy="1035900"/>
          </a:xfrm>
          <a:prstGeom prst="rect">
            <a:avLst/>
          </a:prstGeom>
          <a:noFill/>
          <a:ln>
            <a:noFill/>
          </a:ln>
        </p:spPr>
        <p:txBody>
          <a:bodyPr spcFirstLastPara="1" wrap="square" lIns="68575" tIns="34275" rIns="68575" bIns="34275" anchor="t" anchorCtr="0">
            <a:normAutofit/>
          </a:bodyPr>
          <a:lstStyle>
            <a:lvl1pPr lvl="0" algn="l">
              <a:lnSpc>
                <a:spcPct val="90000"/>
              </a:lnSpc>
              <a:spcBef>
                <a:spcPts val="0"/>
              </a:spcBef>
              <a:spcAft>
                <a:spcPts val="0"/>
              </a:spcAft>
              <a:buClr>
                <a:schemeClr val="lt1"/>
              </a:buClr>
              <a:buSzPts val="3300"/>
              <a:buFont typeface="DM Sans"/>
              <a:buNone/>
              <a:defRPr sz="3300">
                <a:solidFill>
                  <a:schemeClr val="lt1"/>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85" name="Google Shape;85;p25"/>
          <p:cNvSpPr txBox="1">
            <a:spLocks noGrp="1"/>
          </p:cNvSpPr>
          <p:nvPr>
            <p:ph type="subTitle" idx="1"/>
          </p:nvPr>
        </p:nvSpPr>
        <p:spPr>
          <a:xfrm>
            <a:off x="716304" y="2783485"/>
            <a:ext cx="4166100" cy="714600"/>
          </a:xfrm>
          <a:prstGeom prst="rect">
            <a:avLst/>
          </a:prstGeom>
          <a:noFill/>
          <a:ln>
            <a:noFill/>
          </a:ln>
        </p:spPr>
        <p:txBody>
          <a:bodyPr spcFirstLastPara="1" wrap="square" lIns="68575" tIns="34275" rIns="68575" bIns="34275" anchor="t" anchorCtr="0">
            <a:normAutofit/>
          </a:bodyPr>
          <a:lstStyle>
            <a:lvl1pPr lvl="0" algn="l">
              <a:lnSpc>
                <a:spcPct val="90000"/>
              </a:lnSpc>
              <a:spcBef>
                <a:spcPts val="800"/>
              </a:spcBef>
              <a:spcAft>
                <a:spcPts val="0"/>
              </a:spcAft>
              <a:buClr>
                <a:schemeClr val="lt1"/>
              </a:buClr>
              <a:buSzPts val="1500"/>
              <a:buNone/>
              <a:defRPr sz="1500">
                <a:solidFill>
                  <a:schemeClr val="lt1"/>
                </a:solidFill>
              </a:defRPr>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pic>
        <p:nvPicPr>
          <p:cNvPr id="86" name="Google Shape;86;p25"/>
          <p:cNvPicPr preferRelativeResize="0"/>
          <p:nvPr/>
        </p:nvPicPr>
        <p:blipFill rotWithShape="1">
          <a:blip r:embed="rId3">
            <a:alphaModFix/>
          </a:blip>
          <a:srcRect/>
          <a:stretch/>
        </p:blipFill>
        <p:spPr>
          <a:xfrm>
            <a:off x="716304" y="564606"/>
            <a:ext cx="639881" cy="306710"/>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A_Title Slide 4">
  <p:cSld name="2_Title Slide 2">
    <p:spTree>
      <p:nvGrpSpPr>
        <p:cNvPr id="1" name="Shape 87"/>
        <p:cNvGrpSpPr/>
        <p:nvPr/>
      </p:nvGrpSpPr>
      <p:grpSpPr>
        <a:xfrm>
          <a:off x="0" y="0"/>
          <a:ext cx="0" cy="0"/>
          <a:chOff x="0" y="0"/>
          <a:chExt cx="0" cy="0"/>
        </a:xfrm>
      </p:grpSpPr>
      <p:pic>
        <p:nvPicPr>
          <p:cNvPr id="88" name="Google Shape;88;p26"/>
          <p:cNvPicPr preferRelativeResize="0"/>
          <p:nvPr/>
        </p:nvPicPr>
        <p:blipFill rotWithShape="1">
          <a:blip r:embed="rId2">
            <a:alphaModFix/>
          </a:blip>
          <a:srcRect/>
          <a:stretch/>
        </p:blipFill>
        <p:spPr>
          <a:xfrm>
            <a:off x="0" y="0"/>
            <a:ext cx="9144000" cy="5143500"/>
          </a:xfrm>
          <a:prstGeom prst="rect">
            <a:avLst/>
          </a:prstGeom>
          <a:noFill/>
          <a:ln>
            <a:noFill/>
          </a:ln>
        </p:spPr>
      </p:pic>
      <p:sp>
        <p:nvSpPr>
          <p:cNvPr id="89" name="Google Shape;89;p26"/>
          <p:cNvSpPr txBox="1">
            <a:spLocks noGrp="1"/>
          </p:cNvSpPr>
          <p:nvPr>
            <p:ph type="ctrTitle"/>
          </p:nvPr>
        </p:nvSpPr>
        <p:spPr>
          <a:xfrm>
            <a:off x="716304" y="1721858"/>
            <a:ext cx="4166100" cy="1035900"/>
          </a:xfrm>
          <a:prstGeom prst="rect">
            <a:avLst/>
          </a:prstGeom>
          <a:noFill/>
          <a:ln>
            <a:noFill/>
          </a:ln>
        </p:spPr>
        <p:txBody>
          <a:bodyPr spcFirstLastPara="1" wrap="square" lIns="68575" tIns="34275" rIns="68575" bIns="34275" anchor="t" anchorCtr="0">
            <a:normAutofit/>
          </a:bodyPr>
          <a:lstStyle>
            <a:lvl1pPr lvl="0" algn="l">
              <a:lnSpc>
                <a:spcPct val="90000"/>
              </a:lnSpc>
              <a:spcBef>
                <a:spcPts val="0"/>
              </a:spcBef>
              <a:spcAft>
                <a:spcPts val="0"/>
              </a:spcAft>
              <a:buClr>
                <a:schemeClr val="lt1"/>
              </a:buClr>
              <a:buSzPts val="3300"/>
              <a:buFont typeface="DM Sans"/>
              <a:buNone/>
              <a:defRPr sz="3300">
                <a:solidFill>
                  <a:schemeClr val="lt1"/>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90" name="Google Shape;90;p26"/>
          <p:cNvSpPr txBox="1">
            <a:spLocks noGrp="1"/>
          </p:cNvSpPr>
          <p:nvPr>
            <p:ph type="subTitle" idx="1"/>
          </p:nvPr>
        </p:nvSpPr>
        <p:spPr>
          <a:xfrm>
            <a:off x="716304" y="2783485"/>
            <a:ext cx="4166100" cy="714600"/>
          </a:xfrm>
          <a:prstGeom prst="rect">
            <a:avLst/>
          </a:prstGeom>
          <a:noFill/>
          <a:ln>
            <a:noFill/>
          </a:ln>
        </p:spPr>
        <p:txBody>
          <a:bodyPr spcFirstLastPara="1" wrap="square" lIns="68575" tIns="34275" rIns="68575" bIns="34275" anchor="t" anchorCtr="0">
            <a:normAutofit/>
          </a:bodyPr>
          <a:lstStyle>
            <a:lvl1pPr lvl="0" algn="l">
              <a:lnSpc>
                <a:spcPct val="90000"/>
              </a:lnSpc>
              <a:spcBef>
                <a:spcPts val="800"/>
              </a:spcBef>
              <a:spcAft>
                <a:spcPts val="0"/>
              </a:spcAft>
              <a:buClr>
                <a:schemeClr val="lt1"/>
              </a:buClr>
              <a:buSzPts val="1500"/>
              <a:buNone/>
              <a:defRPr sz="1500">
                <a:solidFill>
                  <a:schemeClr val="lt1"/>
                </a:solidFill>
              </a:defRPr>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pic>
        <p:nvPicPr>
          <p:cNvPr id="91" name="Google Shape;91;p26"/>
          <p:cNvPicPr preferRelativeResize="0"/>
          <p:nvPr/>
        </p:nvPicPr>
        <p:blipFill rotWithShape="1">
          <a:blip r:embed="rId3">
            <a:alphaModFix/>
          </a:blip>
          <a:srcRect/>
          <a:stretch/>
        </p:blipFill>
        <p:spPr>
          <a:xfrm>
            <a:off x="716304" y="564606"/>
            <a:ext cx="639881" cy="306710"/>
          </a:xfrm>
          <a:prstGeom prst="rect">
            <a:avLst/>
          </a:prstGeom>
          <a:noFill/>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B_Title and Content (3/2) Blue">
  <p:cSld name="Title and Content (3/2) Blue">
    <p:bg>
      <p:bgPr>
        <a:blipFill>
          <a:blip r:embed="rId2">
            <a:alphaModFix/>
          </a:blip>
          <a:stretch>
            <a:fillRect/>
          </a:stretch>
        </a:blipFill>
        <a:effectLst/>
      </p:bgPr>
    </p:bg>
    <p:spTree>
      <p:nvGrpSpPr>
        <p:cNvPr id="1" name="Shape 92"/>
        <p:cNvGrpSpPr/>
        <p:nvPr/>
      </p:nvGrpSpPr>
      <p:grpSpPr>
        <a:xfrm>
          <a:off x="0" y="0"/>
          <a:ext cx="0" cy="0"/>
          <a:chOff x="0" y="0"/>
          <a:chExt cx="0" cy="0"/>
        </a:xfrm>
      </p:grpSpPr>
      <p:sp>
        <p:nvSpPr>
          <p:cNvPr id="93" name="Google Shape;93;p27"/>
          <p:cNvSpPr/>
          <p:nvPr/>
        </p:nvSpPr>
        <p:spPr>
          <a:xfrm>
            <a:off x="6066275" y="0"/>
            <a:ext cx="3077700" cy="5143500"/>
          </a:xfrm>
          <a:prstGeom prst="rect">
            <a:avLst/>
          </a:prstGeom>
          <a:solidFill>
            <a:schemeClr val="dk2"/>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DM Sans"/>
              <a:ea typeface="DM Sans"/>
              <a:cs typeface="DM Sans"/>
              <a:sym typeface="DM Sans"/>
            </a:endParaRPr>
          </a:p>
        </p:txBody>
      </p:sp>
      <p:sp>
        <p:nvSpPr>
          <p:cNvPr id="94" name="Google Shape;94;p27"/>
          <p:cNvSpPr/>
          <p:nvPr/>
        </p:nvSpPr>
        <p:spPr>
          <a:xfrm>
            <a:off x="0" y="0"/>
            <a:ext cx="9128855" cy="44653"/>
          </a:xfrm>
          <a:custGeom>
            <a:avLst/>
            <a:gdLst/>
            <a:ahLst/>
            <a:cxnLst/>
            <a:rect l="l" t="t" r="r" b="b"/>
            <a:pathLst>
              <a:path w="15876269" h="8930640" extrusionOk="0">
                <a:moveTo>
                  <a:pt x="15875897" y="0"/>
                </a:moveTo>
                <a:lnTo>
                  <a:pt x="0" y="0"/>
                </a:lnTo>
                <a:lnTo>
                  <a:pt x="0" y="8930192"/>
                </a:lnTo>
                <a:lnTo>
                  <a:pt x="15875897" y="8930192"/>
                </a:lnTo>
                <a:lnTo>
                  <a:pt x="15875897" y="0"/>
                </a:lnTo>
                <a:close/>
              </a:path>
            </a:pathLst>
          </a:custGeom>
          <a:solidFill>
            <a:srgbClr val="0058EB"/>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000"/>
              <a:buFont typeface="Arial"/>
              <a:buNone/>
            </a:pPr>
            <a:endParaRPr sz="1000" b="0" i="0" u="none" strike="noStrike" cap="none">
              <a:solidFill>
                <a:schemeClr val="dk1"/>
              </a:solidFill>
              <a:latin typeface="DM Sans"/>
              <a:ea typeface="DM Sans"/>
              <a:cs typeface="DM Sans"/>
              <a:sym typeface="DM Sans"/>
            </a:endParaRPr>
          </a:p>
        </p:txBody>
      </p:sp>
      <p:sp>
        <p:nvSpPr>
          <p:cNvPr id="95" name="Google Shape;95;p27"/>
          <p:cNvSpPr txBox="1">
            <a:spLocks noGrp="1"/>
          </p:cNvSpPr>
          <p:nvPr>
            <p:ph type="title"/>
          </p:nvPr>
        </p:nvSpPr>
        <p:spPr>
          <a:xfrm>
            <a:off x="420742" y="273844"/>
            <a:ext cx="5280000" cy="367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96" name="Google Shape;96;p27"/>
          <p:cNvSpPr txBox="1">
            <a:spLocks noGrp="1"/>
          </p:cNvSpPr>
          <p:nvPr>
            <p:ph type="body" idx="1"/>
          </p:nvPr>
        </p:nvSpPr>
        <p:spPr>
          <a:xfrm>
            <a:off x="420742" y="812524"/>
            <a:ext cx="5275200" cy="38202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pic>
        <p:nvPicPr>
          <p:cNvPr id="97" name="Google Shape;97;p27" title="Logo.png"/>
          <p:cNvPicPr preferRelativeResize="0"/>
          <p:nvPr/>
        </p:nvPicPr>
        <p:blipFill rotWithShape="1">
          <a:blip r:embed="rId2">
            <a:alphaModFix/>
          </a:blip>
          <a:srcRect/>
          <a:stretch/>
        </p:blipFill>
        <p:spPr>
          <a:xfrm>
            <a:off x="8412313" y="4830850"/>
            <a:ext cx="309686" cy="146674"/>
          </a:xfrm>
          <a:prstGeom prst="rect">
            <a:avLst/>
          </a:prstGeom>
          <a:noFill/>
          <a:ln>
            <a:noFill/>
          </a:ln>
        </p:spPr>
      </p:pic>
    </p:spTree>
  </p:cSld>
  <p:clrMapOvr>
    <a:masterClrMapping/>
  </p:clrMapOvr>
  <p:extLst>
    <p:ext uri="{DCECCB84-F9BA-43D5-87BE-67443E8EF086}">
      <p15:sldGuideLst xmlns:p15="http://schemas.microsoft.com/office/powerpoint/2012/main">
        <p15:guide id="1" pos="4918">
          <p15:clr>
            <a:srgbClr val="E46962"/>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B_Title and Content" type="obj">
  <p:cSld name="OBJECT">
    <p:spTree>
      <p:nvGrpSpPr>
        <p:cNvPr id="1" name="Shape 98"/>
        <p:cNvGrpSpPr/>
        <p:nvPr/>
      </p:nvGrpSpPr>
      <p:grpSpPr>
        <a:xfrm>
          <a:off x="0" y="0"/>
          <a:ext cx="0" cy="0"/>
          <a:chOff x="0" y="0"/>
          <a:chExt cx="0" cy="0"/>
        </a:xfrm>
      </p:grpSpPr>
      <p:sp>
        <p:nvSpPr>
          <p:cNvPr id="99" name="Google Shape;99;p28"/>
          <p:cNvSpPr txBox="1">
            <a:spLocks noGrp="1"/>
          </p:cNvSpPr>
          <p:nvPr>
            <p:ph type="title"/>
          </p:nvPr>
        </p:nvSpPr>
        <p:spPr>
          <a:xfrm>
            <a:off x="420743" y="273844"/>
            <a:ext cx="8302500" cy="367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00" name="Google Shape;100;p28"/>
          <p:cNvSpPr txBox="1">
            <a:spLocks noGrp="1"/>
          </p:cNvSpPr>
          <p:nvPr>
            <p:ph type="body" idx="1"/>
          </p:nvPr>
        </p:nvSpPr>
        <p:spPr>
          <a:xfrm>
            <a:off x="420743" y="812524"/>
            <a:ext cx="8302500" cy="38202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B_Title and Content (1/2) Light">
  <p:cSld name="Title and Content (1/2) Light">
    <p:spTree>
      <p:nvGrpSpPr>
        <p:cNvPr id="1" name="Shape 101"/>
        <p:cNvGrpSpPr/>
        <p:nvPr/>
      </p:nvGrpSpPr>
      <p:grpSpPr>
        <a:xfrm>
          <a:off x="0" y="0"/>
          <a:ext cx="0" cy="0"/>
          <a:chOff x="0" y="0"/>
          <a:chExt cx="0" cy="0"/>
        </a:xfrm>
      </p:grpSpPr>
      <p:sp>
        <p:nvSpPr>
          <p:cNvPr id="102" name="Google Shape;102;p29"/>
          <p:cNvSpPr/>
          <p:nvPr/>
        </p:nvSpPr>
        <p:spPr>
          <a:xfrm>
            <a:off x="4572000" y="0"/>
            <a:ext cx="4572000" cy="5143500"/>
          </a:xfrm>
          <a:prstGeom prst="rect">
            <a:avLst/>
          </a:prstGeom>
          <a:solidFill>
            <a:schemeClr val="lt2"/>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DM Sans"/>
              <a:ea typeface="DM Sans"/>
              <a:cs typeface="DM Sans"/>
              <a:sym typeface="DM Sans"/>
            </a:endParaRPr>
          </a:p>
        </p:txBody>
      </p:sp>
      <p:sp>
        <p:nvSpPr>
          <p:cNvPr id="103" name="Google Shape;103;p29"/>
          <p:cNvSpPr txBox="1">
            <a:spLocks noGrp="1"/>
          </p:cNvSpPr>
          <p:nvPr>
            <p:ph type="title"/>
          </p:nvPr>
        </p:nvSpPr>
        <p:spPr>
          <a:xfrm>
            <a:off x="420742" y="273844"/>
            <a:ext cx="3849600" cy="367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04" name="Google Shape;104;p29"/>
          <p:cNvSpPr txBox="1">
            <a:spLocks noGrp="1"/>
          </p:cNvSpPr>
          <p:nvPr>
            <p:ph type="body" idx="1"/>
          </p:nvPr>
        </p:nvSpPr>
        <p:spPr>
          <a:xfrm>
            <a:off x="420742" y="812524"/>
            <a:ext cx="3849600" cy="38202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05" name="Google Shape;105;p29"/>
          <p:cNvSpPr/>
          <p:nvPr/>
        </p:nvSpPr>
        <p:spPr>
          <a:xfrm>
            <a:off x="0" y="0"/>
            <a:ext cx="9128855" cy="44653"/>
          </a:xfrm>
          <a:custGeom>
            <a:avLst/>
            <a:gdLst/>
            <a:ahLst/>
            <a:cxnLst/>
            <a:rect l="l" t="t" r="r" b="b"/>
            <a:pathLst>
              <a:path w="15876269" h="8930640" extrusionOk="0">
                <a:moveTo>
                  <a:pt x="15875897" y="0"/>
                </a:moveTo>
                <a:lnTo>
                  <a:pt x="0" y="0"/>
                </a:lnTo>
                <a:lnTo>
                  <a:pt x="0" y="8930192"/>
                </a:lnTo>
                <a:lnTo>
                  <a:pt x="15875897" y="8930192"/>
                </a:lnTo>
                <a:lnTo>
                  <a:pt x="15875897" y="0"/>
                </a:lnTo>
                <a:close/>
              </a:path>
            </a:pathLst>
          </a:custGeom>
          <a:solidFill>
            <a:srgbClr val="0058EB"/>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000"/>
              <a:buFont typeface="Arial"/>
              <a:buNone/>
            </a:pPr>
            <a:endParaRPr sz="1000" b="0" i="0" u="none" strike="noStrike" cap="none">
              <a:solidFill>
                <a:schemeClr val="dk1"/>
              </a:solidFill>
              <a:latin typeface="DM Sans"/>
              <a:ea typeface="DM Sans"/>
              <a:cs typeface="DM Sans"/>
              <a:sym typeface="DM Sans"/>
            </a:endParaRPr>
          </a:p>
        </p:txBody>
      </p:sp>
      <p:pic>
        <p:nvPicPr>
          <p:cNvPr id="106" name="Google Shape;106;p29"/>
          <p:cNvPicPr preferRelativeResize="0"/>
          <p:nvPr/>
        </p:nvPicPr>
        <p:blipFill rotWithShape="1">
          <a:blip r:embed="rId2">
            <a:alphaModFix/>
          </a:blip>
          <a:srcRect/>
          <a:stretch/>
        </p:blipFill>
        <p:spPr>
          <a:xfrm>
            <a:off x="8412332" y="4829647"/>
            <a:ext cx="310926" cy="149074"/>
          </a:xfrm>
          <a:prstGeom prst="rect">
            <a:avLst/>
          </a:prstGeom>
          <a:noFill/>
          <a:ln>
            <a:noFill/>
          </a:ln>
        </p:spPr>
      </p:pic>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B_Title and Content (1/2) Blue">
  <p:cSld name="Title and Content (1/2) Blue">
    <p:spTree>
      <p:nvGrpSpPr>
        <p:cNvPr id="1" name="Shape 107"/>
        <p:cNvGrpSpPr/>
        <p:nvPr/>
      </p:nvGrpSpPr>
      <p:grpSpPr>
        <a:xfrm>
          <a:off x="0" y="0"/>
          <a:ext cx="0" cy="0"/>
          <a:chOff x="0" y="0"/>
          <a:chExt cx="0" cy="0"/>
        </a:xfrm>
      </p:grpSpPr>
      <p:sp>
        <p:nvSpPr>
          <p:cNvPr id="108" name="Google Shape;108;p30"/>
          <p:cNvSpPr/>
          <p:nvPr/>
        </p:nvSpPr>
        <p:spPr>
          <a:xfrm>
            <a:off x="4572000" y="0"/>
            <a:ext cx="4572000" cy="5143500"/>
          </a:xfrm>
          <a:prstGeom prst="rect">
            <a:avLst/>
          </a:prstGeom>
          <a:solidFill>
            <a:schemeClr val="dk2"/>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DM Sans"/>
              <a:ea typeface="DM Sans"/>
              <a:cs typeface="DM Sans"/>
              <a:sym typeface="DM Sans"/>
            </a:endParaRPr>
          </a:p>
        </p:txBody>
      </p:sp>
      <p:sp>
        <p:nvSpPr>
          <p:cNvPr id="109" name="Google Shape;109;p30"/>
          <p:cNvSpPr/>
          <p:nvPr/>
        </p:nvSpPr>
        <p:spPr>
          <a:xfrm>
            <a:off x="0" y="0"/>
            <a:ext cx="9128855" cy="44653"/>
          </a:xfrm>
          <a:custGeom>
            <a:avLst/>
            <a:gdLst/>
            <a:ahLst/>
            <a:cxnLst/>
            <a:rect l="l" t="t" r="r" b="b"/>
            <a:pathLst>
              <a:path w="15876269" h="8930640" extrusionOk="0">
                <a:moveTo>
                  <a:pt x="15875897" y="0"/>
                </a:moveTo>
                <a:lnTo>
                  <a:pt x="0" y="0"/>
                </a:lnTo>
                <a:lnTo>
                  <a:pt x="0" y="8930192"/>
                </a:lnTo>
                <a:lnTo>
                  <a:pt x="15875897" y="8930192"/>
                </a:lnTo>
                <a:lnTo>
                  <a:pt x="15875897" y="0"/>
                </a:lnTo>
                <a:close/>
              </a:path>
            </a:pathLst>
          </a:custGeom>
          <a:solidFill>
            <a:srgbClr val="0058EB"/>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000"/>
              <a:buFont typeface="Arial"/>
              <a:buNone/>
            </a:pPr>
            <a:endParaRPr sz="1000" b="0" i="0" u="none" strike="noStrike" cap="none">
              <a:solidFill>
                <a:schemeClr val="dk1"/>
              </a:solidFill>
              <a:latin typeface="DM Sans"/>
              <a:ea typeface="DM Sans"/>
              <a:cs typeface="DM Sans"/>
              <a:sym typeface="DM Sans"/>
            </a:endParaRPr>
          </a:p>
        </p:txBody>
      </p:sp>
      <p:sp>
        <p:nvSpPr>
          <p:cNvPr id="110" name="Google Shape;110;p30"/>
          <p:cNvSpPr txBox="1">
            <a:spLocks noGrp="1"/>
          </p:cNvSpPr>
          <p:nvPr>
            <p:ph type="title"/>
          </p:nvPr>
        </p:nvSpPr>
        <p:spPr>
          <a:xfrm>
            <a:off x="420742" y="273844"/>
            <a:ext cx="3849600" cy="367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11" name="Google Shape;111;p30"/>
          <p:cNvSpPr txBox="1">
            <a:spLocks noGrp="1"/>
          </p:cNvSpPr>
          <p:nvPr>
            <p:ph type="body" idx="1"/>
          </p:nvPr>
        </p:nvSpPr>
        <p:spPr>
          <a:xfrm>
            <a:off x="420742" y="812524"/>
            <a:ext cx="3849600" cy="38202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pic>
        <p:nvPicPr>
          <p:cNvPr id="112" name="Google Shape;112;p30" title="Logo.png"/>
          <p:cNvPicPr preferRelativeResize="0"/>
          <p:nvPr/>
        </p:nvPicPr>
        <p:blipFill rotWithShape="1">
          <a:blip r:embed="rId2">
            <a:alphaModFix/>
          </a:blip>
          <a:srcRect/>
          <a:stretch/>
        </p:blipFill>
        <p:spPr>
          <a:xfrm>
            <a:off x="8412313" y="4830850"/>
            <a:ext cx="309686" cy="146674"/>
          </a:xfrm>
          <a:prstGeom prst="rect">
            <a:avLst/>
          </a:prstGeom>
          <a:noFill/>
          <a:ln>
            <a:noFill/>
          </a:ln>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B_Title and Content (2/3) Blue">
  <p:cSld name="Title and Content (2/3) Blue">
    <p:spTree>
      <p:nvGrpSpPr>
        <p:cNvPr id="1" name="Shape 113"/>
        <p:cNvGrpSpPr/>
        <p:nvPr/>
      </p:nvGrpSpPr>
      <p:grpSpPr>
        <a:xfrm>
          <a:off x="0" y="0"/>
          <a:ext cx="0" cy="0"/>
          <a:chOff x="0" y="0"/>
          <a:chExt cx="0" cy="0"/>
        </a:xfrm>
      </p:grpSpPr>
      <p:sp>
        <p:nvSpPr>
          <p:cNvPr id="114" name="Google Shape;114;p31"/>
          <p:cNvSpPr/>
          <p:nvPr/>
        </p:nvSpPr>
        <p:spPr>
          <a:xfrm>
            <a:off x="-4188" y="0"/>
            <a:ext cx="3077700" cy="5143500"/>
          </a:xfrm>
          <a:prstGeom prst="rect">
            <a:avLst/>
          </a:prstGeom>
          <a:solidFill>
            <a:schemeClr val="dk2"/>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DM Sans"/>
              <a:ea typeface="DM Sans"/>
              <a:cs typeface="DM Sans"/>
              <a:sym typeface="DM Sans"/>
            </a:endParaRPr>
          </a:p>
        </p:txBody>
      </p:sp>
      <p:sp>
        <p:nvSpPr>
          <p:cNvPr id="115" name="Google Shape;115;p31"/>
          <p:cNvSpPr txBox="1">
            <a:spLocks noGrp="1"/>
          </p:cNvSpPr>
          <p:nvPr>
            <p:ph type="title"/>
          </p:nvPr>
        </p:nvSpPr>
        <p:spPr>
          <a:xfrm>
            <a:off x="420742" y="273844"/>
            <a:ext cx="2227800" cy="367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lt1"/>
              </a:buClr>
              <a:buSzPts val="2000"/>
              <a:buFont typeface="DM Sans"/>
              <a:buNone/>
              <a:defRPr>
                <a:solidFill>
                  <a:schemeClr val="lt1"/>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16" name="Google Shape;116;p31"/>
          <p:cNvSpPr txBox="1">
            <a:spLocks noGrp="1"/>
          </p:cNvSpPr>
          <p:nvPr>
            <p:ph type="body" idx="1"/>
          </p:nvPr>
        </p:nvSpPr>
        <p:spPr>
          <a:xfrm>
            <a:off x="420742" y="812524"/>
            <a:ext cx="2227800" cy="3820200"/>
          </a:xfrm>
          <a:prstGeom prst="rect">
            <a:avLst/>
          </a:prstGeom>
          <a:noFill/>
          <a:ln>
            <a:noFill/>
          </a:ln>
        </p:spPr>
        <p:txBody>
          <a:bodyPr spcFirstLastPara="1" wrap="square" lIns="68575" tIns="34275" rIns="68575" bIns="34275" anchor="t" anchorCtr="0">
            <a:normAutofit/>
          </a:bodyPr>
          <a:lstStyle>
            <a:lvl1pPr marL="457200" lvl="0" indent="-323850" algn="l">
              <a:lnSpc>
                <a:spcPct val="90000"/>
              </a:lnSpc>
              <a:spcBef>
                <a:spcPts val="800"/>
              </a:spcBef>
              <a:spcAft>
                <a:spcPts val="0"/>
              </a:spcAft>
              <a:buClr>
                <a:schemeClr val="lt1"/>
              </a:buClr>
              <a:buSzPts val="1500"/>
              <a:buChar char="•"/>
              <a:defRPr>
                <a:solidFill>
                  <a:schemeClr val="lt1"/>
                </a:solidFill>
              </a:defRPr>
            </a:lvl1pPr>
            <a:lvl2pPr marL="914400" lvl="1" indent="-317500" algn="l">
              <a:lnSpc>
                <a:spcPct val="90000"/>
              </a:lnSpc>
              <a:spcBef>
                <a:spcPts val="400"/>
              </a:spcBef>
              <a:spcAft>
                <a:spcPts val="0"/>
              </a:spcAft>
              <a:buClr>
                <a:schemeClr val="lt1"/>
              </a:buClr>
              <a:buSzPts val="1400"/>
              <a:buChar char="•"/>
              <a:defRPr>
                <a:solidFill>
                  <a:schemeClr val="lt1"/>
                </a:solidFill>
              </a:defRPr>
            </a:lvl2pPr>
            <a:lvl3pPr marL="1371600" lvl="2" indent="-304800" algn="l">
              <a:lnSpc>
                <a:spcPct val="90000"/>
              </a:lnSpc>
              <a:spcBef>
                <a:spcPts val="400"/>
              </a:spcBef>
              <a:spcAft>
                <a:spcPts val="0"/>
              </a:spcAft>
              <a:buClr>
                <a:schemeClr val="lt1"/>
              </a:buClr>
              <a:buSzPts val="1200"/>
              <a:buChar char="•"/>
              <a:defRPr>
                <a:solidFill>
                  <a:schemeClr val="lt1"/>
                </a:solidFill>
              </a:defRPr>
            </a:lvl3pPr>
            <a:lvl4pPr marL="1828800" lvl="3" indent="-298450" algn="l">
              <a:lnSpc>
                <a:spcPct val="90000"/>
              </a:lnSpc>
              <a:spcBef>
                <a:spcPts val="400"/>
              </a:spcBef>
              <a:spcAft>
                <a:spcPts val="0"/>
              </a:spcAft>
              <a:buClr>
                <a:schemeClr val="lt1"/>
              </a:buClr>
              <a:buSzPts val="1100"/>
              <a:buChar char="•"/>
              <a:defRPr>
                <a:solidFill>
                  <a:schemeClr val="lt1"/>
                </a:solidFill>
              </a:defRPr>
            </a:lvl4pPr>
            <a:lvl5pPr marL="2286000" lvl="4" indent="-298450" algn="l">
              <a:lnSpc>
                <a:spcPct val="90000"/>
              </a:lnSpc>
              <a:spcBef>
                <a:spcPts val="400"/>
              </a:spcBef>
              <a:spcAft>
                <a:spcPts val="0"/>
              </a:spcAft>
              <a:buClr>
                <a:schemeClr val="lt1"/>
              </a:buClr>
              <a:buSzPts val="1100"/>
              <a:buChar char="•"/>
              <a:defRPr>
                <a:solidFill>
                  <a:schemeClr val="lt1"/>
                </a:solidFill>
              </a:defRPr>
            </a:lvl5pPr>
            <a:lvl6pPr marL="2743200" lvl="5" indent="-317500" algn="l">
              <a:lnSpc>
                <a:spcPct val="90000"/>
              </a:lnSpc>
              <a:spcBef>
                <a:spcPts val="400"/>
              </a:spcBef>
              <a:spcAft>
                <a:spcPts val="0"/>
              </a:spcAft>
              <a:buClr>
                <a:schemeClr val="lt1"/>
              </a:buClr>
              <a:buSzPts val="1400"/>
              <a:buChar char="•"/>
              <a:defRPr>
                <a:solidFill>
                  <a:schemeClr val="lt1"/>
                </a:solidFill>
              </a:defRPr>
            </a:lvl6pPr>
            <a:lvl7pPr marL="3200400" lvl="6" indent="-317500" algn="l">
              <a:lnSpc>
                <a:spcPct val="90000"/>
              </a:lnSpc>
              <a:spcBef>
                <a:spcPts val="400"/>
              </a:spcBef>
              <a:spcAft>
                <a:spcPts val="0"/>
              </a:spcAft>
              <a:buClr>
                <a:schemeClr val="lt1"/>
              </a:buClr>
              <a:buSzPts val="1400"/>
              <a:buChar char="•"/>
              <a:defRPr>
                <a:solidFill>
                  <a:schemeClr val="lt1"/>
                </a:solidFill>
              </a:defRPr>
            </a:lvl7pPr>
            <a:lvl8pPr marL="3657600" lvl="7" indent="-317500" algn="l">
              <a:lnSpc>
                <a:spcPct val="90000"/>
              </a:lnSpc>
              <a:spcBef>
                <a:spcPts val="400"/>
              </a:spcBef>
              <a:spcAft>
                <a:spcPts val="0"/>
              </a:spcAft>
              <a:buClr>
                <a:schemeClr val="lt1"/>
              </a:buClr>
              <a:buSzPts val="1400"/>
              <a:buChar char="•"/>
              <a:defRPr>
                <a:solidFill>
                  <a:schemeClr val="lt1"/>
                </a:solidFill>
              </a:defRPr>
            </a:lvl8pPr>
            <a:lvl9pPr marL="4114800" lvl="8" indent="-317500" algn="l">
              <a:lnSpc>
                <a:spcPct val="90000"/>
              </a:lnSpc>
              <a:spcBef>
                <a:spcPts val="400"/>
              </a:spcBef>
              <a:spcAft>
                <a:spcPts val="0"/>
              </a:spcAft>
              <a:buClr>
                <a:schemeClr val="lt1"/>
              </a:buClr>
              <a:buSzPts val="1400"/>
              <a:buChar char="•"/>
              <a:defRPr>
                <a:solidFill>
                  <a:schemeClr val="lt1"/>
                </a:solidFill>
              </a:defRPr>
            </a:lvl9pPr>
          </a:lstStyle>
          <a:p>
            <a:endParaRPr/>
          </a:p>
        </p:txBody>
      </p:sp>
      <p:sp>
        <p:nvSpPr>
          <p:cNvPr id="117" name="Google Shape;117;p31"/>
          <p:cNvSpPr/>
          <p:nvPr/>
        </p:nvSpPr>
        <p:spPr>
          <a:xfrm>
            <a:off x="0" y="0"/>
            <a:ext cx="9128855" cy="44653"/>
          </a:xfrm>
          <a:custGeom>
            <a:avLst/>
            <a:gdLst/>
            <a:ahLst/>
            <a:cxnLst/>
            <a:rect l="l" t="t" r="r" b="b"/>
            <a:pathLst>
              <a:path w="15876269" h="8930640" extrusionOk="0">
                <a:moveTo>
                  <a:pt x="15875897" y="0"/>
                </a:moveTo>
                <a:lnTo>
                  <a:pt x="0" y="0"/>
                </a:lnTo>
                <a:lnTo>
                  <a:pt x="0" y="8930192"/>
                </a:lnTo>
                <a:lnTo>
                  <a:pt x="15875897" y="8930192"/>
                </a:lnTo>
                <a:lnTo>
                  <a:pt x="15875897" y="0"/>
                </a:lnTo>
                <a:close/>
              </a:path>
            </a:pathLst>
          </a:custGeom>
          <a:solidFill>
            <a:srgbClr val="0058EB"/>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000"/>
              <a:buFont typeface="Arial"/>
              <a:buNone/>
            </a:pPr>
            <a:endParaRPr sz="1000" b="0" i="0" u="none" strike="noStrike" cap="none">
              <a:solidFill>
                <a:schemeClr val="dk1"/>
              </a:solidFill>
              <a:latin typeface="DM Sans"/>
              <a:ea typeface="DM Sans"/>
              <a:cs typeface="DM Sans"/>
              <a:sym typeface="DM Sans"/>
            </a:endParaRPr>
          </a:p>
        </p:txBody>
      </p:sp>
      <p:pic>
        <p:nvPicPr>
          <p:cNvPr id="118" name="Google Shape;118;p31"/>
          <p:cNvPicPr preferRelativeResize="0"/>
          <p:nvPr/>
        </p:nvPicPr>
        <p:blipFill rotWithShape="1">
          <a:blip r:embed="rId2">
            <a:alphaModFix/>
          </a:blip>
          <a:srcRect/>
          <a:stretch/>
        </p:blipFill>
        <p:spPr>
          <a:xfrm>
            <a:off x="420742" y="4829647"/>
            <a:ext cx="310926" cy="149074"/>
          </a:xfrm>
          <a:prstGeom prst="rect">
            <a:avLst/>
          </a:prstGeom>
          <a:noFill/>
          <a:ln>
            <a:noFill/>
          </a:ln>
        </p:spPr>
      </p:pic>
      <p:pic>
        <p:nvPicPr>
          <p:cNvPr id="119" name="Google Shape;119;p31"/>
          <p:cNvPicPr preferRelativeResize="0"/>
          <p:nvPr/>
        </p:nvPicPr>
        <p:blipFill rotWithShape="1">
          <a:blip r:embed="rId3">
            <a:alphaModFix/>
          </a:blip>
          <a:srcRect/>
          <a:stretch/>
        </p:blipFill>
        <p:spPr>
          <a:xfrm>
            <a:off x="4719311" y="3391372"/>
            <a:ext cx="313335" cy="151200"/>
          </a:xfrm>
          <a:prstGeom prst="rect">
            <a:avLst/>
          </a:prstGeom>
          <a:noFill/>
          <a:ln>
            <a:noFill/>
          </a:ln>
        </p:spPr>
      </p:pic>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B_Title and Content (3/2) Light">
  <p:cSld name="Title and Content (3/2) Light">
    <p:spTree>
      <p:nvGrpSpPr>
        <p:cNvPr id="1" name="Shape 120"/>
        <p:cNvGrpSpPr/>
        <p:nvPr/>
      </p:nvGrpSpPr>
      <p:grpSpPr>
        <a:xfrm>
          <a:off x="0" y="0"/>
          <a:ext cx="0" cy="0"/>
          <a:chOff x="0" y="0"/>
          <a:chExt cx="0" cy="0"/>
        </a:xfrm>
      </p:grpSpPr>
      <p:sp>
        <p:nvSpPr>
          <p:cNvPr id="121" name="Google Shape;121;p32"/>
          <p:cNvSpPr/>
          <p:nvPr/>
        </p:nvSpPr>
        <p:spPr>
          <a:xfrm>
            <a:off x="6066275" y="0"/>
            <a:ext cx="3077700" cy="5143500"/>
          </a:xfrm>
          <a:prstGeom prst="rect">
            <a:avLst/>
          </a:prstGeom>
          <a:solidFill>
            <a:schemeClr val="lt2"/>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DM Sans"/>
              <a:ea typeface="DM Sans"/>
              <a:cs typeface="DM Sans"/>
              <a:sym typeface="DM Sans"/>
            </a:endParaRPr>
          </a:p>
        </p:txBody>
      </p:sp>
      <p:sp>
        <p:nvSpPr>
          <p:cNvPr id="122" name="Google Shape;122;p32"/>
          <p:cNvSpPr/>
          <p:nvPr/>
        </p:nvSpPr>
        <p:spPr>
          <a:xfrm>
            <a:off x="0" y="0"/>
            <a:ext cx="9128855" cy="44653"/>
          </a:xfrm>
          <a:custGeom>
            <a:avLst/>
            <a:gdLst/>
            <a:ahLst/>
            <a:cxnLst/>
            <a:rect l="l" t="t" r="r" b="b"/>
            <a:pathLst>
              <a:path w="15876269" h="8930640" extrusionOk="0">
                <a:moveTo>
                  <a:pt x="15875897" y="0"/>
                </a:moveTo>
                <a:lnTo>
                  <a:pt x="0" y="0"/>
                </a:lnTo>
                <a:lnTo>
                  <a:pt x="0" y="8930192"/>
                </a:lnTo>
                <a:lnTo>
                  <a:pt x="15875897" y="8930192"/>
                </a:lnTo>
                <a:lnTo>
                  <a:pt x="15875897" y="0"/>
                </a:lnTo>
                <a:close/>
              </a:path>
            </a:pathLst>
          </a:custGeom>
          <a:solidFill>
            <a:srgbClr val="0058EB"/>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000"/>
              <a:buFont typeface="Arial"/>
              <a:buNone/>
            </a:pPr>
            <a:endParaRPr sz="1000" b="0" i="0" u="none" strike="noStrike" cap="none">
              <a:solidFill>
                <a:schemeClr val="dk1"/>
              </a:solidFill>
              <a:latin typeface="DM Sans"/>
              <a:ea typeface="DM Sans"/>
              <a:cs typeface="DM Sans"/>
              <a:sym typeface="DM Sans"/>
            </a:endParaRPr>
          </a:p>
        </p:txBody>
      </p:sp>
      <p:sp>
        <p:nvSpPr>
          <p:cNvPr id="123" name="Google Shape;123;p32"/>
          <p:cNvSpPr txBox="1">
            <a:spLocks noGrp="1"/>
          </p:cNvSpPr>
          <p:nvPr>
            <p:ph type="title"/>
          </p:nvPr>
        </p:nvSpPr>
        <p:spPr>
          <a:xfrm>
            <a:off x="420742" y="273844"/>
            <a:ext cx="5280000" cy="367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24" name="Google Shape;124;p32"/>
          <p:cNvSpPr txBox="1">
            <a:spLocks noGrp="1"/>
          </p:cNvSpPr>
          <p:nvPr>
            <p:ph type="body" idx="1"/>
          </p:nvPr>
        </p:nvSpPr>
        <p:spPr>
          <a:xfrm>
            <a:off x="420742" y="812524"/>
            <a:ext cx="5275200" cy="38202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pic>
        <p:nvPicPr>
          <p:cNvPr id="125" name="Google Shape;125;p32"/>
          <p:cNvPicPr preferRelativeResize="0"/>
          <p:nvPr/>
        </p:nvPicPr>
        <p:blipFill rotWithShape="1">
          <a:blip r:embed="rId2">
            <a:alphaModFix/>
          </a:blip>
          <a:srcRect/>
          <a:stretch/>
        </p:blipFill>
        <p:spPr>
          <a:xfrm>
            <a:off x="8412332" y="4829647"/>
            <a:ext cx="310926" cy="149074"/>
          </a:xfrm>
          <a:prstGeom prst="rect">
            <a:avLst/>
          </a:prstGeom>
          <a:noFill/>
          <a:ln>
            <a:noFill/>
          </a:ln>
        </p:spPr>
      </p:pic>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B_Cards 1">
  <p:cSld name="Cards 1">
    <p:spTree>
      <p:nvGrpSpPr>
        <p:cNvPr id="1" name="Shape 126"/>
        <p:cNvGrpSpPr/>
        <p:nvPr/>
      </p:nvGrpSpPr>
      <p:grpSpPr>
        <a:xfrm>
          <a:off x="0" y="0"/>
          <a:ext cx="0" cy="0"/>
          <a:chOff x="0" y="0"/>
          <a:chExt cx="0" cy="0"/>
        </a:xfrm>
      </p:grpSpPr>
      <p:sp>
        <p:nvSpPr>
          <p:cNvPr id="127" name="Google Shape;127;p33"/>
          <p:cNvSpPr/>
          <p:nvPr/>
        </p:nvSpPr>
        <p:spPr>
          <a:xfrm>
            <a:off x="492931" y="813038"/>
            <a:ext cx="2406000" cy="3759000"/>
          </a:xfrm>
          <a:prstGeom prst="roundRect">
            <a:avLst>
              <a:gd name="adj" fmla="val 2226"/>
            </a:avLst>
          </a:prstGeom>
          <a:solidFill>
            <a:schemeClr val="lt1"/>
          </a:solidFill>
          <a:ln w="12700" cap="flat" cmpd="sng">
            <a:solidFill>
              <a:schemeClr val="dk2"/>
            </a:solidFill>
            <a:prstDash val="solid"/>
            <a:miter lim="80"/>
            <a:headEnd type="none" w="sm" len="sm"/>
            <a:tailEnd type="none" w="sm" len="sm"/>
          </a:ln>
          <a:effectLst>
            <a:outerShdw dist="63500" dir="7800000" algn="ctr" rotWithShape="0">
              <a:schemeClr val="accent3"/>
            </a:outerShdw>
          </a:effectLst>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DM Sans"/>
              <a:ea typeface="DM Sans"/>
              <a:cs typeface="DM Sans"/>
              <a:sym typeface="DM Sans"/>
            </a:endParaRPr>
          </a:p>
        </p:txBody>
      </p:sp>
      <p:sp>
        <p:nvSpPr>
          <p:cNvPr id="128" name="Google Shape;128;p33"/>
          <p:cNvSpPr/>
          <p:nvPr/>
        </p:nvSpPr>
        <p:spPr>
          <a:xfrm>
            <a:off x="3378413" y="813038"/>
            <a:ext cx="2406000" cy="3759000"/>
          </a:xfrm>
          <a:prstGeom prst="roundRect">
            <a:avLst>
              <a:gd name="adj" fmla="val 2226"/>
            </a:avLst>
          </a:prstGeom>
          <a:solidFill>
            <a:schemeClr val="lt1"/>
          </a:solidFill>
          <a:ln w="12700" cap="flat" cmpd="sng">
            <a:solidFill>
              <a:schemeClr val="dk2"/>
            </a:solidFill>
            <a:prstDash val="solid"/>
            <a:miter lim="80"/>
            <a:headEnd type="none" w="sm" len="sm"/>
            <a:tailEnd type="none" w="sm" len="sm"/>
          </a:ln>
          <a:effectLst>
            <a:outerShdw dist="63500" dir="7800000" algn="ctr" rotWithShape="0">
              <a:schemeClr val="accent3"/>
            </a:outerShdw>
          </a:effectLst>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DM Sans"/>
              <a:ea typeface="DM Sans"/>
              <a:cs typeface="DM Sans"/>
              <a:sym typeface="DM Sans"/>
            </a:endParaRPr>
          </a:p>
        </p:txBody>
      </p:sp>
      <p:sp>
        <p:nvSpPr>
          <p:cNvPr id="129" name="Google Shape;129;p33"/>
          <p:cNvSpPr/>
          <p:nvPr/>
        </p:nvSpPr>
        <p:spPr>
          <a:xfrm>
            <a:off x="6256421" y="813038"/>
            <a:ext cx="2406000" cy="3759000"/>
          </a:xfrm>
          <a:prstGeom prst="roundRect">
            <a:avLst>
              <a:gd name="adj" fmla="val 2226"/>
            </a:avLst>
          </a:prstGeom>
          <a:solidFill>
            <a:schemeClr val="lt1"/>
          </a:solidFill>
          <a:ln w="12700" cap="flat" cmpd="sng">
            <a:solidFill>
              <a:schemeClr val="dk2"/>
            </a:solidFill>
            <a:prstDash val="solid"/>
            <a:miter lim="80"/>
            <a:headEnd type="none" w="sm" len="sm"/>
            <a:tailEnd type="none" w="sm" len="sm"/>
          </a:ln>
          <a:effectLst>
            <a:outerShdw dist="63500" dir="7800000" algn="ctr" rotWithShape="0">
              <a:schemeClr val="accent3"/>
            </a:outerShdw>
          </a:effectLst>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DM Sans"/>
              <a:ea typeface="DM Sans"/>
              <a:cs typeface="DM Sans"/>
              <a:sym typeface="DM Sans"/>
            </a:endParaRPr>
          </a:p>
        </p:txBody>
      </p:sp>
      <p:sp>
        <p:nvSpPr>
          <p:cNvPr id="130" name="Google Shape;130;p33"/>
          <p:cNvSpPr txBox="1">
            <a:spLocks noGrp="1"/>
          </p:cNvSpPr>
          <p:nvPr>
            <p:ph type="title"/>
          </p:nvPr>
        </p:nvSpPr>
        <p:spPr>
          <a:xfrm>
            <a:off x="420743" y="273844"/>
            <a:ext cx="8302500" cy="367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31" name="Google Shape;131;p33"/>
          <p:cNvSpPr txBox="1">
            <a:spLocks noGrp="1"/>
          </p:cNvSpPr>
          <p:nvPr>
            <p:ph type="body" idx="1"/>
          </p:nvPr>
        </p:nvSpPr>
        <p:spPr>
          <a:xfrm>
            <a:off x="740774" y="1537190"/>
            <a:ext cx="1910400" cy="309900"/>
          </a:xfrm>
          <a:prstGeom prst="rect">
            <a:avLst/>
          </a:prstGeom>
          <a:noFill/>
          <a:ln>
            <a:noFill/>
          </a:ln>
        </p:spPr>
        <p:txBody>
          <a:bodyPr spcFirstLastPara="1" wrap="square" lIns="68575" tIns="34275" rIns="68575" bIns="34275" anchor="t" anchorCtr="0">
            <a:normAutofit/>
          </a:bodyPr>
          <a:lstStyle>
            <a:lvl1pPr marL="457200" lvl="0" indent="-228600" algn="ctr">
              <a:lnSpc>
                <a:spcPct val="90000"/>
              </a:lnSpc>
              <a:spcBef>
                <a:spcPts val="800"/>
              </a:spcBef>
              <a:spcAft>
                <a:spcPts val="0"/>
              </a:spcAft>
              <a:buClr>
                <a:schemeClr val="dk2"/>
              </a:buClr>
              <a:buSzPts val="1200"/>
              <a:buNone/>
              <a:defRPr sz="1200">
                <a:solidFill>
                  <a:schemeClr val="dk2"/>
                </a:solidFill>
                <a:latin typeface="DM Sans"/>
                <a:ea typeface="DM Sans"/>
                <a:cs typeface="DM Sans"/>
                <a:sym typeface="DM Sans"/>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32" name="Google Shape;132;p33"/>
          <p:cNvSpPr txBox="1">
            <a:spLocks noGrp="1"/>
          </p:cNvSpPr>
          <p:nvPr>
            <p:ph type="body" idx="2"/>
          </p:nvPr>
        </p:nvSpPr>
        <p:spPr>
          <a:xfrm>
            <a:off x="667264" y="1982956"/>
            <a:ext cx="2057400" cy="241530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100"/>
              <a:buNone/>
              <a:defRPr sz="1100">
                <a:latin typeface="DM Sans"/>
                <a:ea typeface="DM Sans"/>
                <a:cs typeface="DM Sans"/>
                <a:sym typeface="DM Sans"/>
              </a:defRPr>
            </a:lvl1pPr>
            <a:lvl2pPr marL="914400" lvl="1" indent="-304800" algn="l">
              <a:lnSpc>
                <a:spcPct val="90000"/>
              </a:lnSpc>
              <a:spcBef>
                <a:spcPts val="400"/>
              </a:spcBef>
              <a:spcAft>
                <a:spcPts val="0"/>
              </a:spcAft>
              <a:buClr>
                <a:schemeClr val="dk1"/>
              </a:buClr>
              <a:buSzPts val="1200"/>
              <a:buChar char="•"/>
              <a:defRPr sz="1200"/>
            </a:lvl2pPr>
            <a:lvl3pPr marL="1371600" lvl="2" indent="-304800" algn="l">
              <a:lnSpc>
                <a:spcPct val="90000"/>
              </a:lnSpc>
              <a:spcBef>
                <a:spcPts val="400"/>
              </a:spcBef>
              <a:spcAft>
                <a:spcPts val="0"/>
              </a:spcAft>
              <a:buClr>
                <a:schemeClr val="dk1"/>
              </a:buClr>
              <a:buSzPts val="1200"/>
              <a:buChar char="•"/>
              <a:defRPr sz="1200"/>
            </a:lvl3pPr>
            <a:lvl4pPr marL="1828800" lvl="3" indent="-304800" algn="l">
              <a:lnSpc>
                <a:spcPct val="90000"/>
              </a:lnSpc>
              <a:spcBef>
                <a:spcPts val="400"/>
              </a:spcBef>
              <a:spcAft>
                <a:spcPts val="0"/>
              </a:spcAft>
              <a:buClr>
                <a:schemeClr val="dk1"/>
              </a:buClr>
              <a:buSzPts val="1200"/>
              <a:buChar char="•"/>
              <a:defRPr sz="1200"/>
            </a:lvl4pPr>
            <a:lvl5pPr marL="2286000" lvl="4" indent="-304800" algn="l">
              <a:lnSpc>
                <a:spcPct val="90000"/>
              </a:lnSpc>
              <a:spcBef>
                <a:spcPts val="400"/>
              </a:spcBef>
              <a:spcAft>
                <a:spcPts val="0"/>
              </a:spcAft>
              <a:buClr>
                <a:schemeClr val="dk1"/>
              </a:buClr>
              <a:buSzPts val="1200"/>
              <a:buChar char="•"/>
              <a:defRPr sz="1200"/>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33" name="Google Shape;133;p33"/>
          <p:cNvSpPr txBox="1">
            <a:spLocks noGrp="1"/>
          </p:cNvSpPr>
          <p:nvPr>
            <p:ph type="body" idx="3"/>
          </p:nvPr>
        </p:nvSpPr>
        <p:spPr>
          <a:xfrm>
            <a:off x="3625767" y="1537190"/>
            <a:ext cx="1910400" cy="309900"/>
          </a:xfrm>
          <a:prstGeom prst="rect">
            <a:avLst/>
          </a:prstGeom>
          <a:noFill/>
          <a:ln>
            <a:noFill/>
          </a:ln>
        </p:spPr>
        <p:txBody>
          <a:bodyPr spcFirstLastPara="1" wrap="square" lIns="68575" tIns="34275" rIns="68575" bIns="34275" anchor="t" anchorCtr="0">
            <a:normAutofit/>
          </a:bodyPr>
          <a:lstStyle>
            <a:lvl1pPr marL="457200" lvl="0" indent="-228600" algn="ctr">
              <a:lnSpc>
                <a:spcPct val="90000"/>
              </a:lnSpc>
              <a:spcBef>
                <a:spcPts val="800"/>
              </a:spcBef>
              <a:spcAft>
                <a:spcPts val="0"/>
              </a:spcAft>
              <a:buClr>
                <a:schemeClr val="dk2"/>
              </a:buClr>
              <a:buSzPts val="1200"/>
              <a:buNone/>
              <a:defRPr sz="1200">
                <a:solidFill>
                  <a:schemeClr val="dk2"/>
                </a:solidFill>
                <a:latin typeface="DM Sans"/>
                <a:ea typeface="DM Sans"/>
                <a:cs typeface="DM Sans"/>
                <a:sym typeface="DM Sans"/>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34" name="Google Shape;134;p33"/>
          <p:cNvSpPr txBox="1">
            <a:spLocks noGrp="1"/>
          </p:cNvSpPr>
          <p:nvPr>
            <p:ph type="body" idx="4"/>
          </p:nvPr>
        </p:nvSpPr>
        <p:spPr>
          <a:xfrm>
            <a:off x="3552257" y="1982956"/>
            <a:ext cx="2057400" cy="241530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100"/>
              <a:buNone/>
              <a:defRPr sz="1100">
                <a:latin typeface="DM Sans"/>
                <a:ea typeface="DM Sans"/>
                <a:cs typeface="DM Sans"/>
                <a:sym typeface="DM Sans"/>
              </a:defRPr>
            </a:lvl1pPr>
            <a:lvl2pPr marL="914400" lvl="1" indent="-304800" algn="l">
              <a:lnSpc>
                <a:spcPct val="90000"/>
              </a:lnSpc>
              <a:spcBef>
                <a:spcPts val="400"/>
              </a:spcBef>
              <a:spcAft>
                <a:spcPts val="0"/>
              </a:spcAft>
              <a:buClr>
                <a:schemeClr val="dk1"/>
              </a:buClr>
              <a:buSzPts val="1200"/>
              <a:buChar char="•"/>
              <a:defRPr sz="1200"/>
            </a:lvl2pPr>
            <a:lvl3pPr marL="1371600" lvl="2" indent="-304800" algn="l">
              <a:lnSpc>
                <a:spcPct val="90000"/>
              </a:lnSpc>
              <a:spcBef>
                <a:spcPts val="400"/>
              </a:spcBef>
              <a:spcAft>
                <a:spcPts val="0"/>
              </a:spcAft>
              <a:buClr>
                <a:schemeClr val="dk1"/>
              </a:buClr>
              <a:buSzPts val="1200"/>
              <a:buChar char="•"/>
              <a:defRPr sz="1200"/>
            </a:lvl3pPr>
            <a:lvl4pPr marL="1828800" lvl="3" indent="-304800" algn="l">
              <a:lnSpc>
                <a:spcPct val="90000"/>
              </a:lnSpc>
              <a:spcBef>
                <a:spcPts val="400"/>
              </a:spcBef>
              <a:spcAft>
                <a:spcPts val="0"/>
              </a:spcAft>
              <a:buClr>
                <a:schemeClr val="dk1"/>
              </a:buClr>
              <a:buSzPts val="1200"/>
              <a:buChar char="•"/>
              <a:defRPr sz="1200"/>
            </a:lvl4pPr>
            <a:lvl5pPr marL="2286000" lvl="4" indent="-304800" algn="l">
              <a:lnSpc>
                <a:spcPct val="90000"/>
              </a:lnSpc>
              <a:spcBef>
                <a:spcPts val="400"/>
              </a:spcBef>
              <a:spcAft>
                <a:spcPts val="0"/>
              </a:spcAft>
              <a:buClr>
                <a:schemeClr val="dk1"/>
              </a:buClr>
              <a:buSzPts val="1200"/>
              <a:buChar char="•"/>
              <a:defRPr sz="1200"/>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35" name="Google Shape;135;p33"/>
          <p:cNvSpPr txBox="1">
            <a:spLocks noGrp="1"/>
          </p:cNvSpPr>
          <p:nvPr>
            <p:ph type="body" idx="5"/>
          </p:nvPr>
        </p:nvSpPr>
        <p:spPr>
          <a:xfrm>
            <a:off x="6503777" y="1537190"/>
            <a:ext cx="1910400" cy="309900"/>
          </a:xfrm>
          <a:prstGeom prst="rect">
            <a:avLst/>
          </a:prstGeom>
          <a:noFill/>
          <a:ln>
            <a:noFill/>
          </a:ln>
        </p:spPr>
        <p:txBody>
          <a:bodyPr spcFirstLastPara="1" wrap="square" lIns="68575" tIns="34275" rIns="68575" bIns="34275" anchor="t" anchorCtr="0">
            <a:normAutofit/>
          </a:bodyPr>
          <a:lstStyle>
            <a:lvl1pPr marL="457200" lvl="0" indent="-228600" algn="ctr">
              <a:lnSpc>
                <a:spcPct val="90000"/>
              </a:lnSpc>
              <a:spcBef>
                <a:spcPts val="800"/>
              </a:spcBef>
              <a:spcAft>
                <a:spcPts val="0"/>
              </a:spcAft>
              <a:buClr>
                <a:schemeClr val="dk2"/>
              </a:buClr>
              <a:buSzPts val="1200"/>
              <a:buNone/>
              <a:defRPr sz="1200">
                <a:solidFill>
                  <a:schemeClr val="dk2"/>
                </a:solidFill>
                <a:latin typeface="DM Sans"/>
                <a:ea typeface="DM Sans"/>
                <a:cs typeface="DM Sans"/>
                <a:sym typeface="DM Sans"/>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36" name="Google Shape;136;p33"/>
          <p:cNvSpPr txBox="1">
            <a:spLocks noGrp="1"/>
          </p:cNvSpPr>
          <p:nvPr>
            <p:ph type="body" idx="6"/>
          </p:nvPr>
        </p:nvSpPr>
        <p:spPr>
          <a:xfrm>
            <a:off x="6430267" y="1982956"/>
            <a:ext cx="2057400" cy="241530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100"/>
              <a:buNone/>
              <a:defRPr sz="1100">
                <a:latin typeface="DM Sans"/>
                <a:ea typeface="DM Sans"/>
                <a:cs typeface="DM Sans"/>
                <a:sym typeface="DM Sans"/>
              </a:defRPr>
            </a:lvl1pPr>
            <a:lvl2pPr marL="914400" lvl="1" indent="-304800" algn="l">
              <a:lnSpc>
                <a:spcPct val="90000"/>
              </a:lnSpc>
              <a:spcBef>
                <a:spcPts val="400"/>
              </a:spcBef>
              <a:spcAft>
                <a:spcPts val="0"/>
              </a:spcAft>
              <a:buClr>
                <a:schemeClr val="dk1"/>
              </a:buClr>
              <a:buSzPts val="1200"/>
              <a:buChar char="•"/>
              <a:defRPr sz="1200"/>
            </a:lvl2pPr>
            <a:lvl3pPr marL="1371600" lvl="2" indent="-304800" algn="l">
              <a:lnSpc>
                <a:spcPct val="90000"/>
              </a:lnSpc>
              <a:spcBef>
                <a:spcPts val="400"/>
              </a:spcBef>
              <a:spcAft>
                <a:spcPts val="0"/>
              </a:spcAft>
              <a:buClr>
                <a:schemeClr val="dk1"/>
              </a:buClr>
              <a:buSzPts val="1200"/>
              <a:buChar char="•"/>
              <a:defRPr sz="1200"/>
            </a:lvl3pPr>
            <a:lvl4pPr marL="1828800" lvl="3" indent="-304800" algn="l">
              <a:lnSpc>
                <a:spcPct val="90000"/>
              </a:lnSpc>
              <a:spcBef>
                <a:spcPts val="400"/>
              </a:spcBef>
              <a:spcAft>
                <a:spcPts val="0"/>
              </a:spcAft>
              <a:buClr>
                <a:schemeClr val="dk1"/>
              </a:buClr>
              <a:buSzPts val="1200"/>
              <a:buChar char="•"/>
              <a:defRPr sz="1200"/>
            </a:lvl4pPr>
            <a:lvl5pPr marL="2286000" lvl="4" indent="-304800" algn="l">
              <a:lnSpc>
                <a:spcPct val="90000"/>
              </a:lnSpc>
              <a:spcBef>
                <a:spcPts val="400"/>
              </a:spcBef>
              <a:spcAft>
                <a:spcPts val="0"/>
              </a:spcAft>
              <a:buClr>
                <a:schemeClr val="dk1"/>
              </a:buClr>
              <a:buSzPts val="1200"/>
              <a:buChar char="•"/>
              <a:defRPr sz="1200"/>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cxnSp>
        <p:nvCxnSpPr>
          <p:cNvPr id="137" name="Google Shape;137;p33"/>
          <p:cNvCxnSpPr/>
          <p:nvPr/>
        </p:nvCxnSpPr>
        <p:spPr>
          <a:xfrm>
            <a:off x="740774" y="1847088"/>
            <a:ext cx="1910400" cy="0"/>
          </a:xfrm>
          <a:prstGeom prst="straightConnector1">
            <a:avLst/>
          </a:prstGeom>
          <a:noFill/>
          <a:ln w="12700" cap="flat" cmpd="sng">
            <a:solidFill>
              <a:schemeClr val="dk2"/>
            </a:solidFill>
            <a:prstDash val="solid"/>
            <a:miter lim="80"/>
            <a:headEnd type="none" w="sm" len="sm"/>
            <a:tailEnd type="none" w="sm" len="sm"/>
          </a:ln>
        </p:spPr>
      </p:cxnSp>
      <p:cxnSp>
        <p:nvCxnSpPr>
          <p:cNvPr id="138" name="Google Shape;138;p33"/>
          <p:cNvCxnSpPr/>
          <p:nvPr/>
        </p:nvCxnSpPr>
        <p:spPr>
          <a:xfrm>
            <a:off x="3625767" y="1847088"/>
            <a:ext cx="1910400" cy="0"/>
          </a:xfrm>
          <a:prstGeom prst="straightConnector1">
            <a:avLst/>
          </a:prstGeom>
          <a:noFill/>
          <a:ln w="12700" cap="flat" cmpd="sng">
            <a:solidFill>
              <a:schemeClr val="dk2"/>
            </a:solidFill>
            <a:prstDash val="solid"/>
            <a:miter lim="80"/>
            <a:headEnd type="none" w="sm" len="sm"/>
            <a:tailEnd type="none" w="sm" len="sm"/>
          </a:ln>
        </p:spPr>
      </p:cxnSp>
      <p:cxnSp>
        <p:nvCxnSpPr>
          <p:cNvPr id="139" name="Google Shape;139;p33"/>
          <p:cNvCxnSpPr/>
          <p:nvPr/>
        </p:nvCxnSpPr>
        <p:spPr>
          <a:xfrm>
            <a:off x="6503777" y="1847088"/>
            <a:ext cx="1910400" cy="0"/>
          </a:xfrm>
          <a:prstGeom prst="straightConnector1">
            <a:avLst/>
          </a:prstGeom>
          <a:noFill/>
          <a:ln w="12700" cap="flat" cmpd="sng">
            <a:solidFill>
              <a:schemeClr val="dk2"/>
            </a:solidFill>
            <a:prstDash val="solid"/>
            <a:miter lim="80"/>
            <a:headEnd type="none" w="sm" len="sm"/>
            <a:tailEnd type="none" w="sm" len="sm"/>
          </a:ln>
        </p:spPr>
      </p:cxn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B_Cards 2">
  <p:cSld name="Cards 2">
    <p:spTree>
      <p:nvGrpSpPr>
        <p:cNvPr id="1" name="Shape 140"/>
        <p:cNvGrpSpPr/>
        <p:nvPr/>
      </p:nvGrpSpPr>
      <p:grpSpPr>
        <a:xfrm>
          <a:off x="0" y="0"/>
          <a:ext cx="0" cy="0"/>
          <a:chOff x="0" y="0"/>
          <a:chExt cx="0" cy="0"/>
        </a:xfrm>
      </p:grpSpPr>
      <p:sp>
        <p:nvSpPr>
          <p:cNvPr id="141" name="Google Shape;141;p34"/>
          <p:cNvSpPr/>
          <p:nvPr/>
        </p:nvSpPr>
        <p:spPr>
          <a:xfrm>
            <a:off x="492931" y="2389174"/>
            <a:ext cx="2406000" cy="2182800"/>
          </a:xfrm>
          <a:prstGeom prst="roundRect">
            <a:avLst>
              <a:gd name="adj" fmla="val 2226"/>
            </a:avLst>
          </a:prstGeom>
          <a:solidFill>
            <a:schemeClr val="lt1"/>
          </a:solidFill>
          <a:ln w="12700" cap="flat" cmpd="sng">
            <a:solidFill>
              <a:schemeClr val="dk2"/>
            </a:solidFill>
            <a:prstDash val="solid"/>
            <a:miter lim="80"/>
            <a:headEnd type="none" w="sm" len="sm"/>
            <a:tailEnd type="none" w="sm" len="sm"/>
          </a:ln>
          <a:effectLst>
            <a:outerShdw dist="63500" dir="7800000" algn="ctr" rotWithShape="0">
              <a:schemeClr val="accent3"/>
            </a:outerShdw>
          </a:effectLst>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DM Sans"/>
              <a:ea typeface="DM Sans"/>
              <a:cs typeface="DM Sans"/>
              <a:sym typeface="DM Sans"/>
            </a:endParaRPr>
          </a:p>
        </p:txBody>
      </p:sp>
      <p:sp>
        <p:nvSpPr>
          <p:cNvPr id="142" name="Google Shape;142;p34"/>
          <p:cNvSpPr/>
          <p:nvPr/>
        </p:nvSpPr>
        <p:spPr>
          <a:xfrm>
            <a:off x="3378413" y="2389174"/>
            <a:ext cx="2406000" cy="2182800"/>
          </a:xfrm>
          <a:prstGeom prst="roundRect">
            <a:avLst>
              <a:gd name="adj" fmla="val 2226"/>
            </a:avLst>
          </a:prstGeom>
          <a:solidFill>
            <a:schemeClr val="lt1"/>
          </a:solidFill>
          <a:ln w="12700" cap="flat" cmpd="sng">
            <a:solidFill>
              <a:schemeClr val="dk2"/>
            </a:solidFill>
            <a:prstDash val="solid"/>
            <a:miter lim="80"/>
            <a:headEnd type="none" w="sm" len="sm"/>
            <a:tailEnd type="none" w="sm" len="sm"/>
          </a:ln>
          <a:effectLst>
            <a:outerShdw dist="63500" dir="7800000" algn="ctr" rotWithShape="0">
              <a:schemeClr val="accent3"/>
            </a:outerShdw>
          </a:effectLst>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DM Sans"/>
              <a:ea typeface="DM Sans"/>
              <a:cs typeface="DM Sans"/>
              <a:sym typeface="DM Sans"/>
            </a:endParaRPr>
          </a:p>
        </p:txBody>
      </p:sp>
      <p:sp>
        <p:nvSpPr>
          <p:cNvPr id="143" name="Google Shape;143;p34"/>
          <p:cNvSpPr/>
          <p:nvPr/>
        </p:nvSpPr>
        <p:spPr>
          <a:xfrm>
            <a:off x="6256421" y="2389174"/>
            <a:ext cx="2406000" cy="2182800"/>
          </a:xfrm>
          <a:prstGeom prst="roundRect">
            <a:avLst>
              <a:gd name="adj" fmla="val 2226"/>
            </a:avLst>
          </a:prstGeom>
          <a:solidFill>
            <a:schemeClr val="lt1"/>
          </a:solidFill>
          <a:ln w="12700" cap="flat" cmpd="sng">
            <a:solidFill>
              <a:schemeClr val="dk2"/>
            </a:solidFill>
            <a:prstDash val="solid"/>
            <a:miter lim="80"/>
            <a:headEnd type="none" w="sm" len="sm"/>
            <a:tailEnd type="none" w="sm" len="sm"/>
          </a:ln>
          <a:effectLst>
            <a:outerShdw dist="63500" dir="7800000" algn="ctr" rotWithShape="0">
              <a:schemeClr val="accent3"/>
            </a:outerShdw>
          </a:effectLst>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DM Sans"/>
              <a:ea typeface="DM Sans"/>
              <a:cs typeface="DM Sans"/>
              <a:sym typeface="DM Sans"/>
            </a:endParaRPr>
          </a:p>
        </p:txBody>
      </p:sp>
      <p:sp>
        <p:nvSpPr>
          <p:cNvPr id="144" name="Google Shape;144;p34"/>
          <p:cNvSpPr txBox="1">
            <a:spLocks noGrp="1"/>
          </p:cNvSpPr>
          <p:nvPr>
            <p:ph type="title"/>
          </p:nvPr>
        </p:nvSpPr>
        <p:spPr>
          <a:xfrm>
            <a:off x="420743" y="273844"/>
            <a:ext cx="8302500" cy="367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45" name="Google Shape;145;p34"/>
          <p:cNvSpPr txBox="1">
            <a:spLocks noGrp="1"/>
          </p:cNvSpPr>
          <p:nvPr>
            <p:ph type="body" idx="1"/>
          </p:nvPr>
        </p:nvSpPr>
        <p:spPr>
          <a:xfrm>
            <a:off x="740774" y="3113325"/>
            <a:ext cx="1910400" cy="309900"/>
          </a:xfrm>
          <a:prstGeom prst="rect">
            <a:avLst/>
          </a:prstGeom>
          <a:noFill/>
          <a:ln>
            <a:noFill/>
          </a:ln>
        </p:spPr>
        <p:txBody>
          <a:bodyPr spcFirstLastPara="1" wrap="square" lIns="68575" tIns="34275" rIns="68575" bIns="34275" anchor="t" anchorCtr="0">
            <a:normAutofit/>
          </a:bodyPr>
          <a:lstStyle>
            <a:lvl1pPr marL="457200" lvl="0" indent="-228600" algn="ctr">
              <a:lnSpc>
                <a:spcPct val="90000"/>
              </a:lnSpc>
              <a:spcBef>
                <a:spcPts val="800"/>
              </a:spcBef>
              <a:spcAft>
                <a:spcPts val="0"/>
              </a:spcAft>
              <a:buClr>
                <a:schemeClr val="dk2"/>
              </a:buClr>
              <a:buSzPts val="1200"/>
              <a:buNone/>
              <a:defRPr sz="1200" b="0" i="0">
                <a:solidFill>
                  <a:schemeClr val="dk2"/>
                </a:solidFill>
                <a:latin typeface="DM Sans"/>
                <a:ea typeface="DM Sans"/>
                <a:cs typeface="DM Sans"/>
                <a:sym typeface="DM Sans"/>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46" name="Google Shape;146;p34"/>
          <p:cNvSpPr txBox="1">
            <a:spLocks noGrp="1"/>
          </p:cNvSpPr>
          <p:nvPr>
            <p:ph type="body" idx="2"/>
          </p:nvPr>
        </p:nvSpPr>
        <p:spPr>
          <a:xfrm>
            <a:off x="667264" y="3559092"/>
            <a:ext cx="2057400" cy="85650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100"/>
              <a:buNone/>
              <a:defRPr sz="1100">
                <a:latin typeface="DM Sans"/>
                <a:ea typeface="DM Sans"/>
                <a:cs typeface="DM Sans"/>
                <a:sym typeface="DM Sans"/>
              </a:defRPr>
            </a:lvl1pPr>
            <a:lvl2pPr marL="914400" lvl="1" indent="-304800" algn="l">
              <a:lnSpc>
                <a:spcPct val="90000"/>
              </a:lnSpc>
              <a:spcBef>
                <a:spcPts val="400"/>
              </a:spcBef>
              <a:spcAft>
                <a:spcPts val="0"/>
              </a:spcAft>
              <a:buClr>
                <a:schemeClr val="dk1"/>
              </a:buClr>
              <a:buSzPts val="1200"/>
              <a:buChar char="•"/>
              <a:defRPr sz="1200"/>
            </a:lvl2pPr>
            <a:lvl3pPr marL="1371600" lvl="2" indent="-304800" algn="l">
              <a:lnSpc>
                <a:spcPct val="90000"/>
              </a:lnSpc>
              <a:spcBef>
                <a:spcPts val="400"/>
              </a:spcBef>
              <a:spcAft>
                <a:spcPts val="0"/>
              </a:spcAft>
              <a:buClr>
                <a:schemeClr val="dk1"/>
              </a:buClr>
              <a:buSzPts val="1200"/>
              <a:buChar char="•"/>
              <a:defRPr sz="1200"/>
            </a:lvl3pPr>
            <a:lvl4pPr marL="1828800" lvl="3" indent="-304800" algn="l">
              <a:lnSpc>
                <a:spcPct val="90000"/>
              </a:lnSpc>
              <a:spcBef>
                <a:spcPts val="400"/>
              </a:spcBef>
              <a:spcAft>
                <a:spcPts val="0"/>
              </a:spcAft>
              <a:buClr>
                <a:schemeClr val="dk1"/>
              </a:buClr>
              <a:buSzPts val="1200"/>
              <a:buChar char="•"/>
              <a:defRPr sz="1200"/>
            </a:lvl4pPr>
            <a:lvl5pPr marL="2286000" lvl="4" indent="-304800" algn="l">
              <a:lnSpc>
                <a:spcPct val="90000"/>
              </a:lnSpc>
              <a:spcBef>
                <a:spcPts val="400"/>
              </a:spcBef>
              <a:spcAft>
                <a:spcPts val="0"/>
              </a:spcAft>
              <a:buClr>
                <a:schemeClr val="dk1"/>
              </a:buClr>
              <a:buSzPts val="1200"/>
              <a:buChar char="•"/>
              <a:defRPr sz="1200"/>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47" name="Google Shape;147;p34"/>
          <p:cNvSpPr txBox="1">
            <a:spLocks noGrp="1"/>
          </p:cNvSpPr>
          <p:nvPr>
            <p:ph type="body" idx="3"/>
          </p:nvPr>
        </p:nvSpPr>
        <p:spPr>
          <a:xfrm>
            <a:off x="3626255" y="3113325"/>
            <a:ext cx="1910400" cy="309900"/>
          </a:xfrm>
          <a:prstGeom prst="rect">
            <a:avLst/>
          </a:prstGeom>
          <a:noFill/>
          <a:ln>
            <a:noFill/>
          </a:ln>
        </p:spPr>
        <p:txBody>
          <a:bodyPr spcFirstLastPara="1" wrap="square" lIns="68575" tIns="34275" rIns="68575" bIns="34275" anchor="t" anchorCtr="0">
            <a:normAutofit/>
          </a:bodyPr>
          <a:lstStyle>
            <a:lvl1pPr marL="457200" lvl="0" indent="-228600" algn="ctr">
              <a:lnSpc>
                <a:spcPct val="90000"/>
              </a:lnSpc>
              <a:spcBef>
                <a:spcPts val="800"/>
              </a:spcBef>
              <a:spcAft>
                <a:spcPts val="0"/>
              </a:spcAft>
              <a:buClr>
                <a:schemeClr val="dk2"/>
              </a:buClr>
              <a:buSzPts val="1200"/>
              <a:buNone/>
              <a:defRPr sz="1200" b="0" i="0">
                <a:solidFill>
                  <a:schemeClr val="dk2"/>
                </a:solidFill>
                <a:latin typeface="DM Sans"/>
                <a:ea typeface="DM Sans"/>
                <a:cs typeface="DM Sans"/>
                <a:sym typeface="DM Sans"/>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48" name="Google Shape;148;p34"/>
          <p:cNvSpPr txBox="1">
            <a:spLocks noGrp="1"/>
          </p:cNvSpPr>
          <p:nvPr>
            <p:ph type="body" idx="4"/>
          </p:nvPr>
        </p:nvSpPr>
        <p:spPr>
          <a:xfrm>
            <a:off x="3552745" y="3559092"/>
            <a:ext cx="2057400" cy="85650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100"/>
              <a:buNone/>
              <a:defRPr sz="1100">
                <a:latin typeface="DM Sans"/>
                <a:ea typeface="DM Sans"/>
                <a:cs typeface="DM Sans"/>
                <a:sym typeface="DM Sans"/>
              </a:defRPr>
            </a:lvl1pPr>
            <a:lvl2pPr marL="914400" lvl="1" indent="-304800" algn="l">
              <a:lnSpc>
                <a:spcPct val="90000"/>
              </a:lnSpc>
              <a:spcBef>
                <a:spcPts val="400"/>
              </a:spcBef>
              <a:spcAft>
                <a:spcPts val="0"/>
              </a:spcAft>
              <a:buClr>
                <a:schemeClr val="dk1"/>
              </a:buClr>
              <a:buSzPts val="1200"/>
              <a:buChar char="•"/>
              <a:defRPr sz="1200"/>
            </a:lvl2pPr>
            <a:lvl3pPr marL="1371600" lvl="2" indent="-304800" algn="l">
              <a:lnSpc>
                <a:spcPct val="90000"/>
              </a:lnSpc>
              <a:spcBef>
                <a:spcPts val="400"/>
              </a:spcBef>
              <a:spcAft>
                <a:spcPts val="0"/>
              </a:spcAft>
              <a:buClr>
                <a:schemeClr val="dk1"/>
              </a:buClr>
              <a:buSzPts val="1200"/>
              <a:buChar char="•"/>
              <a:defRPr sz="1200"/>
            </a:lvl3pPr>
            <a:lvl4pPr marL="1828800" lvl="3" indent="-304800" algn="l">
              <a:lnSpc>
                <a:spcPct val="90000"/>
              </a:lnSpc>
              <a:spcBef>
                <a:spcPts val="400"/>
              </a:spcBef>
              <a:spcAft>
                <a:spcPts val="0"/>
              </a:spcAft>
              <a:buClr>
                <a:schemeClr val="dk1"/>
              </a:buClr>
              <a:buSzPts val="1200"/>
              <a:buChar char="•"/>
              <a:defRPr sz="1200"/>
            </a:lvl4pPr>
            <a:lvl5pPr marL="2286000" lvl="4" indent="-304800" algn="l">
              <a:lnSpc>
                <a:spcPct val="90000"/>
              </a:lnSpc>
              <a:spcBef>
                <a:spcPts val="400"/>
              </a:spcBef>
              <a:spcAft>
                <a:spcPts val="0"/>
              </a:spcAft>
              <a:buClr>
                <a:schemeClr val="dk1"/>
              </a:buClr>
              <a:buSzPts val="1200"/>
              <a:buChar char="•"/>
              <a:defRPr sz="1200"/>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49" name="Google Shape;149;p34"/>
          <p:cNvSpPr txBox="1">
            <a:spLocks noGrp="1"/>
          </p:cNvSpPr>
          <p:nvPr>
            <p:ph type="body" idx="5"/>
          </p:nvPr>
        </p:nvSpPr>
        <p:spPr>
          <a:xfrm>
            <a:off x="6504263" y="3113325"/>
            <a:ext cx="1910400" cy="309900"/>
          </a:xfrm>
          <a:prstGeom prst="rect">
            <a:avLst/>
          </a:prstGeom>
          <a:noFill/>
          <a:ln>
            <a:noFill/>
          </a:ln>
        </p:spPr>
        <p:txBody>
          <a:bodyPr spcFirstLastPara="1" wrap="square" lIns="68575" tIns="34275" rIns="68575" bIns="34275" anchor="t" anchorCtr="0">
            <a:normAutofit/>
          </a:bodyPr>
          <a:lstStyle>
            <a:lvl1pPr marL="457200" lvl="0" indent="-228600" algn="ctr">
              <a:lnSpc>
                <a:spcPct val="90000"/>
              </a:lnSpc>
              <a:spcBef>
                <a:spcPts val="800"/>
              </a:spcBef>
              <a:spcAft>
                <a:spcPts val="0"/>
              </a:spcAft>
              <a:buClr>
                <a:schemeClr val="dk2"/>
              </a:buClr>
              <a:buSzPts val="1200"/>
              <a:buNone/>
              <a:defRPr sz="1200" b="0" i="0">
                <a:solidFill>
                  <a:schemeClr val="dk2"/>
                </a:solidFill>
                <a:latin typeface="DM Sans"/>
                <a:ea typeface="DM Sans"/>
                <a:cs typeface="DM Sans"/>
                <a:sym typeface="DM Sans"/>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50" name="Google Shape;150;p34"/>
          <p:cNvSpPr txBox="1">
            <a:spLocks noGrp="1"/>
          </p:cNvSpPr>
          <p:nvPr>
            <p:ph type="body" idx="6"/>
          </p:nvPr>
        </p:nvSpPr>
        <p:spPr>
          <a:xfrm>
            <a:off x="6430754" y="3559092"/>
            <a:ext cx="2057400" cy="85650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100"/>
              <a:buNone/>
              <a:defRPr sz="1100">
                <a:latin typeface="DM Sans"/>
                <a:ea typeface="DM Sans"/>
                <a:cs typeface="DM Sans"/>
                <a:sym typeface="DM Sans"/>
              </a:defRPr>
            </a:lvl1pPr>
            <a:lvl2pPr marL="914400" lvl="1" indent="-304800" algn="l">
              <a:lnSpc>
                <a:spcPct val="90000"/>
              </a:lnSpc>
              <a:spcBef>
                <a:spcPts val="400"/>
              </a:spcBef>
              <a:spcAft>
                <a:spcPts val="0"/>
              </a:spcAft>
              <a:buClr>
                <a:schemeClr val="dk1"/>
              </a:buClr>
              <a:buSzPts val="1200"/>
              <a:buChar char="•"/>
              <a:defRPr sz="1200"/>
            </a:lvl2pPr>
            <a:lvl3pPr marL="1371600" lvl="2" indent="-304800" algn="l">
              <a:lnSpc>
                <a:spcPct val="90000"/>
              </a:lnSpc>
              <a:spcBef>
                <a:spcPts val="400"/>
              </a:spcBef>
              <a:spcAft>
                <a:spcPts val="0"/>
              </a:spcAft>
              <a:buClr>
                <a:schemeClr val="dk1"/>
              </a:buClr>
              <a:buSzPts val="1200"/>
              <a:buChar char="•"/>
              <a:defRPr sz="1200"/>
            </a:lvl3pPr>
            <a:lvl4pPr marL="1828800" lvl="3" indent="-304800" algn="l">
              <a:lnSpc>
                <a:spcPct val="90000"/>
              </a:lnSpc>
              <a:spcBef>
                <a:spcPts val="400"/>
              </a:spcBef>
              <a:spcAft>
                <a:spcPts val="0"/>
              </a:spcAft>
              <a:buClr>
                <a:schemeClr val="dk1"/>
              </a:buClr>
              <a:buSzPts val="1200"/>
              <a:buChar char="•"/>
              <a:defRPr sz="1200"/>
            </a:lvl4pPr>
            <a:lvl5pPr marL="2286000" lvl="4" indent="-304800" algn="l">
              <a:lnSpc>
                <a:spcPct val="90000"/>
              </a:lnSpc>
              <a:spcBef>
                <a:spcPts val="400"/>
              </a:spcBef>
              <a:spcAft>
                <a:spcPts val="0"/>
              </a:spcAft>
              <a:buClr>
                <a:schemeClr val="dk1"/>
              </a:buClr>
              <a:buSzPts val="1200"/>
              <a:buChar char="•"/>
              <a:defRPr sz="1200"/>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51" name="Google Shape;151;p34"/>
          <p:cNvSpPr txBox="1">
            <a:spLocks noGrp="1"/>
          </p:cNvSpPr>
          <p:nvPr>
            <p:ph type="body" idx="7"/>
          </p:nvPr>
        </p:nvSpPr>
        <p:spPr>
          <a:xfrm>
            <a:off x="420743" y="812524"/>
            <a:ext cx="8302500" cy="13815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cxnSp>
        <p:nvCxnSpPr>
          <p:cNvPr id="152" name="Google Shape;152;p34"/>
          <p:cNvCxnSpPr/>
          <p:nvPr/>
        </p:nvCxnSpPr>
        <p:spPr>
          <a:xfrm>
            <a:off x="740774" y="3423224"/>
            <a:ext cx="1910400" cy="0"/>
          </a:xfrm>
          <a:prstGeom prst="straightConnector1">
            <a:avLst/>
          </a:prstGeom>
          <a:noFill/>
          <a:ln w="12700" cap="flat" cmpd="sng">
            <a:solidFill>
              <a:schemeClr val="dk2"/>
            </a:solidFill>
            <a:prstDash val="solid"/>
            <a:miter lim="80"/>
            <a:headEnd type="none" w="sm" len="sm"/>
            <a:tailEnd type="none" w="sm" len="sm"/>
          </a:ln>
        </p:spPr>
      </p:cxnSp>
      <p:cxnSp>
        <p:nvCxnSpPr>
          <p:cNvPr id="153" name="Google Shape;153;p34"/>
          <p:cNvCxnSpPr/>
          <p:nvPr/>
        </p:nvCxnSpPr>
        <p:spPr>
          <a:xfrm>
            <a:off x="3628353" y="3423224"/>
            <a:ext cx="1910400" cy="0"/>
          </a:xfrm>
          <a:prstGeom prst="straightConnector1">
            <a:avLst/>
          </a:prstGeom>
          <a:noFill/>
          <a:ln w="12700" cap="flat" cmpd="sng">
            <a:solidFill>
              <a:schemeClr val="dk2"/>
            </a:solidFill>
            <a:prstDash val="solid"/>
            <a:miter lim="80"/>
            <a:headEnd type="none" w="sm" len="sm"/>
            <a:tailEnd type="none" w="sm" len="sm"/>
          </a:ln>
        </p:spPr>
      </p:cxnSp>
      <p:cxnSp>
        <p:nvCxnSpPr>
          <p:cNvPr id="154" name="Google Shape;154;p34"/>
          <p:cNvCxnSpPr/>
          <p:nvPr/>
        </p:nvCxnSpPr>
        <p:spPr>
          <a:xfrm>
            <a:off x="6503777" y="3423224"/>
            <a:ext cx="1910400" cy="0"/>
          </a:xfrm>
          <a:prstGeom prst="straightConnector1">
            <a:avLst/>
          </a:prstGeom>
          <a:noFill/>
          <a:ln w="12700" cap="flat" cmpd="sng">
            <a:solidFill>
              <a:schemeClr val="dk2"/>
            </a:solidFill>
            <a:prstDash val="solid"/>
            <a:miter lim="80"/>
            <a:headEnd type="none" w="sm" len="sm"/>
            <a:tailEnd type="none" w="sm" len="sm"/>
          </a:ln>
        </p:spPr>
      </p:cxn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B_Cards 3">
  <p:cSld name="Cards 3">
    <p:spTree>
      <p:nvGrpSpPr>
        <p:cNvPr id="1" name="Shape 155"/>
        <p:cNvGrpSpPr/>
        <p:nvPr/>
      </p:nvGrpSpPr>
      <p:grpSpPr>
        <a:xfrm>
          <a:off x="0" y="0"/>
          <a:ext cx="0" cy="0"/>
          <a:chOff x="0" y="0"/>
          <a:chExt cx="0" cy="0"/>
        </a:xfrm>
      </p:grpSpPr>
      <p:sp>
        <p:nvSpPr>
          <p:cNvPr id="156" name="Google Shape;156;p35"/>
          <p:cNvSpPr txBox="1">
            <a:spLocks noGrp="1"/>
          </p:cNvSpPr>
          <p:nvPr>
            <p:ph type="title"/>
          </p:nvPr>
        </p:nvSpPr>
        <p:spPr>
          <a:xfrm>
            <a:off x="420743" y="273844"/>
            <a:ext cx="8302500" cy="367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57" name="Google Shape;157;p35"/>
          <p:cNvSpPr/>
          <p:nvPr/>
        </p:nvSpPr>
        <p:spPr>
          <a:xfrm>
            <a:off x="463013" y="1048888"/>
            <a:ext cx="1877100" cy="3570600"/>
          </a:xfrm>
          <a:prstGeom prst="roundRect">
            <a:avLst>
              <a:gd name="adj" fmla="val 5049"/>
            </a:avLst>
          </a:prstGeom>
          <a:solidFill>
            <a:schemeClr val="lt1"/>
          </a:solidFill>
          <a:ln w="12700" cap="flat" cmpd="sng">
            <a:solidFill>
              <a:srgbClr val="CBDAFF"/>
            </a:solidFill>
            <a:prstDash val="solid"/>
            <a:miter lim="80"/>
            <a:headEnd type="none" w="sm" len="sm"/>
            <a:tailEnd type="none" w="sm" len="sm"/>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chemeClr val="lt1"/>
              </a:buClr>
              <a:buSzPts val="1400"/>
              <a:buFont typeface="DM Sans"/>
              <a:buNone/>
            </a:pPr>
            <a:endParaRPr sz="1400" b="0" i="0" u="none" strike="noStrike" cap="none">
              <a:solidFill>
                <a:srgbClr val="001142"/>
              </a:solidFill>
              <a:latin typeface="DM Sans"/>
              <a:ea typeface="DM Sans"/>
              <a:cs typeface="DM Sans"/>
              <a:sym typeface="DM Sans"/>
            </a:endParaRPr>
          </a:p>
        </p:txBody>
      </p:sp>
      <p:sp>
        <p:nvSpPr>
          <p:cNvPr id="158" name="Google Shape;158;p35"/>
          <p:cNvSpPr/>
          <p:nvPr/>
        </p:nvSpPr>
        <p:spPr>
          <a:xfrm>
            <a:off x="1031136" y="752468"/>
            <a:ext cx="740700" cy="740700"/>
          </a:xfrm>
          <a:prstGeom prst="ellipse">
            <a:avLst/>
          </a:prstGeom>
          <a:solidFill>
            <a:schemeClr val="lt1"/>
          </a:solidFill>
          <a:ln w="12700" cap="flat" cmpd="sng">
            <a:solidFill>
              <a:srgbClr val="0254EC"/>
            </a:solidFill>
            <a:prstDash val="solid"/>
            <a:miter lim="8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DM Sans"/>
              <a:ea typeface="DM Sans"/>
              <a:cs typeface="DM Sans"/>
              <a:sym typeface="DM Sans"/>
            </a:endParaRPr>
          </a:p>
        </p:txBody>
      </p:sp>
      <p:sp>
        <p:nvSpPr>
          <p:cNvPr id="159" name="Google Shape;159;p35"/>
          <p:cNvSpPr/>
          <p:nvPr/>
        </p:nvSpPr>
        <p:spPr>
          <a:xfrm>
            <a:off x="2596613" y="1048888"/>
            <a:ext cx="1877100" cy="3570600"/>
          </a:xfrm>
          <a:prstGeom prst="roundRect">
            <a:avLst>
              <a:gd name="adj" fmla="val 5049"/>
            </a:avLst>
          </a:prstGeom>
          <a:solidFill>
            <a:schemeClr val="lt1"/>
          </a:solidFill>
          <a:ln w="12700" cap="flat" cmpd="sng">
            <a:solidFill>
              <a:srgbClr val="CBDAFF"/>
            </a:solidFill>
            <a:prstDash val="solid"/>
            <a:miter lim="80"/>
            <a:headEnd type="none" w="sm" len="sm"/>
            <a:tailEnd type="none" w="sm" len="sm"/>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chemeClr val="lt1"/>
              </a:buClr>
              <a:buSzPts val="1400"/>
              <a:buFont typeface="DM Sans"/>
              <a:buNone/>
            </a:pPr>
            <a:endParaRPr sz="1400" b="0" i="0" u="none" strike="noStrike" cap="none">
              <a:solidFill>
                <a:srgbClr val="001142"/>
              </a:solidFill>
              <a:latin typeface="DM Sans"/>
              <a:ea typeface="DM Sans"/>
              <a:cs typeface="DM Sans"/>
              <a:sym typeface="DM Sans"/>
            </a:endParaRPr>
          </a:p>
        </p:txBody>
      </p:sp>
      <p:sp>
        <p:nvSpPr>
          <p:cNvPr id="160" name="Google Shape;160;p35"/>
          <p:cNvSpPr/>
          <p:nvPr/>
        </p:nvSpPr>
        <p:spPr>
          <a:xfrm>
            <a:off x="3164736" y="752468"/>
            <a:ext cx="740700" cy="740700"/>
          </a:xfrm>
          <a:prstGeom prst="ellipse">
            <a:avLst/>
          </a:prstGeom>
          <a:solidFill>
            <a:schemeClr val="lt1"/>
          </a:solidFill>
          <a:ln w="12700" cap="flat" cmpd="sng">
            <a:solidFill>
              <a:srgbClr val="0254EC"/>
            </a:solidFill>
            <a:prstDash val="solid"/>
            <a:miter lim="8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DM Sans"/>
              <a:ea typeface="DM Sans"/>
              <a:cs typeface="DM Sans"/>
              <a:sym typeface="DM Sans"/>
            </a:endParaRPr>
          </a:p>
        </p:txBody>
      </p:sp>
      <p:sp>
        <p:nvSpPr>
          <p:cNvPr id="161" name="Google Shape;161;p35"/>
          <p:cNvSpPr/>
          <p:nvPr/>
        </p:nvSpPr>
        <p:spPr>
          <a:xfrm>
            <a:off x="4730213" y="1048888"/>
            <a:ext cx="1877100" cy="3570600"/>
          </a:xfrm>
          <a:prstGeom prst="roundRect">
            <a:avLst>
              <a:gd name="adj" fmla="val 5049"/>
            </a:avLst>
          </a:prstGeom>
          <a:solidFill>
            <a:schemeClr val="lt1"/>
          </a:solidFill>
          <a:ln w="12700" cap="flat" cmpd="sng">
            <a:solidFill>
              <a:srgbClr val="CBDAFF"/>
            </a:solidFill>
            <a:prstDash val="solid"/>
            <a:miter lim="80"/>
            <a:headEnd type="none" w="sm" len="sm"/>
            <a:tailEnd type="none" w="sm" len="sm"/>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chemeClr val="lt1"/>
              </a:buClr>
              <a:buSzPts val="1400"/>
              <a:buFont typeface="DM Sans"/>
              <a:buNone/>
            </a:pPr>
            <a:endParaRPr sz="1400" b="0" i="0" u="none" strike="noStrike" cap="none">
              <a:solidFill>
                <a:srgbClr val="001142"/>
              </a:solidFill>
              <a:latin typeface="DM Sans"/>
              <a:ea typeface="DM Sans"/>
              <a:cs typeface="DM Sans"/>
              <a:sym typeface="DM Sans"/>
            </a:endParaRPr>
          </a:p>
        </p:txBody>
      </p:sp>
      <p:sp>
        <p:nvSpPr>
          <p:cNvPr id="162" name="Google Shape;162;p35"/>
          <p:cNvSpPr/>
          <p:nvPr/>
        </p:nvSpPr>
        <p:spPr>
          <a:xfrm>
            <a:off x="5298336" y="752468"/>
            <a:ext cx="740700" cy="740700"/>
          </a:xfrm>
          <a:prstGeom prst="ellipse">
            <a:avLst/>
          </a:prstGeom>
          <a:solidFill>
            <a:schemeClr val="lt1"/>
          </a:solidFill>
          <a:ln w="12700" cap="flat" cmpd="sng">
            <a:solidFill>
              <a:srgbClr val="0254EC"/>
            </a:solidFill>
            <a:prstDash val="solid"/>
            <a:miter lim="8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DM Sans"/>
              <a:ea typeface="DM Sans"/>
              <a:cs typeface="DM Sans"/>
              <a:sym typeface="DM Sans"/>
            </a:endParaRPr>
          </a:p>
        </p:txBody>
      </p:sp>
      <p:sp>
        <p:nvSpPr>
          <p:cNvPr id="163" name="Google Shape;163;p35"/>
          <p:cNvSpPr/>
          <p:nvPr/>
        </p:nvSpPr>
        <p:spPr>
          <a:xfrm>
            <a:off x="6863813" y="1048888"/>
            <a:ext cx="1877100" cy="3570600"/>
          </a:xfrm>
          <a:prstGeom prst="roundRect">
            <a:avLst>
              <a:gd name="adj" fmla="val 5049"/>
            </a:avLst>
          </a:prstGeom>
          <a:solidFill>
            <a:schemeClr val="lt1"/>
          </a:solidFill>
          <a:ln w="12700" cap="flat" cmpd="sng">
            <a:solidFill>
              <a:srgbClr val="CBDAFF"/>
            </a:solidFill>
            <a:prstDash val="solid"/>
            <a:miter lim="80"/>
            <a:headEnd type="none" w="sm" len="sm"/>
            <a:tailEnd type="none" w="sm" len="sm"/>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chemeClr val="lt1"/>
              </a:buClr>
              <a:buSzPts val="1400"/>
              <a:buFont typeface="DM Sans"/>
              <a:buNone/>
            </a:pPr>
            <a:endParaRPr sz="1400" b="0" i="0" u="none" strike="noStrike" cap="none">
              <a:solidFill>
                <a:srgbClr val="001142"/>
              </a:solidFill>
              <a:latin typeface="DM Sans"/>
              <a:ea typeface="DM Sans"/>
              <a:cs typeface="DM Sans"/>
              <a:sym typeface="DM Sans"/>
            </a:endParaRPr>
          </a:p>
        </p:txBody>
      </p:sp>
      <p:sp>
        <p:nvSpPr>
          <p:cNvPr id="164" name="Google Shape;164;p35"/>
          <p:cNvSpPr/>
          <p:nvPr/>
        </p:nvSpPr>
        <p:spPr>
          <a:xfrm>
            <a:off x="7431936" y="752468"/>
            <a:ext cx="740700" cy="740700"/>
          </a:xfrm>
          <a:prstGeom prst="ellipse">
            <a:avLst/>
          </a:prstGeom>
          <a:solidFill>
            <a:schemeClr val="lt1"/>
          </a:solidFill>
          <a:ln w="12700" cap="flat" cmpd="sng">
            <a:solidFill>
              <a:srgbClr val="0254EC"/>
            </a:solidFill>
            <a:prstDash val="solid"/>
            <a:miter lim="8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DM Sans"/>
              <a:ea typeface="DM Sans"/>
              <a:cs typeface="DM Sans"/>
              <a:sym typeface="DM Sans"/>
            </a:endParaRPr>
          </a:p>
        </p:txBody>
      </p:sp>
      <p:sp>
        <p:nvSpPr>
          <p:cNvPr id="165" name="Google Shape;165;p35"/>
          <p:cNvSpPr txBox="1">
            <a:spLocks noGrp="1"/>
          </p:cNvSpPr>
          <p:nvPr>
            <p:ph type="body" idx="1"/>
          </p:nvPr>
        </p:nvSpPr>
        <p:spPr>
          <a:xfrm>
            <a:off x="572561" y="2072245"/>
            <a:ext cx="1657800" cy="2390400"/>
          </a:xfrm>
          <a:prstGeom prst="rect">
            <a:avLst/>
          </a:prstGeom>
          <a:noFill/>
          <a:ln>
            <a:noFill/>
          </a:ln>
        </p:spPr>
        <p:txBody>
          <a:bodyPr spcFirstLastPara="1" wrap="square" lIns="68575" tIns="34275" rIns="68575" bIns="34275" anchor="t" anchorCtr="0">
            <a:noAutofit/>
          </a:bodyPr>
          <a:lstStyle>
            <a:lvl1pPr marL="457200" lvl="0" indent="-285750" algn="l">
              <a:lnSpc>
                <a:spcPct val="90000"/>
              </a:lnSpc>
              <a:spcBef>
                <a:spcPts val="800"/>
              </a:spcBef>
              <a:spcAft>
                <a:spcPts val="0"/>
              </a:spcAft>
              <a:buClr>
                <a:schemeClr val="dk1"/>
              </a:buClr>
              <a:buSzPts val="900"/>
              <a:buFont typeface="DM Sans"/>
              <a:buChar char="•"/>
              <a:defRPr sz="900"/>
            </a:lvl1pPr>
            <a:lvl2pPr marL="914400" lvl="1" indent="-285750" algn="l">
              <a:lnSpc>
                <a:spcPct val="90000"/>
              </a:lnSpc>
              <a:spcBef>
                <a:spcPts val="400"/>
              </a:spcBef>
              <a:spcAft>
                <a:spcPts val="0"/>
              </a:spcAft>
              <a:buClr>
                <a:schemeClr val="dk1"/>
              </a:buClr>
              <a:buSzPts val="900"/>
              <a:buFont typeface="DM Sans"/>
              <a:buChar char="•"/>
              <a:defRPr sz="900"/>
            </a:lvl2pPr>
            <a:lvl3pPr marL="1371600" lvl="2" indent="-285750" algn="l">
              <a:lnSpc>
                <a:spcPct val="90000"/>
              </a:lnSpc>
              <a:spcBef>
                <a:spcPts val="400"/>
              </a:spcBef>
              <a:spcAft>
                <a:spcPts val="0"/>
              </a:spcAft>
              <a:buClr>
                <a:schemeClr val="dk1"/>
              </a:buClr>
              <a:buSzPts val="900"/>
              <a:buFont typeface="DM Sans"/>
              <a:buChar char="•"/>
              <a:defRPr sz="900"/>
            </a:lvl3pPr>
            <a:lvl4pPr marL="1828800" lvl="3" indent="-285750" algn="l">
              <a:lnSpc>
                <a:spcPct val="90000"/>
              </a:lnSpc>
              <a:spcBef>
                <a:spcPts val="400"/>
              </a:spcBef>
              <a:spcAft>
                <a:spcPts val="0"/>
              </a:spcAft>
              <a:buClr>
                <a:schemeClr val="dk1"/>
              </a:buClr>
              <a:buSzPts val="900"/>
              <a:buFont typeface="DM Sans"/>
              <a:buChar char="•"/>
              <a:defRPr sz="900"/>
            </a:lvl4pPr>
            <a:lvl5pPr marL="2286000" lvl="4" indent="-285750" algn="l">
              <a:lnSpc>
                <a:spcPct val="90000"/>
              </a:lnSpc>
              <a:spcBef>
                <a:spcPts val="400"/>
              </a:spcBef>
              <a:spcAft>
                <a:spcPts val="0"/>
              </a:spcAft>
              <a:buClr>
                <a:schemeClr val="dk1"/>
              </a:buClr>
              <a:buSzPts val="900"/>
              <a:buFont typeface="DM Sans"/>
              <a:buChar char="•"/>
              <a:defRPr sz="900"/>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66" name="Google Shape;166;p35"/>
          <p:cNvSpPr txBox="1">
            <a:spLocks noGrp="1"/>
          </p:cNvSpPr>
          <p:nvPr>
            <p:ph type="body" idx="2"/>
          </p:nvPr>
        </p:nvSpPr>
        <p:spPr>
          <a:xfrm>
            <a:off x="2706160" y="2072245"/>
            <a:ext cx="1657800" cy="2390400"/>
          </a:xfrm>
          <a:prstGeom prst="rect">
            <a:avLst/>
          </a:prstGeom>
          <a:noFill/>
          <a:ln>
            <a:noFill/>
          </a:ln>
        </p:spPr>
        <p:txBody>
          <a:bodyPr spcFirstLastPara="1" wrap="square" lIns="68575" tIns="34275" rIns="68575" bIns="34275" anchor="t" anchorCtr="0">
            <a:noAutofit/>
          </a:bodyPr>
          <a:lstStyle>
            <a:lvl1pPr marL="457200" lvl="0" indent="-285750" algn="l">
              <a:lnSpc>
                <a:spcPct val="90000"/>
              </a:lnSpc>
              <a:spcBef>
                <a:spcPts val="800"/>
              </a:spcBef>
              <a:spcAft>
                <a:spcPts val="0"/>
              </a:spcAft>
              <a:buClr>
                <a:schemeClr val="dk1"/>
              </a:buClr>
              <a:buSzPts val="900"/>
              <a:buFont typeface="DM Sans"/>
              <a:buChar char="•"/>
              <a:defRPr sz="900"/>
            </a:lvl1pPr>
            <a:lvl2pPr marL="914400" lvl="1" indent="-285750" algn="l">
              <a:lnSpc>
                <a:spcPct val="90000"/>
              </a:lnSpc>
              <a:spcBef>
                <a:spcPts val="400"/>
              </a:spcBef>
              <a:spcAft>
                <a:spcPts val="0"/>
              </a:spcAft>
              <a:buClr>
                <a:schemeClr val="dk1"/>
              </a:buClr>
              <a:buSzPts val="900"/>
              <a:buFont typeface="DM Sans"/>
              <a:buChar char="•"/>
              <a:defRPr sz="900"/>
            </a:lvl2pPr>
            <a:lvl3pPr marL="1371600" lvl="2" indent="-285750" algn="l">
              <a:lnSpc>
                <a:spcPct val="90000"/>
              </a:lnSpc>
              <a:spcBef>
                <a:spcPts val="400"/>
              </a:spcBef>
              <a:spcAft>
                <a:spcPts val="0"/>
              </a:spcAft>
              <a:buClr>
                <a:schemeClr val="dk1"/>
              </a:buClr>
              <a:buSzPts val="900"/>
              <a:buFont typeface="DM Sans"/>
              <a:buChar char="•"/>
              <a:defRPr sz="900"/>
            </a:lvl3pPr>
            <a:lvl4pPr marL="1828800" lvl="3" indent="-285750" algn="l">
              <a:lnSpc>
                <a:spcPct val="90000"/>
              </a:lnSpc>
              <a:spcBef>
                <a:spcPts val="400"/>
              </a:spcBef>
              <a:spcAft>
                <a:spcPts val="0"/>
              </a:spcAft>
              <a:buClr>
                <a:schemeClr val="dk1"/>
              </a:buClr>
              <a:buSzPts val="900"/>
              <a:buFont typeface="DM Sans"/>
              <a:buChar char="•"/>
              <a:defRPr sz="900"/>
            </a:lvl4pPr>
            <a:lvl5pPr marL="2286000" lvl="4" indent="-285750" algn="l">
              <a:lnSpc>
                <a:spcPct val="90000"/>
              </a:lnSpc>
              <a:spcBef>
                <a:spcPts val="400"/>
              </a:spcBef>
              <a:spcAft>
                <a:spcPts val="0"/>
              </a:spcAft>
              <a:buClr>
                <a:schemeClr val="dk1"/>
              </a:buClr>
              <a:buSzPts val="900"/>
              <a:buFont typeface="DM Sans"/>
              <a:buChar char="•"/>
              <a:defRPr sz="900"/>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67" name="Google Shape;167;p35"/>
          <p:cNvSpPr txBox="1">
            <a:spLocks noGrp="1"/>
          </p:cNvSpPr>
          <p:nvPr>
            <p:ph type="body" idx="3"/>
          </p:nvPr>
        </p:nvSpPr>
        <p:spPr>
          <a:xfrm>
            <a:off x="4839761" y="2072245"/>
            <a:ext cx="1657800" cy="2390400"/>
          </a:xfrm>
          <a:prstGeom prst="rect">
            <a:avLst/>
          </a:prstGeom>
          <a:noFill/>
          <a:ln>
            <a:noFill/>
          </a:ln>
        </p:spPr>
        <p:txBody>
          <a:bodyPr spcFirstLastPara="1" wrap="square" lIns="68575" tIns="34275" rIns="68575" bIns="34275" anchor="t" anchorCtr="0">
            <a:noAutofit/>
          </a:bodyPr>
          <a:lstStyle>
            <a:lvl1pPr marL="457200" lvl="0" indent="-285750" algn="l">
              <a:lnSpc>
                <a:spcPct val="90000"/>
              </a:lnSpc>
              <a:spcBef>
                <a:spcPts val="800"/>
              </a:spcBef>
              <a:spcAft>
                <a:spcPts val="0"/>
              </a:spcAft>
              <a:buClr>
                <a:schemeClr val="dk1"/>
              </a:buClr>
              <a:buSzPts val="900"/>
              <a:buFont typeface="DM Sans"/>
              <a:buChar char="•"/>
              <a:defRPr sz="900"/>
            </a:lvl1pPr>
            <a:lvl2pPr marL="914400" lvl="1" indent="-285750" algn="l">
              <a:lnSpc>
                <a:spcPct val="90000"/>
              </a:lnSpc>
              <a:spcBef>
                <a:spcPts val="400"/>
              </a:spcBef>
              <a:spcAft>
                <a:spcPts val="0"/>
              </a:spcAft>
              <a:buClr>
                <a:schemeClr val="dk1"/>
              </a:buClr>
              <a:buSzPts val="900"/>
              <a:buFont typeface="DM Sans"/>
              <a:buChar char="•"/>
              <a:defRPr sz="900"/>
            </a:lvl2pPr>
            <a:lvl3pPr marL="1371600" lvl="2" indent="-285750" algn="l">
              <a:lnSpc>
                <a:spcPct val="90000"/>
              </a:lnSpc>
              <a:spcBef>
                <a:spcPts val="400"/>
              </a:spcBef>
              <a:spcAft>
                <a:spcPts val="0"/>
              </a:spcAft>
              <a:buClr>
                <a:schemeClr val="dk1"/>
              </a:buClr>
              <a:buSzPts val="900"/>
              <a:buFont typeface="DM Sans"/>
              <a:buChar char="•"/>
              <a:defRPr sz="900"/>
            </a:lvl3pPr>
            <a:lvl4pPr marL="1828800" lvl="3" indent="-285750" algn="l">
              <a:lnSpc>
                <a:spcPct val="90000"/>
              </a:lnSpc>
              <a:spcBef>
                <a:spcPts val="400"/>
              </a:spcBef>
              <a:spcAft>
                <a:spcPts val="0"/>
              </a:spcAft>
              <a:buClr>
                <a:schemeClr val="dk1"/>
              </a:buClr>
              <a:buSzPts val="900"/>
              <a:buFont typeface="DM Sans"/>
              <a:buChar char="•"/>
              <a:defRPr sz="900"/>
            </a:lvl4pPr>
            <a:lvl5pPr marL="2286000" lvl="4" indent="-285750" algn="l">
              <a:lnSpc>
                <a:spcPct val="90000"/>
              </a:lnSpc>
              <a:spcBef>
                <a:spcPts val="400"/>
              </a:spcBef>
              <a:spcAft>
                <a:spcPts val="0"/>
              </a:spcAft>
              <a:buClr>
                <a:schemeClr val="dk1"/>
              </a:buClr>
              <a:buSzPts val="900"/>
              <a:buFont typeface="DM Sans"/>
              <a:buChar char="•"/>
              <a:defRPr sz="900"/>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68" name="Google Shape;168;p35"/>
          <p:cNvSpPr txBox="1">
            <a:spLocks noGrp="1"/>
          </p:cNvSpPr>
          <p:nvPr>
            <p:ph type="body" idx="4"/>
          </p:nvPr>
        </p:nvSpPr>
        <p:spPr>
          <a:xfrm>
            <a:off x="6973361" y="2072245"/>
            <a:ext cx="1657800" cy="2390400"/>
          </a:xfrm>
          <a:prstGeom prst="rect">
            <a:avLst/>
          </a:prstGeom>
          <a:noFill/>
          <a:ln>
            <a:noFill/>
          </a:ln>
        </p:spPr>
        <p:txBody>
          <a:bodyPr spcFirstLastPara="1" wrap="square" lIns="68575" tIns="34275" rIns="68575" bIns="34275" anchor="t" anchorCtr="0">
            <a:noAutofit/>
          </a:bodyPr>
          <a:lstStyle>
            <a:lvl1pPr marL="457200" lvl="0" indent="-285750" algn="l">
              <a:lnSpc>
                <a:spcPct val="90000"/>
              </a:lnSpc>
              <a:spcBef>
                <a:spcPts val="800"/>
              </a:spcBef>
              <a:spcAft>
                <a:spcPts val="0"/>
              </a:spcAft>
              <a:buClr>
                <a:schemeClr val="dk1"/>
              </a:buClr>
              <a:buSzPts val="900"/>
              <a:buFont typeface="DM Sans"/>
              <a:buChar char="•"/>
              <a:defRPr sz="900"/>
            </a:lvl1pPr>
            <a:lvl2pPr marL="914400" lvl="1" indent="-285750" algn="l">
              <a:lnSpc>
                <a:spcPct val="90000"/>
              </a:lnSpc>
              <a:spcBef>
                <a:spcPts val="400"/>
              </a:spcBef>
              <a:spcAft>
                <a:spcPts val="0"/>
              </a:spcAft>
              <a:buClr>
                <a:schemeClr val="dk1"/>
              </a:buClr>
              <a:buSzPts val="900"/>
              <a:buFont typeface="DM Sans"/>
              <a:buChar char="•"/>
              <a:defRPr sz="900"/>
            </a:lvl2pPr>
            <a:lvl3pPr marL="1371600" lvl="2" indent="-285750" algn="l">
              <a:lnSpc>
                <a:spcPct val="90000"/>
              </a:lnSpc>
              <a:spcBef>
                <a:spcPts val="400"/>
              </a:spcBef>
              <a:spcAft>
                <a:spcPts val="0"/>
              </a:spcAft>
              <a:buClr>
                <a:schemeClr val="dk1"/>
              </a:buClr>
              <a:buSzPts val="900"/>
              <a:buFont typeface="DM Sans"/>
              <a:buChar char="•"/>
              <a:defRPr sz="900"/>
            </a:lvl3pPr>
            <a:lvl4pPr marL="1828800" lvl="3" indent="-285750" algn="l">
              <a:lnSpc>
                <a:spcPct val="90000"/>
              </a:lnSpc>
              <a:spcBef>
                <a:spcPts val="400"/>
              </a:spcBef>
              <a:spcAft>
                <a:spcPts val="0"/>
              </a:spcAft>
              <a:buClr>
                <a:schemeClr val="dk1"/>
              </a:buClr>
              <a:buSzPts val="900"/>
              <a:buFont typeface="DM Sans"/>
              <a:buChar char="•"/>
              <a:defRPr sz="900"/>
            </a:lvl4pPr>
            <a:lvl5pPr marL="2286000" lvl="4" indent="-285750" algn="l">
              <a:lnSpc>
                <a:spcPct val="90000"/>
              </a:lnSpc>
              <a:spcBef>
                <a:spcPts val="400"/>
              </a:spcBef>
              <a:spcAft>
                <a:spcPts val="0"/>
              </a:spcAft>
              <a:buClr>
                <a:schemeClr val="dk1"/>
              </a:buClr>
              <a:buSzPts val="900"/>
              <a:buFont typeface="DM Sans"/>
              <a:buChar char="•"/>
              <a:defRPr sz="900"/>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69" name="Google Shape;169;p35"/>
          <p:cNvSpPr txBox="1">
            <a:spLocks noGrp="1"/>
          </p:cNvSpPr>
          <p:nvPr>
            <p:ph type="body" idx="5"/>
          </p:nvPr>
        </p:nvSpPr>
        <p:spPr>
          <a:xfrm>
            <a:off x="572561" y="1537189"/>
            <a:ext cx="1657800" cy="309900"/>
          </a:xfrm>
          <a:prstGeom prst="rect">
            <a:avLst/>
          </a:prstGeom>
          <a:noFill/>
          <a:ln>
            <a:noFill/>
          </a:ln>
        </p:spPr>
        <p:txBody>
          <a:bodyPr spcFirstLastPara="1" wrap="square" lIns="68575" tIns="34275" rIns="68575" bIns="34275" anchor="t" anchorCtr="0">
            <a:noAutofit/>
          </a:bodyPr>
          <a:lstStyle>
            <a:lvl1pPr marL="457200" lvl="0" indent="-228600" algn="ctr">
              <a:lnSpc>
                <a:spcPct val="90000"/>
              </a:lnSpc>
              <a:spcBef>
                <a:spcPts val="800"/>
              </a:spcBef>
              <a:spcAft>
                <a:spcPts val="0"/>
              </a:spcAft>
              <a:buClr>
                <a:schemeClr val="dk2"/>
              </a:buClr>
              <a:buSzPts val="1100"/>
              <a:buFont typeface="DM Sans"/>
              <a:buNone/>
              <a:defRPr sz="1100">
                <a:solidFill>
                  <a:schemeClr val="dk2"/>
                </a:solidFill>
              </a:defRPr>
            </a:lvl1pPr>
            <a:lvl2pPr marL="914400" lvl="1" indent="-285750" algn="l">
              <a:lnSpc>
                <a:spcPct val="90000"/>
              </a:lnSpc>
              <a:spcBef>
                <a:spcPts val="400"/>
              </a:spcBef>
              <a:spcAft>
                <a:spcPts val="0"/>
              </a:spcAft>
              <a:buClr>
                <a:schemeClr val="dk1"/>
              </a:buClr>
              <a:buSzPts val="900"/>
              <a:buFont typeface="DM Sans"/>
              <a:buChar char="•"/>
              <a:defRPr sz="900"/>
            </a:lvl2pPr>
            <a:lvl3pPr marL="1371600" lvl="2" indent="-285750" algn="l">
              <a:lnSpc>
                <a:spcPct val="90000"/>
              </a:lnSpc>
              <a:spcBef>
                <a:spcPts val="400"/>
              </a:spcBef>
              <a:spcAft>
                <a:spcPts val="0"/>
              </a:spcAft>
              <a:buClr>
                <a:schemeClr val="dk1"/>
              </a:buClr>
              <a:buSzPts val="900"/>
              <a:buFont typeface="DM Sans"/>
              <a:buChar char="•"/>
              <a:defRPr sz="900"/>
            </a:lvl3pPr>
            <a:lvl4pPr marL="1828800" lvl="3" indent="-285750" algn="l">
              <a:lnSpc>
                <a:spcPct val="90000"/>
              </a:lnSpc>
              <a:spcBef>
                <a:spcPts val="400"/>
              </a:spcBef>
              <a:spcAft>
                <a:spcPts val="0"/>
              </a:spcAft>
              <a:buClr>
                <a:schemeClr val="dk1"/>
              </a:buClr>
              <a:buSzPts val="900"/>
              <a:buFont typeface="DM Sans"/>
              <a:buChar char="•"/>
              <a:defRPr sz="900"/>
            </a:lvl4pPr>
            <a:lvl5pPr marL="2286000" lvl="4" indent="-285750" algn="l">
              <a:lnSpc>
                <a:spcPct val="90000"/>
              </a:lnSpc>
              <a:spcBef>
                <a:spcPts val="400"/>
              </a:spcBef>
              <a:spcAft>
                <a:spcPts val="0"/>
              </a:spcAft>
              <a:buClr>
                <a:schemeClr val="dk1"/>
              </a:buClr>
              <a:buSzPts val="900"/>
              <a:buFont typeface="DM Sans"/>
              <a:buChar char="•"/>
              <a:defRPr sz="900"/>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70" name="Google Shape;170;p35"/>
          <p:cNvSpPr txBox="1">
            <a:spLocks noGrp="1"/>
          </p:cNvSpPr>
          <p:nvPr>
            <p:ph type="body" idx="6"/>
          </p:nvPr>
        </p:nvSpPr>
        <p:spPr>
          <a:xfrm>
            <a:off x="2706160" y="1537189"/>
            <a:ext cx="1657800" cy="309900"/>
          </a:xfrm>
          <a:prstGeom prst="rect">
            <a:avLst/>
          </a:prstGeom>
          <a:noFill/>
          <a:ln>
            <a:noFill/>
          </a:ln>
        </p:spPr>
        <p:txBody>
          <a:bodyPr spcFirstLastPara="1" wrap="square" lIns="68575" tIns="34275" rIns="68575" bIns="34275" anchor="t" anchorCtr="0">
            <a:noAutofit/>
          </a:bodyPr>
          <a:lstStyle>
            <a:lvl1pPr marL="457200" lvl="0" indent="-228600" algn="ctr">
              <a:lnSpc>
                <a:spcPct val="90000"/>
              </a:lnSpc>
              <a:spcBef>
                <a:spcPts val="800"/>
              </a:spcBef>
              <a:spcAft>
                <a:spcPts val="0"/>
              </a:spcAft>
              <a:buClr>
                <a:schemeClr val="dk2"/>
              </a:buClr>
              <a:buSzPts val="1100"/>
              <a:buFont typeface="DM Sans"/>
              <a:buNone/>
              <a:defRPr sz="1100">
                <a:solidFill>
                  <a:schemeClr val="dk2"/>
                </a:solidFill>
              </a:defRPr>
            </a:lvl1pPr>
            <a:lvl2pPr marL="914400" lvl="1" indent="-285750" algn="l">
              <a:lnSpc>
                <a:spcPct val="90000"/>
              </a:lnSpc>
              <a:spcBef>
                <a:spcPts val="400"/>
              </a:spcBef>
              <a:spcAft>
                <a:spcPts val="0"/>
              </a:spcAft>
              <a:buClr>
                <a:schemeClr val="dk1"/>
              </a:buClr>
              <a:buSzPts val="900"/>
              <a:buFont typeface="DM Sans"/>
              <a:buChar char="•"/>
              <a:defRPr sz="900"/>
            </a:lvl2pPr>
            <a:lvl3pPr marL="1371600" lvl="2" indent="-285750" algn="l">
              <a:lnSpc>
                <a:spcPct val="90000"/>
              </a:lnSpc>
              <a:spcBef>
                <a:spcPts val="400"/>
              </a:spcBef>
              <a:spcAft>
                <a:spcPts val="0"/>
              </a:spcAft>
              <a:buClr>
                <a:schemeClr val="dk1"/>
              </a:buClr>
              <a:buSzPts val="900"/>
              <a:buFont typeface="DM Sans"/>
              <a:buChar char="•"/>
              <a:defRPr sz="900"/>
            </a:lvl3pPr>
            <a:lvl4pPr marL="1828800" lvl="3" indent="-285750" algn="l">
              <a:lnSpc>
                <a:spcPct val="90000"/>
              </a:lnSpc>
              <a:spcBef>
                <a:spcPts val="400"/>
              </a:spcBef>
              <a:spcAft>
                <a:spcPts val="0"/>
              </a:spcAft>
              <a:buClr>
                <a:schemeClr val="dk1"/>
              </a:buClr>
              <a:buSzPts val="900"/>
              <a:buFont typeface="DM Sans"/>
              <a:buChar char="•"/>
              <a:defRPr sz="900"/>
            </a:lvl4pPr>
            <a:lvl5pPr marL="2286000" lvl="4" indent="-285750" algn="l">
              <a:lnSpc>
                <a:spcPct val="90000"/>
              </a:lnSpc>
              <a:spcBef>
                <a:spcPts val="400"/>
              </a:spcBef>
              <a:spcAft>
                <a:spcPts val="0"/>
              </a:spcAft>
              <a:buClr>
                <a:schemeClr val="dk1"/>
              </a:buClr>
              <a:buSzPts val="900"/>
              <a:buFont typeface="DM Sans"/>
              <a:buChar char="•"/>
              <a:defRPr sz="900"/>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71" name="Google Shape;171;p35"/>
          <p:cNvSpPr txBox="1">
            <a:spLocks noGrp="1"/>
          </p:cNvSpPr>
          <p:nvPr>
            <p:ph type="body" idx="7"/>
          </p:nvPr>
        </p:nvSpPr>
        <p:spPr>
          <a:xfrm>
            <a:off x="4839760" y="1537189"/>
            <a:ext cx="1657800" cy="309900"/>
          </a:xfrm>
          <a:prstGeom prst="rect">
            <a:avLst/>
          </a:prstGeom>
          <a:noFill/>
          <a:ln>
            <a:noFill/>
          </a:ln>
        </p:spPr>
        <p:txBody>
          <a:bodyPr spcFirstLastPara="1" wrap="square" lIns="68575" tIns="34275" rIns="68575" bIns="34275" anchor="t" anchorCtr="0">
            <a:noAutofit/>
          </a:bodyPr>
          <a:lstStyle>
            <a:lvl1pPr marL="457200" lvl="0" indent="-228600" algn="ctr">
              <a:lnSpc>
                <a:spcPct val="90000"/>
              </a:lnSpc>
              <a:spcBef>
                <a:spcPts val="800"/>
              </a:spcBef>
              <a:spcAft>
                <a:spcPts val="0"/>
              </a:spcAft>
              <a:buClr>
                <a:schemeClr val="dk2"/>
              </a:buClr>
              <a:buSzPts val="1100"/>
              <a:buFont typeface="DM Sans"/>
              <a:buNone/>
              <a:defRPr sz="1100">
                <a:solidFill>
                  <a:schemeClr val="dk2"/>
                </a:solidFill>
              </a:defRPr>
            </a:lvl1pPr>
            <a:lvl2pPr marL="914400" lvl="1" indent="-285750" algn="l">
              <a:lnSpc>
                <a:spcPct val="90000"/>
              </a:lnSpc>
              <a:spcBef>
                <a:spcPts val="400"/>
              </a:spcBef>
              <a:spcAft>
                <a:spcPts val="0"/>
              </a:spcAft>
              <a:buClr>
                <a:schemeClr val="dk1"/>
              </a:buClr>
              <a:buSzPts val="900"/>
              <a:buFont typeface="DM Sans"/>
              <a:buChar char="•"/>
              <a:defRPr sz="900"/>
            </a:lvl2pPr>
            <a:lvl3pPr marL="1371600" lvl="2" indent="-285750" algn="l">
              <a:lnSpc>
                <a:spcPct val="90000"/>
              </a:lnSpc>
              <a:spcBef>
                <a:spcPts val="400"/>
              </a:spcBef>
              <a:spcAft>
                <a:spcPts val="0"/>
              </a:spcAft>
              <a:buClr>
                <a:schemeClr val="dk1"/>
              </a:buClr>
              <a:buSzPts val="900"/>
              <a:buFont typeface="DM Sans"/>
              <a:buChar char="•"/>
              <a:defRPr sz="900"/>
            </a:lvl3pPr>
            <a:lvl4pPr marL="1828800" lvl="3" indent="-285750" algn="l">
              <a:lnSpc>
                <a:spcPct val="90000"/>
              </a:lnSpc>
              <a:spcBef>
                <a:spcPts val="400"/>
              </a:spcBef>
              <a:spcAft>
                <a:spcPts val="0"/>
              </a:spcAft>
              <a:buClr>
                <a:schemeClr val="dk1"/>
              </a:buClr>
              <a:buSzPts val="900"/>
              <a:buFont typeface="DM Sans"/>
              <a:buChar char="•"/>
              <a:defRPr sz="900"/>
            </a:lvl4pPr>
            <a:lvl5pPr marL="2286000" lvl="4" indent="-285750" algn="l">
              <a:lnSpc>
                <a:spcPct val="90000"/>
              </a:lnSpc>
              <a:spcBef>
                <a:spcPts val="400"/>
              </a:spcBef>
              <a:spcAft>
                <a:spcPts val="0"/>
              </a:spcAft>
              <a:buClr>
                <a:schemeClr val="dk1"/>
              </a:buClr>
              <a:buSzPts val="900"/>
              <a:buFont typeface="DM Sans"/>
              <a:buChar char="•"/>
              <a:defRPr sz="900"/>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72" name="Google Shape;172;p35"/>
          <p:cNvSpPr txBox="1">
            <a:spLocks noGrp="1"/>
          </p:cNvSpPr>
          <p:nvPr>
            <p:ph type="body" idx="8"/>
          </p:nvPr>
        </p:nvSpPr>
        <p:spPr>
          <a:xfrm>
            <a:off x="6973360" y="1537189"/>
            <a:ext cx="1657800" cy="309900"/>
          </a:xfrm>
          <a:prstGeom prst="rect">
            <a:avLst/>
          </a:prstGeom>
          <a:noFill/>
          <a:ln>
            <a:noFill/>
          </a:ln>
        </p:spPr>
        <p:txBody>
          <a:bodyPr spcFirstLastPara="1" wrap="square" lIns="68575" tIns="34275" rIns="68575" bIns="34275" anchor="t" anchorCtr="0">
            <a:noAutofit/>
          </a:bodyPr>
          <a:lstStyle>
            <a:lvl1pPr marL="457200" lvl="0" indent="-228600" algn="ctr">
              <a:lnSpc>
                <a:spcPct val="90000"/>
              </a:lnSpc>
              <a:spcBef>
                <a:spcPts val="800"/>
              </a:spcBef>
              <a:spcAft>
                <a:spcPts val="0"/>
              </a:spcAft>
              <a:buClr>
                <a:schemeClr val="dk2"/>
              </a:buClr>
              <a:buSzPts val="1100"/>
              <a:buFont typeface="DM Sans"/>
              <a:buNone/>
              <a:defRPr sz="1100">
                <a:solidFill>
                  <a:schemeClr val="dk2"/>
                </a:solidFill>
              </a:defRPr>
            </a:lvl1pPr>
            <a:lvl2pPr marL="914400" lvl="1" indent="-285750" algn="l">
              <a:lnSpc>
                <a:spcPct val="90000"/>
              </a:lnSpc>
              <a:spcBef>
                <a:spcPts val="400"/>
              </a:spcBef>
              <a:spcAft>
                <a:spcPts val="0"/>
              </a:spcAft>
              <a:buClr>
                <a:schemeClr val="dk1"/>
              </a:buClr>
              <a:buSzPts val="900"/>
              <a:buFont typeface="DM Sans"/>
              <a:buChar char="•"/>
              <a:defRPr sz="900"/>
            </a:lvl2pPr>
            <a:lvl3pPr marL="1371600" lvl="2" indent="-285750" algn="l">
              <a:lnSpc>
                <a:spcPct val="90000"/>
              </a:lnSpc>
              <a:spcBef>
                <a:spcPts val="400"/>
              </a:spcBef>
              <a:spcAft>
                <a:spcPts val="0"/>
              </a:spcAft>
              <a:buClr>
                <a:schemeClr val="dk1"/>
              </a:buClr>
              <a:buSzPts val="900"/>
              <a:buFont typeface="DM Sans"/>
              <a:buChar char="•"/>
              <a:defRPr sz="900"/>
            </a:lvl3pPr>
            <a:lvl4pPr marL="1828800" lvl="3" indent="-285750" algn="l">
              <a:lnSpc>
                <a:spcPct val="90000"/>
              </a:lnSpc>
              <a:spcBef>
                <a:spcPts val="400"/>
              </a:spcBef>
              <a:spcAft>
                <a:spcPts val="0"/>
              </a:spcAft>
              <a:buClr>
                <a:schemeClr val="dk1"/>
              </a:buClr>
              <a:buSzPts val="900"/>
              <a:buFont typeface="DM Sans"/>
              <a:buChar char="•"/>
              <a:defRPr sz="900"/>
            </a:lvl4pPr>
            <a:lvl5pPr marL="2286000" lvl="4" indent="-285750" algn="l">
              <a:lnSpc>
                <a:spcPct val="90000"/>
              </a:lnSpc>
              <a:spcBef>
                <a:spcPts val="400"/>
              </a:spcBef>
              <a:spcAft>
                <a:spcPts val="0"/>
              </a:spcAft>
              <a:buClr>
                <a:schemeClr val="dk1"/>
              </a:buClr>
              <a:buSzPts val="900"/>
              <a:buFont typeface="DM Sans"/>
              <a:buChar char="•"/>
              <a:defRPr sz="900"/>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cxnSp>
        <p:nvCxnSpPr>
          <p:cNvPr id="173" name="Google Shape;173;p35"/>
          <p:cNvCxnSpPr/>
          <p:nvPr/>
        </p:nvCxnSpPr>
        <p:spPr>
          <a:xfrm>
            <a:off x="633758" y="1940821"/>
            <a:ext cx="1535400" cy="0"/>
          </a:xfrm>
          <a:prstGeom prst="straightConnector1">
            <a:avLst/>
          </a:prstGeom>
          <a:noFill/>
          <a:ln w="12700" cap="flat" cmpd="sng">
            <a:solidFill>
              <a:schemeClr val="dk2"/>
            </a:solidFill>
            <a:prstDash val="solid"/>
            <a:miter lim="80"/>
            <a:headEnd type="none" w="sm" len="sm"/>
            <a:tailEnd type="none" w="sm" len="sm"/>
          </a:ln>
        </p:spPr>
      </p:cxnSp>
      <p:cxnSp>
        <p:nvCxnSpPr>
          <p:cNvPr id="174" name="Google Shape;174;p35"/>
          <p:cNvCxnSpPr/>
          <p:nvPr/>
        </p:nvCxnSpPr>
        <p:spPr>
          <a:xfrm>
            <a:off x="2767358" y="1940821"/>
            <a:ext cx="1535400" cy="0"/>
          </a:xfrm>
          <a:prstGeom prst="straightConnector1">
            <a:avLst/>
          </a:prstGeom>
          <a:noFill/>
          <a:ln w="12700" cap="flat" cmpd="sng">
            <a:solidFill>
              <a:schemeClr val="dk2"/>
            </a:solidFill>
            <a:prstDash val="solid"/>
            <a:miter lim="80"/>
            <a:headEnd type="none" w="sm" len="sm"/>
            <a:tailEnd type="none" w="sm" len="sm"/>
          </a:ln>
        </p:spPr>
      </p:cxnSp>
      <p:cxnSp>
        <p:nvCxnSpPr>
          <p:cNvPr id="175" name="Google Shape;175;p35"/>
          <p:cNvCxnSpPr/>
          <p:nvPr/>
        </p:nvCxnSpPr>
        <p:spPr>
          <a:xfrm>
            <a:off x="4900958" y="1940821"/>
            <a:ext cx="1535400" cy="0"/>
          </a:xfrm>
          <a:prstGeom prst="straightConnector1">
            <a:avLst/>
          </a:prstGeom>
          <a:noFill/>
          <a:ln w="12700" cap="flat" cmpd="sng">
            <a:solidFill>
              <a:schemeClr val="dk2"/>
            </a:solidFill>
            <a:prstDash val="solid"/>
            <a:miter lim="80"/>
            <a:headEnd type="none" w="sm" len="sm"/>
            <a:tailEnd type="none" w="sm" len="sm"/>
          </a:ln>
        </p:spPr>
      </p:cxnSp>
      <p:cxnSp>
        <p:nvCxnSpPr>
          <p:cNvPr id="176" name="Google Shape;176;p35"/>
          <p:cNvCxnSpPr/>
          <p:nvPr/>
        </p:nvCxnSpPr>
        <p:spPr>
          <a:xfrm>
            <a:off x="7034558" y="1940821"/>
            <a:ext cx="1535400" cy="0"/>
          </a:xfrm>
          <a:prstGeom prst="straightConnector1">
            <a:avLst/>
          </a:prstGeom>
          <a:noFill/>
          <a:ln w="12700" cap="flat" cmpd="sng">
            <a:solidFill>
              <a:schemeClr val="dk2"/>
            </a:solidFill>
            <a:prstDash val="solid"/>
            <a:miter lim="80"/>
            <a:headEnd type="none" w="sm" len="sm"/>
            <a:tailEnd type="none" w="sm" len="sm"/>
          </a:ln>
        </p:spPr>
      </p:cxn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B_Cards 4">
  <p:cSld name="Cards 4">
    <p:spTree>
      <p:nvGrpSpPr>
        <p:cNvPr id="1" name="Shape 177"/>
        <p:cNvGrpSpPr/>
        <p:nvPr/>
      </p:nvGrpSpPr>
      <p:grpSpPr>
        <a:xfrm>
          <a:off x="0" y="0"/>
          <a:ext cx="0" cy="0"/>
          <a:chOff x="0" y="0"/>
          <a:chExt cx="0" cy="0"/>
        </a:xfrm>
      </p:grpSpPr>
      <p:sp>
        <p:nvSpPr>
          <p:cNvPr id="178" name="Google Shape;178;p36"/>
          <p:cNvSpPr txBox="1">
            <a:spLocks noGrp="1"/>
          </p:cNvSpPr>
          <p:nvPr>
            <p:ph type="title"/>
          </p:nvPr>
        </p:nvSpPr>
        <p:spPr>
          <a:xfrm>
            <a:off x="420743" y="273844"/>
            <a:ext cx="8302500" cy="367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79" name="Google Shape;179;p36"/>
          <p:cNvSpPr/>
          <p:nvPr/>
        </p:nvSpPr>
        <p:spPr>
          <a:xfrm>
            <a:off x="734137" y="1133993"/>
            <a:ext cx="3609300" cy="854400"/>
          </a:xfrm>
          <a:prstGeom prst="roundRect">
            <a:avLst>
              <a:gd name="adj" fmla="val 5049"/>
            </a:avLst>
          </a:prstGeom>
          <a:solidFill>
            <a:schemeClr val="lt1"/>
          </a:solidFill>
          <a:ln w="12700" cap="flat" cmpd="sng">
            <a:solidFill>
              <a:srgbClr val="CBDAFF"/>
            </a:solidFill>
            <a:prstDash val="solid"/>
            <a:miter lim="80"/>
            <a:headEnd type="none" w="sm" len="sm"/>
            <a:tailEnd type="none" w="sm" len="sm"/>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chemeClr val="lt1"/>
              </a:buClr>
              <a:buSzPts val="1400"/>
              <a:buFont typeface="DM Sans"/>
              <a:buNone/>
            </a:pPr>
            <a:endParaRPr sz="1400" b="0" i="0" u="none" strike="noStrike" cap="none">
              <a:solidFill>
                <a:srgbClr val="001142"/>
              </a:solidFill>
              <a:latin typeface="DM Sans"/>
              <a:ea typeface="DM Sans"/>
              <a:cs typeface="DM Sans"/>
              <a:sym typeface="DM Sans"/>
            </a:endParaRPr>
          </a:p>
        </p:txBody>
      </p:sp>
      <p:sp>
        <p:nvSpPr>
          <p:cNvPr id="180" name="Google Shape;180;p36"/>
          <p:cNvSpPr/>
          <p:nvPr/>
        </p:nvSpPr>
        <p:spPr>
          <a:xfrm>
            <a:off x="420743" y="1247774"/>
            <a:ext cx="626700" cy="626700"/>
          </a:xfrm>
          <a:prstGeom prst="ellipse">
            <a:avLst/>
          </a:prstGeom>
          <a:solidFill>
            <a:schemeClr val="lt1"/>
          </a:solidFill>
          <a:ln w="12700" cap="flat" cmpd="sng">
            <a:solidFill>
              <a:srgbClr val="0254EC"/>
            </a:solidFill>
            <a:prstDash val="solid"/>
            <a:miter lim="8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DM Sans"/>
              <a:ea typeface="DM Sans"/>
              <a:cs typeface="DM Sans"/>
              <a:sym typeface="DM Sans"/>
            </a:endParaRPr>
          </a:p>
        </p:txBody>
      </p:sp>
      <p:sp>
        <p:nvSpPr>
          <p:cNvPr id="181" name="Google Shape;181;p36"/>
          <p:cNvSpPr txBox="1">
            <a:spLocks noGrp="1"/>
          </p:cNvSpPr>
          <p:nvPr>
            <p:ph type="body" idx="1"/>
          </p:nvPr>
        </p:nvSpPr>
        <p:spPr>
          <a:xfrm>
            <a:off x="1190772" y="1247774"/>
            <a:ext cx="3009300" cy="626700"/>
          </a:xfrm>
          <a:prstGeom prst="rect">
            <a:avLst/>
          </a:prstGeom>
          <a:noFill/>
          <a:ln>
            <a:noFill/>
          </a:ln>
        </p:spPr>
        <p:txBody>
          <a:bodyPr spcFirstLastPara="1" wrap="square" lIns="68575" tIns="34275" rIns="68575" bIns="34275" anchor="ctr" anchorCtr="0">
            <a:normAutofit/>
          </a:bodyPr>
          <a:lstStyle>
            <a:lvl1pPr marL="457200" lvl="0" indent="-228600" algn="l">
              <a:lnSpc>
                <a:spcPct val="90000"/>
              </a:lnSpc>
              <a:spcBef>
                <a:spcPts val="800"/>
              </a:spcBef>
              <a:spcAft>
                <a:spcPts val="0"/>
              </a:spcAft>
              <a:buClr>
                <a:schemeClr val="dk1"/>
              </a:buClr>
              <a:buSzPts val="1100"/>
              <a:buNone/>
              <a:defRPr sz="1100"/>
            </a:lvl1pPr>
            <a:lvl2pPr marL="914400" lvl="1" indent="-304800" algn="l">
              <a:lnSpc>
                <a:spcPct val="90000"/>
              </a:lnSpc>
              <a:spcBef>
                <a:spcPts val="400"/>
              </a:spcBef>
              <a:spcAft>
                <a:spcPts val="0"/>
              </a:spcAft>
              <a:buClr>
                <a:schemeClr val="dk1"/>
              </a:buClr>
              <a:buSzPts val="1200"/>
              <a:buChar char="•"/>
              <a:defRPr sz="1200"/>
            </a:lvl2pPr>
            <a:lvl3pPr marL="1371600" lvl="2" indent="-304800" algn="l">
              <a:lnSpc>
                <a:spcPct val="90000"/>
              </a:lnSpc>
              <a:spcBef>
                <a:spcPts val="400"/>
              </a:spcBef>
              <a:spcAft>
                <a:spcPts val="0"/>
              </a:spcAft>
              <a:buClr>
                <a:schemeClr val="dk1"/>
              </a:buClr>
              <a:buSzPts val="1200"/>
              <a:buChar char="•"/>
              <a:defRPr sz="1200"/>
            </a:lvl3pPr>
            <a:lvl4pPr marL="1828800" lvl="3" indent="-304800" algn="l">
              <a:lnSpc>
                <a:spcPct val="90000"/>
              </a:lnSpc>
              <a:spcBef>
                <a:spcPts val="400"/>
              </a:spcBef>
              <a:spcAft>
                <a:spcPts val="0"/>
              </a:spcAft>
              <a:buClr>
                <a:schemeClr val="dk1"/>
              </a:buClr>
              <a:buSzPts val="1200"/>
              <a:buChar char="•"/>
              <a:defRPr sz="1200"/>
            </a:lvl4pPr>
            <a:lvl5pPr marL="2286000" lvl="4" indent="-304800" algn="l">
              <a:lnSpc>
                <a:spcPct val="90000"/>
              </a:lnSpc>
              <a:spcBef>
                <a:spcPts val="400"/>
              </a:spcBef>
              <a:spcAft>
                <a:spcPts val="0"/>
              </a:spcAft>
              <a:buClr>
                <a:schemeClr val="dk1"/>
              </a:buClr>
              <a:buSzPts val="1200"/>
              <a:buChar char="•"/>
              <a:defRPr sz="1200"/>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82" name="Google Shape;182;p36"/>
          <p:cNvSpPr/>
          <p:nvPr/>
        </p:nvSpPr>
        <p:spPr>
          <a:xfrm>
            <a:off x="5115637" y="1133993"/>
            <a:ext cx="3609300" cy="854400"/>
          </a:xfrm>
          <a:prstGeom prst="roundRect">
            <a:avLst>
              <a:gd name="adj" fmla="val 5049"/>
            </a:avLst>
          </a:prstGeom>
          <a:solidFill>
            <a:schemeClr val="lt1"/>
          </a:solidFill>
          <a:ln w="12700" cap="flat" cmpd="sng">
            <a:solidFill>
              <a:srgbClr val="CBDAFF"/>
            </a:solidFill>
            <a:prstDash val="solid"/>
            <a:miter lim="80"/>
            <a:headEnd type="none" w="sm" len="sm"/>
            <a:tailEnd type="none" w="sm" len="sm"/>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chemeClr val="lt1"/>
              </a:buClr>
              <a:buSzPts val="1400"/>
              <a:buFont typeface="DM Sans"/>
              <a:buNone/>
            </a:pPr>
            <a:endParaRPr sz="1400" b="0" i="0" u="none" strike="noStrike" cap="none">
              <a:solidFill>
                <a:srgbClr val="001142"/>
              </a:solidFill>
              <a:latin typeface="DM Sans"/>
              <a:ea typeface="DM Sans"/>
              <a:cs typeface="DM Sans"/>
              <a:sym typeface="DM Sans"/>
            </a:endParaRPr>
          </a:p>
        </p:txBody>
      </p:sp>
      <p:sp>
        <p:nvSpPr>
          <p:cNvPr id="183" name="Google Shape;183;p36"/>
          <p:cNvSpPr/>
          <p:nvPr/>
        </p:nvSpPr>
        <p:spPr>
          <a:xfrm>
            <a:off x="4802243" y="1247774"/>
            <a:ext cx="626700" cy="626700"/>
          </a:xfrm>
          <a:prstGeom prst="ellipse">
            <a:avLst/>
          </a:prstGeom>
          <a:solidFill>
            <a:schemeClr val="lt1"/>
          </a:solidFill>
          <a:ln w="12700" cap="flat" cmpd="sng">
            <a:solidFill>
              <a:srgbClr val="0254EC"/>
            </a:solidFill>
            <a:prstDash val="solid"/>
            <a:miter lim="8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DM Sans"/>
              <a:ea typeface="DM Sans"/>
              <a:cs typeface="DM Sans"/>
              <a:sym typeface="DM Sans"/>
            </a:endParaRPr>
          </a:p>
        </p:txBody>
      </p:sp>
      <p:sp>
        <p:nvSpPr>
          <p:cNvPr id="184" name="Google Shape;184;p36"/>
          <p:cNvSpPr txBox="1">
            <a:spLocks noGrp="1"/>
          </p:cNvSpPr>
          <p:nvPr>
            <p:ph type="body" idx="2"/>
          </p:nvPr>
        </p:nvSpPr>
        <p:spPr>
          <a:xfrm>
            <a:off x="5572272" y="1247774"/>
            <a:ext cx="3009300" cy="626700"/>
          </a:xfrm>
          <a:prstGeom prst="rect">
            <a:avLst/>
          </a:prstGeom>
          <a:noFill/>
          <a:ln>
            <a:noFill/>
          </a:ln>
        </p:spPr>
        <p:txBody>
          <a:bodyPr spcFirstLastPara="1" wrap="square" lIns="68575" tIns="34275" rIns="68575" bIns="34275" anchor="ctr" anchorCtr="0">
            <a:normAutofit/>
          </a:bodyPr>
          <a:lstStyle>
            <a:lvl1pPr marL="457200" lvl="0" indent="-228600" algn="l">
              <a:lnSpc>
                <a:spcPct val="90000"/>
              </a:lnSpc>
              <a:spcBef>
                <a:spcPts val="800"/>
              </a:spcBef>
              <a:spcAft>
                <a:spcPts val="0"/>
              </a:spcAft>
              <a:buClr>
                <a:schemeClr val="dk1"/>
              </a:buClr>
              <a:buSzPts val="1100"/>
              <a:buNone/>
              <a:defRPr sz="1100"/>
            </a:lvl1pPr>
            <a:lvl2pPr marL="914400" lvl="1" indent="-304800" algn="l">
              <a:lnSpc>
                <a:spcPct val="90000"/>
              </a:lnSpc>
              <a:spcBef>
                <a:spcPts val="400"/>
              </a:spcBef>
              <a:spcAft>
                <a:spcPts val="0"/>
              </a:spcAft>
              <a:buClr>
                <a:schemeClr val="dk1"/>
              </a:buClr>
              <a:buSzPts val="1200"/>
              <a:buChar char="•"/>
              <a:defRPr sz="1200"/>
            </a:lvl2pPr>
            <a:lvl3pPr marL="1371600" lvl="2" indent="-304800" algn="l">
              <a:lnSpc>
                <a:spcPct val="90000"/>
              </a:lnSpc>
              <a:spcBef>
                <a:spcPts val="400"/>
              </a:spcBef>
              <a:spcAft>
                <a:spcPts val="0"/>
              </a:spcAft>
              <a:buClr>
                <a:schemeClr val="dk1"/>
              </a:buClr>
              <a:buSzPts val="1200"/>
              <a:buChar char="•"/>
              <a:defRPr sz="1200"/>
            </a:lvl3pPr>
            <a:lvl4pPr marL="1828800" lvl="3" indent="-304800" algn="l">
              <a:lnSpc>
                <a:spcPct val="90000"/>
              </a:lnSpc>
              <a:spcBef>
                <a:spcPts val="400"/>
              </a:spcBef>
              <a:spcAft>
                <a:spcPts val="0"/>
              </a:spcAft>
              <a:buClr>
                <a:schemeClr val="dk1"/>
              </a:buClr>
              <a:buSzPts val="1200"/>
              <a:buChar char="•"/>
              <a:defRPr sz="1200"/>
            </a:lvl4pPr>
            <a:lvl5pPr marL="2286000" lvl="4" indent="-304800" algn="l">
              <a:lnSpc>
                <a:spcPct val="90000"/>
              </a:lnSpc>
              <a:spcBef>
                <a:spcPts val="400"/>
              </a:spcBef>
              <a:spcAft>
                <a:spcPts val="0"/>
              </a:spcAft>
              <a:buClr>
                <a:schemeClr val="dk1"/>
              </a:buClr>
              <a:buSzPts val="1200"/>
              <a:buChar char="•"/>
              <a:defRPr sz="1200"/>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85" name="Google Shape;185;p36"/>
          <p:cNvSpPr/>
          <p:nvPr/>
        </p:nvSpPr>
        <p:spPr>
          <a:xfrm>
            <a:off x="734137" y="2276993"/>
            <a:ext cx="3609300" cy="854400"/>
          </a:xfrm>
          <a:prstGeom prst="roundRect">
            <a:avLst>
              <a:gd name="adj" fmla="val 5049"/>
            </a:avLst>
          </a:prstGeom>
          <a:solidFill>
            <a:schemeClr val="lt1"/>
          </a:solidFill>
          <a:ln w="12700" cap="flat" cmpd="sng">
            <a:solidFill>
              <a:srgbClr val="CBDAFF"/>
            </a:solidFill>
            <a:prstDash val="solid"/>
            <a:miter lim="80"/>
            <a:headEnd type="none" w="sm" len="sm"/>
            <a:tailEnd type="none" w="sm" len="sm"/>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chemeClr val="lt1"/>
              </a:buClr>
              <a:buSzPts val="1400"/>
              <a:buFont typeface="DM Sans"/>
              <a:buNone/>
            </a:pPr>
            <a:endParaRPr sz="1400" b="0" i="0" u="none" strike="noStrike" cap="none">
              <a:solidFill>
                <a:srgbClr val="001142"/>
              </a:solidFill>
              <a:latin typeface="DM Sans"/>
              <a:ea typeface="DM Sans"/>
              <a:cs typeface="DM Sans"/>
              <a:sym typeface="DM Sans"/>
            </a:endParaRPr>
          </a:p>
        </p:txBody>
      </p:sp>
      <p:sp>
        <p:nvSpPr>
          <p:cNvPr id="186" name="Google Shape;186;p36"/>
          <p:cNvSpPr/>
          <p:nvPr/>
        </p:nvSpPr>
        <p:spPr>
          <a:xfrm>
            <a:off x="420743" y="2390774"/>
            <a:ext cx="626700" cy="626700"/>
          </a:xfrm>
          <a:prstGeom prst="ellipse">
            <a:avLst/>
          </a:prstGeom>
          <a:solidFill>
            <a:schemeClr val="lt1"/>
          </a:solidFill>
          <a:ln w="12700" cap="flat" cmpd="sng">
            <a:solidFill>
              <a:srgbClr val="0254EC"/>
            </a:solidFill>
            <a:prstDash val="solid"/>
            <a:miter lim="8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DM Sans"/>
              <a:ea typeface="DM Sans"/>
              <a:cs typeface="DM Sans"/>
              <a:sym typeface="DM Sans"/>
            </a:endParaRPr>
          </a:p>
        </p:txBody>
      </p:sp>
      <p:sp>
        <p:nvSpPr>
          <p:cNvPr id="187" name="Google Shape;187;p36"/>
          <p:cNvSpPr txBox="1">
            <a:spLocks noGrp="1"/>
          </p:cNvSpPr>
          <p:nvPr>
            <p:ph type="body" idx="3"/>
          </p:nvPr>
        </p:nvSpPr>
        <p:spPr>
          <a:xfrm>
            <a:off x="1190772" y="2390774"/>
            <a:ext cx="3009300" cy="626700"/>
          </a:xfrm>
          <a:prstGeom prst="rect">
            <a:avLst/>
          </a:prstGeom>
          <a:noFill/>
          <a:ln>
            <a:noFill/>
          </a:ln>
        </p:spPr>
        <p:txBody>
          <a:bodyPr spcFirstLastPara="1" wrap="square" lIns="68575" tIns="34275" rIns="68575" bIns="34275" anchor="ctr" anchorCtr="0">
            <a:normAutofit/>
          </a:bodyPr>
          <a:lstStyle>
            <a:lvl1pPr marL="457200" lvl="0" indent="-228600" algn="l">
              <a:lnSpc>
                <a:spcPct val="90000"/>
              </a:lnSpc>
              <a:spcBef>
                <a:spcPts val="800"/>
              </a:spcBef>
              <a:spcAft>
                <a:spcPts val="0"/>
              </a:spcAft>
              <a:buClr>
                <a:schemeClr val="dk1"/>
              </a:buClr>
              <a:buSzPts val="1100"/>
              <a:buNone/>
              <a:defRPr sz="1100"/>
            </a:lvl1pPr>
            <a:lvl2pPr marL="914400" lvl="1" indent="-304800" algn="l">
              <a:lnSpc>
                <a:spcPct val="90000"/>
              </a:lnSpc>
              <a:spcBef>
                <a:spcPts val="400"/>
              </a:spcBef>
              <a:spcAft>
                <a:spcPts val="0"/>
              </a:spcAft>
              <a:buClr>
                <a:schemeClr val="dk1"/>
              </a:buClr>
              <a:buSzPts val="1200"/>
              <a:buChar char="•"/>
              <a:defRPr sz="1200"/>
            </a:lvl2pPr>
            <a:lvl3pPr marL="1371600" lvl="2" indent="-304800" algn="l">
              <a:lnSpc>
                <a:spcPct val="90000"/>
              </a:lnSpc>
              <a:spcBef>
                <a:spcPts val="400"/>
              </a:spcBef>
              <a:spcAft>
                <a:spcPts val="0"/>
              </a:spcAft>
              <a:buClr>
                <a:schemeClr val="dk1"/>
              </a:buClr>
              <a:buSzPts val="1200"/>
              <a:buChar char="•"/>
              <a:defRPr sz="1200"/>
            </a:lvl3pPr>
            <a:lvl4pPr marL="1828800" lvl="3" indent="-304800" algn="l">
              <a:lnSpc>
                <a:spcPct val="90000"/>
              </a:lnSpc>
              <a:spcBef>
                <a:spcPts val="400"/>
              </a:spcBef>
              <a:spcAft>
                <a:spcPts val="0"/>
              </a:spcAft>
              <a:buClr>
                <a:schemeClr val="dk1"/>
              </a:buClr>
              <a:buSzPts val="1200"/>
              <a:buChar char="•"/>
              <a:defRPr sz="1200"/>
            </a:lvl4pPr>
            <a:lvl5pPr marL="2286000" lvl="4" indent="-304800" algn="l">
              <a:lnSpc>
                <a:spcPct val="90000"/>
              </a:lnSpc>
              <a:spcBef>
                <a:spcPts val="400"/>
              </a:spcBef>
              <a:spcAft>
                <a:spcPts val="0"/>
              </a:spcAft>
              <a:buClr>
                <a:schemeClr val="dk1"/>
              </a:buClr>
              <a:buSzPts val="1200"/>
              <a:buChar char="•"/>
              <a:defRPr sz="1200"/>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88" name="Google Shape;188;p36"/>
          <p:cNvSpPr/>
          <p:nvPr/>
        </p:nvSpPr>
        <p:spPr>
          <a:xfrm>
            <a:off x="5115637" y="2276993"/>
            <a:ext cx="3609300" cy="854400"/>
          </a:xfrm>
          <a:prstGeom prst="roundRect">
            <a:avLst>
              <a:gd name="adj" fmla="val 5049"/>
            </a:avLst>
          </a:prstGeom>
          <a:solidFill>
            <a:schemeClr val="lt1"/>
          </a:solidFill>
          <a:ln w="12700" cap="flat" cmpd="sng">
            <a:solidFill>
              <a:srgbClr val="CBDAFF"/>
            </a:solidFill>
            <a:prstDash val="solid"/>
            <a:miter lim="80"/>
            <a:headEnd type="none" w="sm" len="sm"/>
            <a:tailEnd type="none" w="sm" len="sm"/>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chemeClr val="lt1"/>
              </a:buClr>
              <a:buSzPts val="1400"/>
              <a:buFont typeface="DM Sans"/>
              <a:buNone/>
            </a:pPr>
            <a:endParaRPr sz="1400" b="0" i="0" u="none" strike="noStrike" cap="none">
              <a:solidFill>
                <a:srgbClr val="001142"/>
              </a:solidFill>
              <a:latin typeface="DM Sans"/>
              <a:ea typeface="DM Sans"/>
              <a:cs typeface="DM Sans"/>
              <a:sym typeface="DM Sans"/>
            </a:endParaRPr>
          </a:p>
        </p:txBody>
      </p:sp>
      <p:sp>
        <p:nvSpPr>
          <p:cNvPr id="189" name="Google Shape;189;p36"/>
          <p:cNvSpPr/>
          <p:nvPr/>
        </p:nvSpPr>
        <p:spPr>
          <a:xfrm>
            <a:off x="4802243" y="2390774"/>
            <a:ext cx="626700" cy="626700"/>
          </a:xfrm>
          <a:prstGeom prst="ellipse">
            <a:avLst/>
          </a:prstGeom>
          <a:solidFill>
            <a:schemeClr val="lt1"/>
          </a:solidFill>
          <a:ln w="12700" cap="flat" cmpd="sng">
            <a:solidFill>
              <a:srgbClr val="0254EC"/>
            </a:solidFill>
            <a:prstDash val="solid"/>
            <a:miter lim="8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DM Sans"/>
              <a:ea typeface="DM Sans"/>
              <a:cs typeface="DM Sans"/>
              <a:sym typeface="DM Sans"/>
            </a:endParaRPr>
          </a:p>
        </p:txBody>
      </p:sp>
      <p:sp>
        <p:nvSpPr>
          <p:cNvPr id="190" name="Google Shape;190;p36"/>
          <p:cNvSpPr txBox="1">
            <a:spLocks noGrp="1"/>
          </p:cNvSpPr>
          <p:nvPr>
            <p:ph type="body" idx="4"/>
          </p:nvPr>
        </p:nvSpPr>
        <p:spPr>
          <a:xfrm>
            <a:off x="5572272" y="2390774"/>
            <a:ext cx="3009300" cy="626700"/>
          </a:xfrm>
          <a:prstGeom prst="rect">
            <a:avLst/>
          </a:prstGeom>
          <a:noFill/>
          <a:ln>
            <a:noFill/>
          </a:ln>
        </p:spPr>
        <p:txBody>
          <a:bodyPr spcFirstLastPara="1" wrap="square" lIns="68575" tIns="34275" rIns="68575" bIns="34275" anchor="ctr" anchorCtr="0">
            <a:normAutofit/>
          </a:bodyPr>
          <a:lstStyle>
            <a:lvl1pPr marL="457200" lvl="0" indent="-228600" algn="l">
              <a:lnSpc>
                <a:spcPct val="90000"/>
              </a:lnSpc>
              <a:spcBef>
                <a:spcPts val="800"/>
              </a:spcBef>
              <a:spcAft>
                <a:spcPts val="0"/>
              </a:spcAft>
              <a:buClr>
                <a:schemeClr val="dk1"/>
              </a:buClr>
              <a:buSzPts val="1100"/>
              <a:buNone/>
              <a:defRPr sz="1100"/>
            </a:lvl1pPr>
            <a:lvl2pPr marL="914400" lvl="1" indent="-304800" algn="l">
              <a:lnSpc>
                <a:spcPct val="90000"/>
              </a:lnSpc>
              <a:spcBef>
                <a:spcPts val="400"/>
              </a:spcBef>
              <a:spcAft>
                <a:spcPts val="0"/>
              </a:spcAft>
              <a:buClr>
                <a:schemeClr val="dk1"/>
              </a:buClr>
              <a:buSzPts val="1200"/>
              <a:buChar char="•"/>
              <a:defRPr sz="1200"/>
            </a:lvl2pPr>
            <a:lvl3pPr marL="1371600" lvl="2" indent="-304800" algn="l">
              <a:lnSpc>
                <a:spcPct val="90000"/>
              </a:lnSpc>
              <a:spcBef>
                <a:spcPts val="400"/>
              </a:spcBef>
              <a:spcAft>
                <a:spcPts val="0"/>
              </a:spcAft>
              <a:buClr>
                <a:schemeClr val="dk1"/>
              </a:buClr>
              <a:buSzPts val="1200"/>
              <a:buChar char="•"/>
              <a:defRPr sz="1200"/>
            </a:lvl3pPr>
            <a:lvl4pPr marL="1828800" lvl="3" indent="-304800" algn="l">
              <a:lnSpc>
                <a:spcPct val="90000"/>
              </a:lnSpc>
              <a:spcBef>
                <a:spcPts val="400"/>
              </a:spcBef>
              <a:spcAft>
                <a:spcPts val="0"/>
              </a:spcAft>
              <a:buClr>
                <a:schemeClr val="dk1"/>
              </a:buClr>
              <a:buSzPts val="1200"/>
              <a:buChar char="•"/>
              <a:defRPr sz="1200"/>
            </a:lvl4pPr>
            <a:lvl5pPr marL="2286000" lvl="4" indent="-304800" algn="l">
              <a:lnSpc>
                <a:spcPct val="90000"/>
              </a:lnSpc>
              <a:spcBef>
                <a:spcPts val="400"/>
              </a:spcBef>
              <a:spcAft>
                <a:spcPts val="0"/>
              </a:spcAft>
              <a:buClr>
                <a:schemeClr val="dk1"/>
              </a:buClr>
              <a:buSzPts val="1200"/>
              <a:buChar char="•"/>
              <a:defRPr sz="1200"/>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91" name="Google Shape;191;p36"/>
          <p:cNvSpPr/>
          <p:nvPr/>
        </p:nvSpPr>
        <p:spPr>
          <a:xfrm>
            <a:off x="734137" y="3419993"/>
            <a:ext cx="3609300" cy="854400"/>
          </a:xfrm>
          <a:prstGeom prst="roundRect">
            <a:avLst>
              <a:gd name="adj" fmla="val 5049"/>
            </a:avLst>
          </a:prstGeom>
          <a:solidFill>
            <a:schemeClr val="lt1"/>
          </a:solidFill>
          <a:ln w="12700" cap="flat" cmpd="sng">
            <a:solidFill>
              <a:srgbClr val="CBDAFF"/>
            </a:solidFill>
            <a:prstDash val="solid"/>
            <a:miter lim="80"/>
            <a:headEnd type="none" w="sm" len="sm"/>
            <a:tailEnd type="none" w="sm" len="sm"/>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chemeClr val="lt1"/>
              </a:buClr>
              <a:buSzPts val="1400"/>
              <a:buFont typeface="DM Sans"/>
              <a:buNone/>
            </a:pPr>
            <a:endParaRPr sz="1400" b="0" i="0" u="none" strike="noStrike" cap="none">
              <a:solidFill>
                <a:srgbClr val="001142"/>
              </a:solidFill>
              <a:latin typeface="DM Sans"/>
              <a:ea typeface="DM Sans"/>
              <a:cs typeface="DM Sans"/>
              <a:sym typeface="DM Sans"/>
            </a:endParaRPr>
          </a:p>
        </p:txBody>
      </p:sp>
      <p:sp>
        <p:nvSpPr>
          <p:cNvPr id="192" name="Google Shape;192;p36"/>
          <p:cNvSpPr/>
          <p:nvPr/>
        </p:nvSpPr>
        <p:spPr>
          <a:xfrm>
            <a:off x="420743" y="3533774"/>
            <a:ext cx="626700" cy="626700"/>
          </a:xfrm>
          <a:prstGeom prst="ellipse">
            <a:avLst/>
          </a:prstGeom>
          <a:solidFill>
            <a:schemeClr val="lt1"/>
          </a:solidFill>
          <a:ln w="12700" cap="flat" cmpd="sng">
            <a:solidFill>
              <a:srgbClr val="0254EC"/>
            </a:solidFill>
            <a:prstDash val="solid"/>
            <a:miter lim="8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DM Sans"/>
              <a:ea typeface="DM Sans"/>
              <a:cs typeface="DM Sans"/>
              <a:sym typeface="DM Sans"/>
            </a:endParaRPr>
          </a:p>
        </p:txBody>
      </p:sp>
      <p:sp>
        <p:nvSpPr>
          <p:cNvPr id="193" name="Google Shape;193;p36"/>
          <p:cNvSpPr txBox="1">
            <a:spLocks noGrp="1"/>
          </p:cNvSpPr>
          <p:nvPr>
            <p:ph type="body" idx="5"/>
          </p:nvPr>
        </p:nvSpPr>
        <p:spPr>
          <a:xfrm>
            <a:off x="1190772" y="3533774"/>
            <a:ext cx="3009300" cy="626700"/>
          </a:xfrm>
          <a:prstGeom prst="rect">
            <a:avLst/>
          </a:prstGeom>
          <a:noFill/>
          <a:ln>
            <a:noFill/>
          </a:ln>
        </p:spPr>
        <p:txBody>
          <a:bodyPr spcFirstLastPara="1" wrap="square" lIns="68575" tIns="34275" rIns="68575" bIns="34275" anchor="ctr" anchorCtr="0">
            <a:normAutofit/>
          </a:bodyPr>
          <a:lstStyle>
            <a:lvl1pPr marL="457200" lvl="0" indent="-228600" algn="l">
              <a:lnSpc>
                <a:spcPct val="90000"/>
              </a:lnSpc>
              <a:spcBef>
                <a:spcPts val="800"/>
              </a:spcBef>
              <a:spcAft>
                <a:spcPts val="0"/>
              </a:spcAft>
              <a:buClr>
                <a:schemeClr val="dk1"/>
              </a:buClr>
              <a:buSzPts val="1100"/>
              <a:buNone/>
              <a:defRPr sz="1100"/>
            </a:lvl1pPr>
            <a:lvl2pPr marL="914400" lvl="1" indent="-304800" algn="l">
              <a:lnSpc>
                <a:spcPct val="90000"/>
              </a:lnSpc>
              <a:spcBef>
                <a:spcPts val="400"/>
              </a:spcBef>
              <a:spcAft>
                <a:spcPts val="0"/>
              </a:spcAft>
              <a:buClr>
                <a:schemeClr val="dk1"/>
              </a:buClr>
              <a:buSzPts val="1200"/>
              <a:buChar char="•"/>
              <a:defRPr sz="1200"/>
            </a:lvl2pPr>
            <a:lvl3pPr marL="1371600" lvl="2" indent="-304800" algn="l">
              <a:lnSpc>
                <a:spcPct val="90000"/>
              </a:lnSpc>
              <a:spcBef>
                <a:spcPts val="400"/>
              </a:spcBef>
              <a:spcAft>
                <a:spcPts val="0"/>
              </a:spcAft>
              <a:buClr>
                <a:schemeClr val="dk1"/>
              </a:buClr>
              <a:buSzPts val="1200"/>
              <a:buChar char="•"/>
              <a:defRPr sz="1200"/>
            </a:lvl3pPr>
            <a:lvl4pPr marL="1828800" lvl="3" indent="-304800" algn="l">
              <a:lnSpc>
                <a:spcPct val="90000"/>
              </a:lnSpc>
              <a:spcBef>
                <a:spcPts val="400"/>
              </a:spcBef>
              <a:spcAft>
                <a:spcPts val="0"/>
              </a:spcAft>
              <a:buClr>
                <a:schemeClr val="dk1"/>
              </a:buClr>
              <a:buSzPts val="1200"/>
              <a:buChar char="•"/>
              <a:defRPr sz="1200"/>
            </a:lvl4pPr>
            <a:lvl5pPr marL="2286000" lvl="4" indent="-304800" algn="l">
              <a:lnSpc>
                <a:spcPct val="90000"/>
              </a:lnSpc>
              <a:spcBef>
                <a:spcPts val="400"/>
              </a:spcBef>
              <a:spcAft>
                <a:spcPts val="0"/>
              </a:spcAft>
              <a:buClr>
                <a:schemeClr val="dk1"/>
              </a:buClr>
              <a:buSzPts val="1200"/>
              <a:buChar char="•"/>
              <a:defRPr sz="1200"/>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94" name="Google Shape;194;p36"/>
          <p:cNvSpPr/>
          <p:nvPr/>
        </p:nvSpPr>
        <p:spPr>
          <a:xfrm>
            <a:off x="5115637" y="3419993"/>
            <a:ext cx="3609300" cy="854400"/>
          </a:xfrm>
          <a:prstGeom prst="roundRect">
            <a:avLst>
              <a:gd name="adj" fmla="val 5049"/>
            </a:avLst>
          </a:prstGeom>
          <a:solidFill>
            <a:schemeClr val="lt1"/>
          </a:solidFill>
          <a:ln w="12700" cap="flat" cmpd="sng">
            <a:solidFill>
              <a:srgbClr val="CBDAFF"/>
            </a:solidFill>
            <a:prstDash val="solid"/>
            <a:miter lim="80"/>
            <a:headEnd type="none" w="sm" len="sm"/>
            <a:tailEnd type="none" w="sm" len="sm"/>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chemeClr val="lt1"/>
              </a:buClr>
              <a:buSzPts val="1400"/>
              <a:buFont typeface="DM Sans"/>
              <a:buNone/>
            </a:pPr>
            <a:endParaRPr sz="1400" b="0" i="0" u="none" strike="noStrike" cap="none">
              <a:solidFill>
                <a:srgbClr val="001142"/>
              </a:solidFill>
              <a:latin typeface="DM Sans"/>
              <a:ea typeface="DM Sans"/>
              <a:cs typeface="DM Sans"/>
              <a:sym typeface="DM Sans"/>
            </a:endParaRPr>
          </a:p>
        </p:txBody>
      </p:sp>
      <p:sp>
        <p:nvSpPr>
          <p:cNvPr id="195" name="Google Shape;195;p36"/>
          <p:cNvSpPr/>
          <p:nvPr/>
        </p:nvSpPr>
        <p:spPr>
          <a:xfrm>
            <a:off x="4802243" y="3533774"/>
            <a:ext cx="626700" cy="626700"/>
          </a:xfrm>
          <a:prstGeom prst="ellipse">
            <a:avLst/>
          </a:prstGeom>
          <a:solidFill>
            <a:schemeClr val="lt1"/>
          </a:solidFill>
          <a:ln w="12700" cap="flat" cmpd="sng">
            <a:solidFill>
              <a:srgbClr val="0254EC"/>
            </a:solidFill>
            <a:prstDash val="solid"/>
            <a:miter lim="8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DM Sans"/>
              <a:ea typeface="DM Sans"/>
              <a:cs typeface="DM Sans"/>
              <a:sym typeface="DM Sans"/>
            </a:endParaRPr>
          </a:p>
        </p:txBody>
      </p:sp>
      <p:sp>
        <p:nvSpPr>
          <p:cNvPr id="196" name="Google Shape;196;p36"/>
          <p:cNvSpPr txBox="1">
            <a:spLocks noGrp="1"/>
          </p:cNvSpPr>
          <p:nvPr>
            <p:ph type="body" idx="6"/>
          </p:nvPr>
        </p:nvSpPr>
        <p:spPr>
          <a:xfrm>
            <a:off x="5572272" y="3533774"/>
            <a:ext cx="3009300" cy="626700"/>
          </a:xfrm>
          <a:prstGeom prst="rect">
            <a:avLst/>
          </a:prstGeom>
          <a:noFill/>
          <a:ln>
            <a:noFill/>
          </a:ln>
        </p:spPr>
        <p:txBody>
          <a:bodyPr spcFirstLastPara="1" wrap="square" lIns="68575" tIns="34275" rIns="68575" bIns="34275" anchor="ctr" anchorCtr="0">
            <a:normAutofit/>
          </a:bodyPr>
          <a:lstStyle>
            <a:lvl1pPr marL="457200" lvl="0" indent="-228600" algn="l">
              <a:lnSpc>
                <a:spcPct val="90000"/>
              </a:lnSpc>
              <a:spcBef>
                <a:spcPts val="800"/>
              </a:spcBef>
              <a:spcAft>
                <a:spcPts val="0"/>
              </a:spcAft>
              <a:buClr>
                <a:schemeClr val="dk1"/>
              </a:buClr>
              <a:buSzPts val="1100"/>
              <a:buNone/>
              <a:defRPr sz="1100"/>
            </a:lvl1pPr>
            <a:lvl2pPr marL="914400" lvl="1" indent="-304800" algn="l">
              <a:lnSpc>
                <a:spcPct val="90000"/>
              </a:lnSpc>
              <a:spcBef>
                <a:spcPts val="400"/>
              </a:spcBef>
              <a:spcAft>
                <a:spcPts val="0"/>
              </a:spcAft>
              <a:buClr>
                <a:schemeClr val="dk1"/>
              </a:buClr>
              <a:buSzPts val="1200"/>
              <a:buChar char="•"/>
              <a:defRPr sz="1200"/>
            </a:lvl2pPr>
            <a:lvl3pPr marL="1371600" lvl="2" indent="-304800" algn="l">
              <a:lnSpc>
                <a:spcPct val="90000"/>
              </a:lnSpc>
              <a:spcBef>
                <a:spcPts val="400"/>
              </a:spcBef>
              <a:spcAft>
                <a:spcPts val="0"/>
              </a:spcAft>
              <a:buClr>
                <a:schemeClr val="dk1"/>
              </a:buClr>
              <a:buSzPts val="1200"/>
              <a:buChar char="•"/>
              <a:defRPr sz="1200"/>
            </a:lvl3pPr>
            <a:lvl4pPr marL="1828800" lvl="3" indent="-304800" algn="l">
              <a:lnSpc>
                <a:spcPct val="90000"/>
              </a:lnSpc>
              <a:spcBef>
                <a:spcPts val="400"/>
              </a:spcBef>
              <a:spcAft>
                <a:spcPts val="0"/>
              </a:spcAft>
              <a:buClr>
                <a:schemeClr val="dk1"/>
              </a:buClr>
              <a:buSzPts val="1200"/>
              <a:buChar char="•"/>
              <a:defRPr sz="1200"/>
            </a:lvl4pPr>
            <a:lvl5pPr marL="2286000" lvl="4" indent="-304800" algn="l">
              <a:lnSpc>
                <a:spcPct val="90000"/>
              </a:lnSpc>
              <a:spcBef>
                <a:spcPts val="400"/>
              </a:spcBef>
              <a:spcAft>
                <a:spcPts val="0"/>
              </a:spcAft>
              <a:buClr>
                <a:schemeClr val="dk1"/>
              </a:buClr>
              <a:buSzPts val="1200"/>
              <a:buChar char="•"/>
              <a:defRPr sz="1200"/>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B_Testimonials 1">
  <p:cSld name="Testimonials 1">
    <p:bg>
      <p:bgPr>
        <a:solidFill>
          <a:schemeClr val="lt2"/>
        </a:solidFill>
        <a:effectLst/>
      </p:bgPr>
    </p:bg>
    <p:spTree>
      <p:nvGrpSpPr>
        <p:cNvPr id="1" name="Shape 197"/>
        <p:cNvGrpSpPr/>
        <p:nvPr/>
      </p:nvGrpSpPr>
      <p:grpSpPr>
        <a:xfrm>
          <a:off x="0" y="0"/>
          <a:ext cx="0" cy="0"/>
          <a:chOff x="0" y="0"/>
          <a:chExt cx="0" cy="0"/>
        </a:xfrm>
      </p:grpSpPr>
      <p:sp>
        <p:nvSpPr>
          <p:cNvPr id="198" name="Google Shape;198;p37"/>
          <p:cNvSpPr txBox="1">
            <a:spLocks noGrp="1"/>
          </p:cNvSpPr>
          <p:nvPr>
            <p:ph type="title"/>
          </p:nvPr>
        </p:nvSpPr>
        <p:spPr>
          <a:xfrm>
            <a:off x="420743" y="439044"/>
            <a:ext cx="4151400" cy="367200"/>
          </a:xfrm>
          <a:prstGeom prst="rect">
            <a:avLst/>
          </a:prstGeom>
          <a:noFill/>
          <a:ln>
            <a:noFill/>
          </a:ln>
        </p:spPr>
        <p:txBody>
          <a:bodyPr spcFirstLastPara="1" wrap="square" lIns="68575" tIns="34275" rIns="68575" bIns="34275" anchor="ctr" anchorCtr="0">
            <a:noAutofit/>
          </a:bodyPr>
          <a:lstStyle>
            <a:lvl1pPr lvl="0" algn="l">
              <a:lnSpc>
                <a:spcPct val="90000"/>
              </a:lnSpc>
              <a:spcBef>
                <a:spcPts val="0"/>
              </a:spcBef>
              <a:spcAft>
                <a:spcPts val="0"/>
              </a:spcAft>
              <a:buClr>
                <a:schemeClr val="dk1"/>
              </a:buClr>
              <a:buSzPts val="1100"/>
              <a:buFont typeface="DM Sans"/>
              <a:buNone/>
              <a:defRPr sz="1100" b="1"/>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99" name="Google Shape;199;p37"/>
          <p:cNvSpPr txBox="1">
            <a:spLocks noGrp="1"/>
          </p:cNvSpPr>
          <p:nvPr>
            <p:ph type="body" idx="1"/>
          </p:nvPr>
        </p:nvSpPr>
        <p:spPr>
          <a:xfrm>
            <a:off x="420743" y="821019"/>
            <a:ext cx="4151400" cy="2194200"/>
          </a:xfrm>
          <a:prstGeom prst="rect">
            <a:avLst/>
          </a:prstGeom>
          <a:noFill/>
          <a:ln>
            <a:noFill/>
          </a:ln>
        </p:spPr>
        <p:txBody>
          <a:bodyPr spcFirstLastPara="1" wrap="square" lIns="68575" tIns="34275" rIns="68575" bIns="34275" anchor="t" anchorCtr="0">
            <a:normAutofit/>
          </a:bodyPr>
          <a:lstStyle>
            <a:lvl1pPr marL="457200" lvl="0" indent="-361950" algn="l">
              <a:lnSpc>
                <a:spcPct val="90000"/>
              </a:lnSpc>
              <a:spcBef>
                <a:spcPts val="800"/>
              </a:spcBef>
              <a:spcAft>
                <a:spcPts val="0"/>
              </a:spcAft>
              <a:buClr>
                <a:schemeClr val="dk1"/>
              </a:buClr>
              <a:buSzPts val="2100"/>
              <a:buChar char="•"/>
              <a:defRPr sz="2100"/>
            </a:lvl1pPr>
            <a:lvl2pPr marL="914400" lvl="1" indent="-342900" algn="l">
              <a:lnSpc>
                <a:spcPct val="90000"/>
              </a:lnSpc>
              <a:spcBef>
                <a:spcPts val="400"/>
              </a:spcBef>
              <a:spcAft>
                <a:spcPts val="0"/>
              </a:spcAft>
              <a:buClr>
                <a:schemeClr val="dk1"/>
              </a:buClr>
              <a:buSzPts val="1800"/>
              <a:buChar char="•"/>
              <a:defRPr sz="1800"/>
            </a:lvl2pPr>
            <a:lvl3pPr marL="1371600" lvl="2" indent="-323850" algn="l">
              <a:lnSpc>
                <a:spcPct val="90000"/>
              </a:lnSpc>
              <a:spcBef>
                <a:spcPts val="400"/>
              </a:spcBef>
              <a:spcAft>
                <a:spcPts val="0"/>
              </a:spcAft>
              <a:buClr>
                <a:schemeClr val="dk1"/>
              </a:buClr>
              <a:buSzPts val="1500"/>
              <a:buChar char="•"/>
              <a:defRPr sz="1500"/>
            </a:lvl3pPr>
            <a:lvl4pPr marL="1828800" lvl="3" indent="-317500" algn="l">
              <a:lnSpc>
                <a:spcPct val="90000"/>
              </a:lnSpc>
              <a:spcBef>
                <a:spcPts val="400"/>
              </a:spcBef>
              <a:spcAft>
                <a:spcPts val="0"/>
              </a:spcAft>
              <a:buClr>
                <a:schemeClr val="dk1"/>
              </a:buClr>
              <a:buSzPts val="1400"/>
              <a:buChar char="•"/>
              <a:defRPr sz="1400"/>
            </a:lvl4pPr>
            <a:lvl5pPr marL="2286000" lvl="4" indent="-317500" algn="l">
              <a:lnSpc>
                <a:spcPct val="90000"/>
              </a:lnSpc>
              <a:spcBef>
                <a:spcPts val="400"/>
              </a:spcBef>
              <a:spcAft>
                <a:spcPts val="0"/>
              </a:spcAft>
              <a:buClr>
                <a:schemeClr val="dk1"/>
              </a:buClr>
              <a:buSzPts val="1400"/>
              <a:buChar char="•"/>
              <a:defRPr sz="1400"/>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0" name="Google Shape;200;p37"/>
          <p:cNvSpPr>
            <a:spLocks noGrp="1"/>
          </p:cNvSpPr>
          <p:nvPr>
            <p:ph type="pic" idx="2"/>
          </p:nvPr>
        </p:nvSpPr>
        <p:spPr>
          <a:xfrm>
            <a:off x="520220" y="2791738"/>
            <a:ext cx="714600" cy="714600"/>
          </a:xfrm>
          <a:prstGeom prst="ellipse">
            <a:avLst/>
          </a:prstGeom>
          <a:noFill/>
          <a:ln w="12700" cap="flat" cmpd="sng">
            <a:solidFill>
              <a:schemeClr val="dk2"/>
            </a:solidFill>
            <a:prstDash val="solid"/>
            <a:round/>
            <a:headEnd type="none" w="sm" len="sm"/>
            <a:tailEnd type="none" w="sm" len="sm"/>
          </a:ln>
        </p:spPr>
      </p:sp>
      <p:sp>
        <p:nvSpPr>
          <p:cNvPr id="201" name="Google Shape;201;p37"/>
          <p:cNvSpPr txBox="1">
            <a:spLocks noGrp="1"/>
          </p:cNvSpPr>
          <p:nvPr>
            <p:ph type="body" idx="3"/>
          </p:nvPr>
        </p:nvSpPr>
        <p:spPr>
          <a:xfrm>
            <a:off x="1335785" y="2922110"/>
            <a:ext cx="3350400" cy="27390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400"/>
              <a:buNone/>
              <a:defRPr sz="1400"/>
            </a:lvl1pPr>
            <a:lvl2pPr marL="914400" lvl="1" indent="-228600" algn="l">
              <a:lnSpc>
                <a:spcPct val="90000"/>
              </a:lnSpc>
              <a:spcBef>
                <a:spcPts val="400"/>
              </a:spcBef>
              <a:spcAft>
                <a:spcPts val="0"/>
              </a:spcAft>
              <a:buClr>
                <a:schemeClr val="dk1"/>
              </a:buClr>
              <a:buSzPts val="1400"/>
              <a:buNone/>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2" name="Google Shape;202;p37"/>
          <p:cNvSpPr txBox="1">
            <a:spLocks noGrp="1"/>
          </p:cNvSpPr>
          <p:nvPr>
            <p:ph type="body" idx="4"/>
          </p:nvPr>
        </p:nvSpPr>
        <p:spPr>
          <a:xfrm>
            <a:off x="1335785" y="3137613"/>
            <a:ext cx="3350400" cy="27390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100"/>
              <a:buNone/>
              <a:defRPr sz="1100"/>
            </a:lvl1pPr>
            <a:lvl2pPr marL="914400" lvl="1" indent="-228600" algn="l">
              <a:lnSpc>
                <a:spcPct val="90000"/>
              </a:lnSpc>
              <a:spcBef>
                <a:spcPts val="400"/>
              </a:spcBef>
              <a:spcAft>
                <a:spcPts val="0"/>
              </a:spcAft>
              <a:buClr>
                <a:schemeClr val="dk1"/>
              </a:buClr>
              <a:buSzPts val="1400"/>
              <a:buNone/>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pic>
        <p:nvPicPr>
          <p:cNvPr id="203" name="Google Shape;203;p37" descr="A blue line on a black background  Description automatically generated"/>
          <p:cNvPicPr preferRelativeResize="0"/>
          <p:nvPr/>
        </p:nvPicPr>
        <p:blipFill rotWithShape="1">
          <a:blip r:embed="rId2">
            <a:alphaModFix/>
          </a:blip>
          <a:srcRect/>
          <a:stretch/>
        </p:blipFill>
        <p:spPr>
          <a:xfrm>
            <a:off x="7088382" y="3892490"/>
            <a:ext cx="2055618" cy="1282314"/>
          </a:xfrm>
          <a:prstGeom prst="rect">
            <a:avLst/>
          </a:prstGeom>
          <a:noFill/>
          <a:ln>
            <a:noFill/>
          </a:ln>
        </p:spPr>
      </p:pic>
      <p:pic>
        <p:nvPicPr>
          <p:cNvPr id="204" name="Google Shape;204;p37" descr="A blue line on a black background  Description automatically generated"/>
          <p:cNvPicPr preferRelativeResize="0"/>
          <p:nvPr/>
        </p:nvPicPr>
        <p:blipFill rotWithShape="1">
          <a:blip r:embed="rId3">
            <a:alphaModFix/>
          </a:blip>
          <a:srcRect/>
          <a:stretch/>
        </p:blipFill>
        <p:spPr>
          <a:xfrm rot="10800000">
            <a:off x="0" y="4025113"/>
            <a:ext cx="2669286" cy="1122440"/>
          </a:xfrm>
          <a:prstGeom prst="rect">
            <a:avLst/>
          </a:prstGeom>
          <a:noFill/>
          <a:ln>
            <a:noFill/>
          </a:ln>
        </p:spPr>
      </p:pic>
      <p:sp>
        <p:nvSpPr>
          <p:cNvPr id="205" name="Google Shape;205;p37"/>
          <p:cNvSpPr>
            <a:spLocks noGrp="1"/>
          </p:cNvSpPr>
          <p:nvPr>
            <p:ph type="pic" idx="5"/>
          </p:nvPr>
        </p:nvSpPr>
        <p:spPr>
          <a:xfrm>
            <a:off x="4803425" y="800100"/>
            <a:ext cx="3883500" cy="2171100"/>
          </a:xfrm>
          <a:prstGeom prst="roundRect">
            <a:avLst>
              <a:gd name="adj" fmla="val 4242"/>
            </a:avLst>
          </a:prstGeom>
          <a:noFill/>
          <a:ln>
            <a:noFill/>
          </a:ln>
          <a:effectLst>
            <a:outerShdw dist="66675" dir="7800000" algn="bl" rotWithShape="0">
              <a:schemeClr val="dk2"/>
            </a:outerShdw>
          </a:effectLst>
        </p:spPr>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C_Illustration 1">
  <p:cSld name="Illustration 1">
    <p:spTree>
      <p:nvGrpSpPr>
        <p:cNvPr id="1" name="Shape 206"/>
        <p:cNvGrpSpPr/>
        <p:nvPr/>
      </p:nvGrpSpPr>
      <p:grpSpPr>
        <a:xfrm>
          <a:off x="0" y="0"/>
          <a:ext cx="0" cy="0"/>
          <a:chOff x="0" y="0"/>
          <a:chExt cx="0" cy="0"/>
        </a:xfrm>
      </p:grpSpPr>
      <p:pic>
        <p:nvPicPr>
          <p:cNvPr id="207" name="Google Shape;207;p38"/>
          <p:cNvPicPr preferRelativeResize="0"/>
          <p:nvPr/>
        </p:nvPicPr>
        <p:blipFill rotWithShape="1">
          <a:blip r:embed="rId2">
            <a:alphaModFix/>
          </a:blip>
          <a:srcRect/>
          <a:stretch/>
        </p:blipFill>
        <p:spPr>
          <a:xfrm>
            <a:off x="0" y="0"/>
            <a:ext cx="9144000" cy="5143500"/>
          </a:xfrm>
          <a:prstGeom prst="rect">
            <a:avLst/>
          </a:prstGeom>
          <a:noFill/>
          <a:ln>
            <a:noFill/>
          </a:ln>
        </p:spPr>
      </p:pic>
      <p:pic>
        <p:nvPicPr>
          <p:cNvPr id="208" name="Google Shape;208;p38" title="Logo.png"/>
          <p:cNvPicPr preferRelativeResize="0"/>
          <p:nvPr/>
        </p:nvPicPr>
        <p:blipFill rotWithShape="1">
          <a:blip r:embed="rId3">
            <a:alphaModFix/>
          </a:blip>
          <a:srcRect/>
          <a:stretch/>
        </p:blipFill>
        <p:spPr>
          <a:xfrm>
            <a:off x="8412313" y="4830850"/>
            <a:ext cx="309686" cy="146674"/>
          </a:xfrm>
          <a:prstGeom prst="rect">
            <a:avLst/>
          </a:prstGeom>
          <a:noFill/>
          <a:ln>
            <a:noFill/>
          </a:ln>
        </p:spPr>
      </p:pic>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C_Plain White">
  <p:cSld name="Plain White">
    <p:spTree>
      <p:nvGrpSpPr>
        <p:cNvPr id="1" name="Shape 209"/>
        <p:cNvGrpSpPr/>
        <p:nvPr/>
      </p:nvGrpSpPr>
      <p:grpSpPr>
        <a:xfrm>
          <a:off x="0" y="0"/>
          <a:ext cx="0" cy="0"/>
          <a:chOff x="0" y="0"/>
          <a:chExt cx="0" cy="0"/>
        </a:xfrm>
      </p:grpSpPr>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B_Image/Graphic Drop Shadow Asset">
  <p:cSld name="Image/Graphic Drop Shadow Asset">
    <p:bg>
      <p:bgPr>
        <a:solidFill>
          <a:schemeClr val="lt1"/>
        </a:solidFill>
        <a:effectLst/>
      </p:bgPr>
    </p:bg>
    <p:spTree>
      <p:nvGrpSpPr>
        <p:cNvPr id="1" name="Shape 210"/>
        <p:cNvGrpSpPr/>
        <p:nvPr/>
      </p:nvGrpSpPr>
      <p:grpSpPr>
        <a:xfrm>
          <a:off x="0" y="0"/>
          <a:ext cx="0" cy="0"/>
          <a:chOff x="0" y="0"/>
          <a:chExt cx="0" cy="0"/>
        </a:xfrm>
      </p:grpSpPr>
      <p:sp>
        <p:nvSpPr>
          <p:cNvPr id="211" name="Google Shape;211;p40"/>
          <p:cNvSpPr/>
          <p:nvPr/>
        </p:nvSpPr>
        <p:spPr>
          <a:xfrm>
            <a:off x="0" y="0"/>
            <a:ext cx="9128855" cy="44653"/>
          </a:xfrm>
          <a:custGeom>
            <a:avLst/>
            <a:gdLst/>
            <a:ahLst/>
            <a:cxnLst/>
            <a:rect l="l" t="t" r="r" b="b"/>
            <a:pathLst>
              <a:path w="15876269" h="8930640" extrusionOk="0">
                <a:moveTo>
                  <a:pt x="15875897" y="0"/>
                </a:moveTo>
                <a:lnTo>
                  <a:pt x="0" y="0"/>
                </a:lnTo>
                <a:lnTo>
                  <a:pt x="0" y="8930192"/>
                </a:lnTo>
                <a:lnTo>
                  <a:pt x="15875897" y="8930192"/>
                </a:lnTo>
                <a:lnTo>
                  <a:pt x="15875897" y="0"/>
                </a:lnTo>
                <a:close/>
              </a:path>
            </a:pathLst>
          </a:custGeom>
          <a:solidFill>
            <a:schemeClr val="lt2"/>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000"/>
              <a:buFont typeface="Arial"/>
              <a:buNone/>
            </a:pPr>
            <a:endParaRPr sz="1000" b="0" i="0" u="none" strike="noStrike" cap="none">
              <a:solidFill>
                <a:schemeClr val="dk1"/>
              </a:solidFill>
              <a:latin typeface="DM Sans"/>
              <a:ea typeface="DM Sans"/>
              <a:cs typeface="DM Sans"/>
              <a:sym typeface="DM Sans"/>
            </a:endParaRPr>
          </a:p>
        </p:txBody>
      </p:sp>
      <p:sp>
        <p:nvSpPr>
          <p:cNvPr id="212" name="Google Shape;212;p40"/>
          <p:cNvSpPr txBox="1">
            <a:spLocks noGrp="1"/>
          </p:cNvSpPr>
          <p:nvPr>
            <p:ph type="title"/>
          </p:nvPr>
        </p:nvSpPr>
        <p:spPr>
          <a:xfrm>
            <a:off x="420743" y="273844"/>
            <a:ext cx="8302500" cy="367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13" name="Google Shape;213;p40"/>
          <p:cNvSpPr>
            <a:spLocks noGrp="1"/>
          </p:cNvSpPr>
          <p:nvPr>
            <p:ph type="pic" idx="2"/>
          </p:nvPr>
        </p:nvSpPr>
        <p:spPr>
          <a:xfrm>
            <a:off x="602200" y="880600"/>
            <a:ext cx="3904800" cy="2194200"/>
          </a:xfrm>
          <a:prstGeom prst="roundRect">
            <a:avLst>
              <a:gd name="adj" fmla="val 3229"/>
            </a:avLst>
          </a:prstGeom>
          <a:noFill/>
          <a:ln>
            <a:noFill/>
          </a:ln>
          <a:effectLst>
            <a:outerShdw dist="69226" dir="7800000" algn="ctr" rotWithShape="0">
              <a:schemeClr val="accent3"/>
            </a:outerShdw>
          </a:effectLst>
        </p:spPr>
      </p:sp>
      <p:sp>
        <p:nvSpPr>
          <p:cNvPr id="214" name="Google Shape;214;p40"/>
          <p:cNvSpPr>
            <a:spLocks noGrp="1"/>
          </p:cNvSpPr>
          <p:nvPr>
            <p:ph type="pic" idx="3"/>
          </p:nvPr>
        </p:nvSpPr>
        <p:spPr>
          <a:xfrm>
            <a:off x="4824700" y="880600"/>
            <a:ext cx="3898500" cy="2194200"/>
          </a:xfrm>
          <a:prstGeom prst="roundRect">
            <a:avLst>
              <a:gd name="adj" fmla="val 3874"/>
            </a:avLst>
          </a:prstGeom>
          <a:noFill/>
          <a:ln>
            <a:noFill/>
          </a:ln>
          <a:effectLst>
            <a:outerShdw dist="69226" dir="7800000" algn="ctr" rotWithShape="0">
              <a:schemeClr val="dk2"/>
            </a:outerShdw>
          </a:effectLst>
        </p:spPr>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C_Q&amp;A">
  <p:cSld name="Q&amp;A">
    <p:bg>
      <p:bgPr>
        <a:solidFill>
          <a:schemeClr val="dk2"/>
        </a:solidFill>
        <a:effectLst/>
      </p:bgPr>
    </p:bg>
    <p:spTree>
      <p:nvGrpSpPr>
        <p:cNvPr id="1" name="Shape 215"/>
        <p:cNvGrpSpPr/>
        <p:nvPr/>
      </p:nvGrpSpPr>
      <p:grpSpPr>
        <a:xfrm>
          <a:off x="0" y="0"/>
          <a:ext cx="0" cy="0"/>
          <a:chOff x="0" y="0"/>
          <a:chExt cx="0" cy="0"/>
        </a:xfrm>
      </p:grpSpPr>
      <p:pic>
        <p:nvPicPr>
          <p:cNvPr id="216" name="Google Shape;216;p41" descr="A black and white image of a person  Description automatically generated"/>
          <p:cNvPicPr preferRelativeResize="0"/>
          <p:nvPr/>
        </p:nvPicPr>
        <p:blipFill rotWithShape="1">
          <a:blip r:embed="rId2">
            <a:alphaModFix amt="60000"/>
          </a:blip>
          <a:srcRect/>
          <a:stretch/>
        </p:blipFill>
        <p:spPr>
          <a:xfrm rot="-900001">
            <a:off x="4096523" y="3086333"/>
            <a:ext cx="7191132" cy="2776325"/>
          </a:xfrm>
          <a:prstGeom prst="rect">
            <a:avLst/>
          </a:prstGeom>
          <a:noFill/>
          <a:ln>
            <a:noFill/>
          </a:ln>
        </p:spPr>
      </p:pic>
      <p:sp>
        <p:nvSpPr>
          <p:cNvPr id="217" name="Google Shape;217;p41"/>
          <p:cNvSpPr txBox="1">
            <a:spLocks noGrp="1"/>
          </p:cNvSpPr>
          <p:nvPr>
            <p:ph type="title"/>
          </p:nvPr>
        </p:nvSpPr>
        <p:spPr>
          <a:xfrm>
            <a:off x="420742" y="1645445"/>
            <a:ext cx="8302500" cy="367200"/>
          </a:xfrm>
          <a:prstGeom prst="rect">
            <a:avLst/>
          </a:prstGeom>
          <a:noFill/>
          <a:ln>
            <a:noFill/>
          </a:ln>
        </p:spPr>
        <p:txBody>
          <a:bodyPr spcFirstLastPara="1" wrap="square" lIns="68575" tIns="34275" rIns="68575" bIns="34275" anchor="ctr" anchorCtr="0">
            <a:noAutofit/>
          </a:bodyPr>
          <a:lstStyle>
            <a:lvl1pPr lvl="0" algn="ctr">
              <a:lnSpc>
                <a:spcPct val="90000"/>
              </a:lnSpc>
              <a:spcBef>
                <a:spcPts val="0"/>
              </a:spcBef>
              <a:spcAft>
                <a:spcPts val="0"/>
              </a:spcAft>
              <a:buClr>
                <a:schemeClr val="lt1"/>
              </a:buClr>
              <a:buSzPts val="3300"/>
              <a:buFont typeface="DM Sans"/>
              <a:buNone/>
              <a:defRPr sz="3300">
                <a:solidFill>
                  <a:schemeClr val="lt1"/>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pic>
        <p:nvPicPr>
          <p:cNvPr id="218" name="Google Shape;218;p41"/>
          <p:cNvPicPr preferRelativeResize="0"/>
          <p:nvPr/>
        </p:nvPicPr>
        <p:blipFill rotWithShape="1">
          <a:blip r:embed="rId3">
            <a:alphaModFix/>
          </a:blip>
          <a:srcRect/>
          <a:stretch/>
        </p:blipFill>
        <p:spPr>
          <a:xfrm>
            <a:off x="6610333" y="3093755"/>
            <a:ext cx="2374527" cy="1795313"/>
          </a:xfrm>
          <a:prstGeom prst="rect">
            <a:avLst/>
          </a:prstGeom>
          <a:noFill/>
          <a:ln>
            <a:noFill/>
          </a:ln>
        </p:spPr>
      </p:pic>
      <p:pic>
        <p:nvPicPr>
          <p:cNvPr id="219" name="Google Shape;219;p41" title="Logo.png"/>
          <p:cNvPicPr preferRelativeResize="0"/>
          <p:nvPr/>
        </p:nvPicPr>
        <p:blipFill rotWithShape="1">
          <a:blip r:embed="rId4">
            <a:alphaModFix/>
          </a:blip>
          <a:srcRect/>
          <a:stretch/>
        </p:blipFill>
        <p:spPr>
          <a:xfrm>
            <a:off x="8412313" y="4830850"/>
            <a:ext cx="309686" cy="146674"/>
          </a:xfrm>
          <a:prstGeom prst="rect">
            <a:avLst/>
          </a:prstGeom>
          <a:noFill/>
          <a:ln>
            <a:noFill/>
          </a:ln>
        </p:spPr>
      </p:pic>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C_Demo">
  <p:cSld name="Demo">
    <p:bg>
      <p:bgPr>
        <a:solidFill>
          <a:schemeClr val="dk2"/>
        </a:solidFill>
        <a:effectLst/>
      </p:bgPr>
    </p:bg>
    <p:spTree>
      <p:nvGrpSpPr>
        <p:cNvPr id="1" name="Shape 220"/>
        <p:cNvGrpSpPr/>
        <p:nvPr/>
      </p:nvGrpSpPr>
      <p:grpSpPr>
        <a:xfrm>
          <a:off x="0" y="0"/>
          <a:ext cx="0" cy="0"/>
          <a:chOff x="0" y="0"/>
          <a:chExt cx="0" cy="0"/>
        </a:xfrm>
      </p:grpSpPr>
      <p:pic>
        <p:nvPicPr>
          <p:cNvPr id="221" name="Google Shape;221;p42"/>
          <p:cNvPicPr preferRelativeResize="0"/>
          <p:nvPr/>
        </p:nvPicPr>
        <p:blipFill rotWithShape="1">
          <a:blip r:embed="rId2">
            <a:alphaModFix/>
          </a:blip>
          <a:srcRect/>
          <a:stretch/>
        </p:blipFill>
        <p:spPr>
          <a:xfrm>
            <a:off x="0" y="2741"/>
            <a:ext cx="9139128" cy="5140760"/>
          </a:xfrm>
          <a:prstGeom prst="rect">
            <a:avLst/>
          </a:prstGeom>
          <a:noFill/>
          <a:ln>
            <a:noFill/>
          </a:ln>
        </p:spPr>
      </p:pic>
      <p:pic>
        <p:nvPicPr>
          <p:cNvPr id="222" name="Google Shape;222;p42" title="Logo.png"/>
          <p:cNvPicPr preferRelativeResize="0"/>
          <p:nvPr/>
        </p:nvPicPr>
        <p:blipFill rotWithShape="1">
          <a:blip r:embed="rId3">
            <a:alphaModFix/>
          </a:blip>
          <a:srcRect/>
          <a:stretch/>
        </p:blipFill>
        <p:spPr>
          <a:xfrm>
            <a:off x="8412313" y="4830850"/>
            <a:ext cx="309686" cy="146674"/>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21"/>
                                        </p:tgtEl>
                                        <p:attrNameLst>
                                          <p:attrName>style.visibility</p:attrName>
                                        </p:attrNameLst>
                                      </p:cBhvr>
                                      <p:to>
                                        <p:strVal val="visible"/>
                                      </p:to>
                                    </p:set>
                                    <p:animEffect transition="in" filter="fade">
                                      <p:cBhvr>
                                        <p:cTn id="7" dur="5000"/>
                                        <p:tgtEl>
                                          <p:spTgt spid="2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C_Thank you">
  <p:cSld name="Thank you">
    <p:bg>
      <p:bgPr>
        <a:solidFill>
          <a:schemeClr val="dk2"/>
        </a:solidFill>
        <a:effectLst/>
      </p:bgPr>
    </p:bg>
    <p:spTree>
      <p:nvGrpSpPr>
        <p:cNvPr id="1" name="Shape 223"/>
        <p:cNvGrpSpPr/>
        <p:nvPr/>
      </p:nvGrpSpPr>
      <p:grpSpPr>
        <a:xfrm>
          <a:off x="0" y="0"/>
          <a:ext cx="0" cy="0"/>
          <a:chOff x="0" y="0"/>
          <a:chExt cx="0" cy="0"/>
        </a:xfrm>
      </p:grpSpPr>
      <p:pic>
        <p:nvPicPr>
          <p:cNvPr id="224" name="Google Shape;224;p43"/>
          <p:cNvPicPr preferRelativeResize="0"/>
          <p:nvPr/>
        </p:nvPicPr>
        <p:blipFill rotWithShape="1">
          <a:blip r:embed="rId2">
            <a:alphaModFix/>
          </a:blip>
          <a:srcRect/>
          <a:stretch/>
        </p:blipFill>
        <p:spPr>
          <a:xfrm>
            <a:off x="0" y="0"/>
            <a:ext cx="9144000" cy="51435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24"/>
                                        </p:tgtEl>
                                        <p:attrNameLst>
                                          <p:attrName>style.visibility</p:attrName>
                                        </p:attrNameLst>
                                      </p:cBhvr>
                                      <p:to>
                                        <p:strVal val="visible"/>
                                      </p:to>
                                    </p:set>
                                    <p:animEffect transition="in" filter="fade">
                                      <p:cBhvr>
                                        <p:cTn id="7" dur="3029"/>
                                        <p:tgtEl>
                                          <p:spTgt spid="2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C_Plain Blue">
  <p:cSld name="Plain Blue">
    <p:bg>
      <p:bgPr>
        <a:solidFill>
          <a:schemeClr val="dk2"/>
        </a:solidFill>
        <a:effectLst/>
      </p:bgPr>
    </p:bg>
    <p:spTree>
      <p:nvGrpSpPr>
        <p:cNvPr id="1" name="Shape 225"/>
        <p:cNvGrpSpPr/>
        <p:nvPr/>
      </p:nvGrpSpPr>
      <p:grpSpPr>
        <a:xfrm>
          <a:off x="0" y="0"/>
          <a:ext cx="0" cy="0"/>
          <a:chOff x="0" y="0"/>
          <a:chExt cx="0" cy="0"/>
        </a:xfrm>
      </p:grpSpPr>
      <p:pic>
        <p:nvPicPr>
          <p:cNvPr id="226" name="Google Shape;226;p44" title="Logo.png"/>
          <p:cNvPicPr preferRelativeResize="0"/>
          <p:nvPr/>
        </p:nvPicPr>
        <p:blipFill rotWithShape="1">
          <a:blip r:embed="rId2">
            <a:alphaModFix/>
          </a:blip>
          <a:srcRect/>
          <a:stretch/>
        </p:blipFill>
        <p:spPr>
          <a:xfrm>
            <a:off x="8412313" y="4830850"/>
            <a:ext cx="309686" cy="146674"/>
          </a:xfrm>
          <a:prstGeom prst="rect">
            <a:avLst/>
          </a:prstGeom>
          <a:noFill/>
          <a:ln>
            <a:noFill/>
          </a:ln>
        </p:spPr>
      </p:pic>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27"/>
        <p:cNvGrpSpPr/>
        <p:nvPr/>
      </p:nvGrpSpPr>
      <p:grpSpPr>
        <a:xfrm>
          <a:off x="0" y="0"/>
          <a:ext cx="0" cy="0"/>
          <a:chOff x="0" y="0"/>
          <a:chExt cx="0" cy="0"/>
        </a:xfrm>
      </p:grpSpPr>
      <p:sp>
        <p:nvSpPr>
          <p:cNvPr id="228" name="Google Shape;228;p45"/>
          <p:cNvSpPr txBox="1">
            <a:spLocks noGrp="1"/>
          </p:cNvSpPr>
          <p:nvPr>
            <p:ph type="ctrTitle"/>
          </p:nvPr>
        </p:nvSpPr>
        <p:spPr>
          <a:xfrm>
            <a:off x="311708" y="744575"/>
            <a:ext cx="8520600" cy="20526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229" name="Google Shape;229;p45"/>
          <p:cNvSpPr txBox="1">
            <a:spLocks noGrp="1"/>
          </p:cNvSpPr>
          <p:nvPr>
            <p:ph type="subTitle" idx="1"/>
          </p:nvPr>
        </p:nvSpPr>
        <p:spPr>
          <a:xfrm>
            <a:off x="311700" y="2834125"/>
            <a:ext cx="8520600" cy="792600"/>
          </a:xfrm>
          <a:prstGeom prst="rect">
            <a:avLst/>
          </a:prstGeom>
          <a:noFill/>
          <a:ln>
            <a:noFill/>
          </a:ln>
        </p:spPr>
        <p:txBody>
          <a:bodyPr spcFirstLastPara="1" wrap="square" lIns="68575" tIns="34275" rIns="68575" bIns="34275" anchor="t" anchorCtr="0">
            <a:normAutofit/>
          </a:bodyPr>
          <a:lstStyle>
            <a:lvl1pPr lvl="0" algn="ctr">
              <a:lnSpc>
                <a:spcPct val="100000"/>
              </a:lnSpc>
              <a:spcBef>
                <a:spcPts val="800"/>
              </a:spcBef>
              <a:spcAft>
                <a:spcPts val="0"/>
              </a:spcAft>
              <a:buSzPts val="2800"/>
              <a:buNone/>
              <a:defRPr sz="2800"/>
            </a:lvl1pPr>
            <a:lvl2pPr lvl="1" algn="ctr">
              <a:lnSpc>
                <a:spcPct val="100000"/>
              </a:lnSpc>
              <a:spcBef>
                <a:spcPts val="400"/>
              </a:spcBef>
              <a:spcAft>
                <a:spcPts val="0"/>
              </a:spcAft>
              <a:buSzPts val="2800"/>
              <a:buNone/>
              <a:defRPr sz="2800"/>
            </a:lvl2pPr>
            <a:lvl3pPr lvl="2" algn="ctr">
              <a:lnSpc>
                <a:spcPct val="100000"/>
              </a:lnSpc>
              <a:spcBef>
                <a:spcPts val="400"/>
              </a:spcBef>
              <a:spcAft>
                <a:spcPts val="0"/>
              </a:spcAft>
              <a:buSzPts val="2800"/>
              <a:buNone/>
              <a:defRPr sz="2800"/>
            </a:lvl3pPr>
            <a:lvl4pPr lvl="3" algn="ctr">
              <a:lnSpc>
                <a:spcPct val="100000"/>
              </a:lnSpc>
              <a:spcBef>
                <a:spcPts val="400"/>
              </a:spcBef>
              <a:spcAft>
                <a:spcPts val="0"/>
              </a:spcAft>
              <a:buSzPts val="2800"/>
              <a:buNone/>
              <a:defRPr sz="2800"/>
            </a:lvl4pPr>
            <a:lvl5pPr lvl="4" algn="ctr">
              <a:lnSpc>
                <a:spcPct val="100000"/>
              </a:lnSpc>
              <a:spcBef>
                <a:spcPts val="400"/>
              </a:spcBef>
              <a:spcAft>
                <a:spcPts val="0"/>
              </a:spcAft>
              <a:buSzPts val="2800"/>
              <a:buNone/>
              <a:defRPr sz="2800"/>
            </a:lvl5pPr>
            <a:lvl6pPr lvl="5" algn="ctr">
              <a:lnSpc>
                <a:spcPct val="100000"/>
              </a:lnSpc>
              <a:spcBef>
                <a:spcPts val="400"/>
              </a:spcBef>
              <a:spcAft>
                <a:spcPts val="0"/>
              </a:spcAft>
              <a:buSzPts val="2800"/>
              <a:buNone/>
              <a:defRPr sz="2800"/>
            </a:lvl6pPr>
            <a:lvl7pPr lvl="6" algn="ctr">
              <a:lnSpc>
                <a:spcPct val="100000"/>
              </a:lnSpc>
              <a:spcBef>
                <a:spcPts val="400"/>
              </a:spcBef>
              <a:spcAft>
                <a:spcPts val="0"/>
              </a:spcAft>
              <a:buSzPts val="2800"/>
              <a:buNone/>
              <a:defRPr sz="2800"/>
            </a:lvl7pPr>
            <a:lvl8pPr lvl="7" algn="ctr">
              <a:lnSpc>
                <a:spcPct val="100000"/>
              </a:lnSpc>
              <a:spcBef>
                <a:spcPts val="400"/>
              </a:spcBef>
              <a:spcAft>
                <a:spcPts val="0"/>
              </a:spcAft>
              <a:buSzPts val="2800"/>
              <a:buNone/>
              <a:defRPr sz="2800"/>
            </a:lvl8pPr>
            <a:lvl9pPr lvl="8" algn="ctr">
              <a:lnSpc>
                <a:spcPct val="100000"/>
              </a:lnSpc>
              <a:spcBef>
                <a:spcPts val="400"/>
              </a:spcBef>
              <a:spcAft>
                <a:spcPts val="0"/>
              </a:spcAft>
              <a:buSzPts val="2800"/>
              <a:buNone/>
              <a:defRPr sz="2800"/>
            </a:lvl9pPr>
          </a:lstStyle>
          <a:p>
            <a:endParaRPr/>
          </a:p>
        </p:txBody>
      </p:sp>
      <p:sp>
        <p:nvSpPr>
          <p:cNvPr id="230" name="Google Shape;230;p4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0" marR="0" lvl="1"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0" marR="0" lvl="2"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0" marR="0" lvl="3"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0" marR="0" lvl="4"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0" marR="0" lvl="5"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0" marR="0" lvl="6"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0" marR="0" lvl="7"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0" marR="0" lvl="8"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3_Custom Layout">
  <p:cSld name="3_Custom Layout">
    <p:spTree>
      <p:nvGrpSpPr>
        <p:cNvPr id="1" name="Shape 23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3.xml"/><Relationship Id="rId13" Type="http://schemas.openxmlformats.org/officeDocument/2006/relationships/slideLayout" Target="../slideLayouts/slideLayout28.xml"/><Relationship Id="rId18" Type="http://schemas.openxmlformats.org/officeDocument/2006/relationships/slideLayout" Target="../slideLayouts/slideLayout33.xml"/><Relationship Id="rId26" Type="http://schemas.openxmlformats.org/officeDocument/2006/relationships/slideLayout" Target="../slideLayouts/slideLayout41.xml"/><Relationship Id="rId3" Type="http://schemas.openxmlformats.org/officeDocument/2006/relationships/slideLayout" Target="../slideLayouts/slideLayout18.xml"/><Relationship Id="rId21" Type="http://schemas.openxmlformats.org/officeDocument/2006/relationships/slideLayout" Target="../slideLayouts/slideLayout36.xml"/><Relationship Id="rId7" Type="http://schemas.openxmlformats.org/officeDocument/2006/relationships/slideLayout" Target="../slideLayouts/slideLayout22.xml"/><Relationship Id="rId12" Type="http://schemas.openxmlformats.org/officeDocument/2006/relationships/slideLayout" Target="../slideLayouts/slideLayout27.xml"/><Relationship Id="rId17" Type="http://schemas.openxmlformats.org/officeDocument/2006/relationships/slideLayout" Target="../slideLayouts/slideLayout32.xml"/><Relationship Id="rId25" Type="http://schemas.openxmlformats.org/officeDocument/2006/relationships/slideLayout" Target="../slideLayouts/slideLayout40.xml"/><Relationship Id="rId2" Type="http://schemas.openxmlformats.org/officeDocument/2006/relationships/slideLayout" Target="../slideLayouts/slideLayout17.xml"/><Relationship Id="rId16" Type="http://schemas.openxmlformats.org/officeDocument/2006/relationships/slideLayout" Target="../slideLayouts/slideLayout31.xml"/><Relationship Id="rId20" Type="http://schemas.openxmlformats.org/officeDocument/2006/relationships/slideLayout" Target="../slideLayouts/slideLayout35.xml"/><Relationship Id="rId29" Type="http://schemas.openxmlformats.org/officeDocument/2006/relationships/slideLayout" Target="../slideLayouts/slideLayout44.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24" Type="http://schemas.openxmlformats.org/officeDocument/2006/relationships/slideLayout" Target="../slideLayouts/slideLayout39.xml"/><Relationship Id="rId5" Type="http://schemas.openxmlformats.org/officeDocument/2006/relationships/slideLayout" Target="../slideLayouts/slideLayout20.xml"/><Relationship Id="rId15" Type="http://schemas.openxmlformats.org/officeDocument/2006/relationships/slideLayout" Target="../slideLayouts/slideLayout30.xml"/><Relationship Id="rId23" Type="http://schemas.openxmlformats.org/officeDocument/2006/relationships/slideLayout" Target="../slideLayouts/slideLayout38.xml"/><Relationship Id="rId28" Type="http://schemas.openxmlformats.org/officeDocument/2006/relationships/slideLayout" Target="../slideLayouts/slideLayout43.xml"/><Relationship Id="rId10" Type="http://schemas.openxmlformats.org/officeDocument/2006/relationships/slideLayout" Target="../slideLayouts/slideLayout25.xml"/><Relationship Id="rId19" Type="http://schemas.openxmlformats.org/officeDocument/2006/relationships/slideLayout" Target="../slideLayouts/slideLayout34.xml"/><Relationship Id="rId31" Type="http://schemas.openxmlformats.org/officeDocument/2006/relationships/image" Target="../media/image10.png"/><Relationship Id="rId4" Type="http://schemas.openxmlformats.org/officeDocument/2006/relationships/slideLayout" Target="../slideLayouts/slideLayout19.xml"/><Relationship Id="rId9" Type="http://schemas.openxmlformats.org/officeDocument/2006/relationships/slideLayout" Target="../slideLayouts/slideLayout24.xml"/><Relationship Id="rId14" Type="http://schemas.openxmlformats.org/officeDocument/2006/relationships/slideLayout" Target="../slideLayouts/slideLayout29.xml"/><Relationship Id="rId22" Type="http://schemas.openxmlformats.org/officeDocument/2006/relationships/slideLayout" Target="../slideLayouts/slideLayout37.xml"/><Relationship Id="rId27" Type="http://schemas.openxmlformats.org/officeDocument/2006/relationships/slideLayout" Target="../slideLayouts/slideLayout42.xml"/><Relationship Id="rId30"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8"/>
        <p:cNvGrpSpPr/>
        <p:nvPr/>
      </p:nvGrpSpPr>
      <p:grpSpPr>
        <a:xfrm>
          <a:off x="0" y="0"/>
          <a:ext cx="0" cy="0"/>
          <a:chOff x="0" y="0"/>
          <a:chExt cx="0" cy="0"/>
        </a:xfrm>
      </p:grpSpPr>
      <p:sp>
        <p:nvSpPr>
          <p:cNvPr id="49" name="Google Shape;49;p17"/>
          <p:cNvSpPr txBox="1">
            <a:spLocks noGrp="1"/>
          </p:cNvSpPr>
          <p:nvPr>
            <p:ph type="title"/>
          </p:nvPr>
        </p:nvSpPr>
        <p:spPr>
          <a:xfrm>
            <a:off x="420743" y="273844"/>
            <a:ext cx="8302500" cy="367200"/>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2000"/>
              <a:buFont typeface="DM Sans"/>
              <a:buNone/>
              <a:defRPr sz="2000" b="0" i="0" u="none" strike="noStrike" cap="none">
                <a:solidFill>
                  <a:schemeClr val="dk1"/>
                </a:solidFill>
                <a:latin typeface="DM Sans"/>
                <a:ea typeface="DM Sans"/>
                <a:cs typeface="DM Sans"/>
                <a:sym typeface="DM Sans"/>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endParaRPr/>
          </a:p>
        </p:txBody>
      </p:sp>
      <p:sp>
        <p:nvSpPr>
          <p:cNvPr id="50" name="Google Shape;50;p17"/>
          <p:cNvSpPr txBox="1">
            <a:spLocks noGrp="1"/>
          </p:cNvSpPr>
          <p:nvPr>
            <p:ph type="body" idx="1"/>
          </p:nvPr>
        </p:nvSpPr>
        <p:spPr>
          <a:xfrm>
            <a:off x="420743" y="812524"/>
            <a:ext cx="8302500" cy="3820200"/>
          </a:xfrm>
          <a:prstGeom prst="rect">
            <a:avLst/>
          </a:prstGeom>
          <a:noFill/>
          <a:ln>
            <a:noFill/>
          </a:ln>
        </p:spPr>
        <p:txBody>
          <a:bodyPr spcFirstLastPara="1" wrap="square" lIns="68575" tIns="34275" rIns="68575" bIns="34275" anchor="t" anchorCtr="0">
            <a:normAutofit/>
          </a:bodyPr>
          <a:lstStyle>
            <a:lvl1pPr marL="457200" marR="0" lvl="0" indent="-311150" algn="l" rtl="0">
              <a:lnSpc>
                <a:spcPct val="90000"/>
              </a:lnSpc>
              <a:spcBef>
                <a:spcPts val="800"/>
              </a:spcBef>
              <a:spcAft>
                <a:spcPts val="0"/>
              </a:spcAft>
              <a:buClr>
                <a:schemeClr val="dk1"/>
              </a:buClr>
              <a:buSzPts val="1300"/>
              <a:buFont typeface="Arial"/>
              <a:buChar char="•"/>
              <a:defRPr sz="1300" b="0" i="0" u="none" strike="noStrike" cap="none">
                <a:solidFill>
                  <a:schemeClr val="dk1"/>
                </a:solidFill>
                <a:latin typeface="DM Sans"/>
                <a:ea typeface="DM Sans"/>
                <a:cs typeface="DM Sans"/>
                <a:sym typeface="DM Sans"/>
              </a:defRPr>
            </a:lvl1pPr>
            <a:lvl2pPr marL="914400" marR="0" lvl="1" indent="-304800" algn="l" rtl="0">
              <a:lnSpc>
                <a:spcPct val="90000"/>
              </a:lnSpc>
              <a:spcBef>
                <a:spcPts val="400"/>
              </a:spcBef>
              <a:spcAft>
                <a:spcPts val="0"/>
              </a:spcAft>
              <a:buClr>
                <a:schemeClr val="dk1"/>
              </a:buClr>
              <a:buSzPts val="1200"/>
              <a:buFont typeface="Arial"/>
              <a:buChar char="•"/>
              <a:defRPr sz="1200" b="0" i="0" u="none" strike="noStrike" cap="none">
                <a:solidFill>
                  <a:schemeClr val="dk1"/>
                </a:solidFill>
                <a:latin typeface="DM Sans"/>
                <a:ea typeface="DM Sans"/>
                <a:cs typeface="DM Sans"/>
                <a:sym typeface="DM Sans"/>
              </a:defRPr>
            </a:lvl2pPr>
            <a:lvl3pPr marL="1371600" marR="0" lvl="2" indent="-292100" algn="l" rtl="0">
              <a:lnSpc>
                <a:spcPct val="90000"/>
              </a:lnSpc>
              <a:spcBef>
                <a:spcPts val="400"/>
              </a:spcBef>
              <a:spcAft>
                <a:spcPts val="0"/>
              </a:spcAft>
              <a:buClr>
                <a:schemeClr val="dk1"/>
              </a:buClr>
              <a:buSzPts val="1000"/>
              <a:buFont typeface="Arial"/>
              <a:buChar char="•"/>
              <a:defRPr sz="1000" b="0" i="0" u="none" strike="noStrike" cap="none">
                <a:solidFill>
                  <a:schemeClr val="dk1"/>
                </a:solidFill>
                <a:latin typeface="DM Sans"/>
                <a:ea typeface="DM Sans"/>
                <a:cs typeface="DM Sans"/>
                <a:sym typeface="DM Sans"/>
              </a:defRPr>
            </a:lvl3pPr>
            <a:lvl4pPr marL="1828800" marR="0" lvl="3" indent="-285750" algn="l" rtl="0">
              <a:lnSpc>
                <a:spcPct val="90000"/>
              </a:lnSpc>
              <a:spcBef>
                <a:spcPts val="400"/>
              </a:spcBef>
              <a:spcAft>
                <a:spcPts val="0"/>
              </a:spcAft>
              <a:buClr>
                <a:schemeClr val="dk1"/>
              </a:buClr>
              <a:buSzPts val="900"/>
              <a:buFont typeface="Arial"/>
              <a:buChar char="•"/>
              <a:defRPr sz="900" b="0" i="0" u="none" strike="noStrike" cap="none">
                <a:solidFill>
                  <a:schemeClr val="dk1"/>
                </a:solidFill>
                <a:latin typeface="DM Sans"/>
                <a:ea typeface="DM Sans"/>
                <a:cs typeface="DM Sans"/>
                <a:sym typeface="DM Sans"/>
              </a:defRPr>
            </a:lvl4pPr>
            <a:lvl5pPr marL="2286000" marR="0" lvl="4" indent="-285750" algn="l" rtl="0">
              <a:lnSpc>
                <a:spcPct val="90000"/>
              </a:lnSpc>
              <a:spcBef>
                <a:spcPts val="400"/>
              </a:spcBef>
              <a:spcAft>
                <a:spcPts val="0"/>
              </a:spcAft>
              <a:buClr>
                <a:schemeClr val="dk1"/>
              </a:buClr>
              <a:buSzPts val="900"/>
              <a:buFont typeface="Arial"/>
              <a:buChar char="•"/>
              <a:defRPr sz="900" b="0" i="0" u="none" strike="noStrike" cap="none">
                <a:solidFill>
                  <a:schemeClr val="dk1"/>
                </a:solidFill>
                <a:latin typeface="DM Sans"/>
                <a:ea typeface="DM Sans"/>
                <a:cs typeface="DM Sans"/>
                <a:sym typeface="DM Sans"/>
              </a:defRPr>
            </a:lvl5pPr>
            <a:lvl6pPr marL="2743200" marR="0" lvl="5" indent="-279400" algn="l" rtl="0">
              <a:lnSpc>
                <a:spcPct val="90000"/>
              </a:lnSpc>
              <a:spcBef>
                <a:spcPts val="400"/>
              </a:spcBef>
              <a:spcAft>
                <a:spcPts val="0"/>
              </a:spcAft>
              <a:buClr>
                <a:schemeClr val="dk1"/>
              </a:buClr>
              <a:buSzPts val="800"/>
              <a:buFont typeface="Arial"/>
              <a:buChar char="•"/>
              <a:defRPr sz="800" b="0" i="0" u="none" strike="noStrike" cap="none">
                <a:solidFill>
                  <a:schemeClr val="dk1"/>
                </a:solidFill>
                <a:latin typeface="DM Sans"/>
                <a:ea typeface="DM Sans"/>
                <a:cs typeface="DM Sans"/>
                <a:sym typeface="DM Sans"/>
              </a:defRPr>
            </a:lvl6pPr>
            <a:lvl7pPr marL="3200400" marR="0" lvl="6" indent="-279400" algn="l" rtl="0">
              <a:lnSpc>
                <a:spcPct val="90000"/>
              </a:lnSpc>
              <a:spcBef>
                <a:spcPts val="400"/>
              </a:spcBef>
              <a:spcAft>
                <a:spcPts val="0"/>
              </a:spcAft>
              <a:buClr>
                <a:schemeClr val="dk1"/>
              </a:buClr>
              <a:buSzPts val="800"/>
              <a:buFont typeface="Arial"/>
              <a:buChar char="•"/>
              <a:defRPr sz="800" b="0" i="0" u="none" strike="noStrike" cap="none">
                <a:solidFill>
                  <a:schemeClr val="dk1"/>
                </a:solidFill>
                <a:latin typeface="DM Sans"/>
                <a:ea typeface="DM Sans"/>
                <a:cs typeface="DM Sans"/>
                <a:sym typeface="DM Sans"/>
              </a:defRPr>
            </a:lvl7pPr>
            <a:lvl8pPr marL="3657600" marR="0" lvl="7" indent="-273050" algn="l" rtl="0">
              <a:lnSpc>
                <a:spcPct val="90000"/>
              </a:lnSpc>
              <a:spcBef>
                <a:spcPts val="400"/>
              </a:spcBef>
              <a:spcAft>
                <a:spcPts val="0"/>
              </a:spcAft>
              <a:buClr>
                <a:schemeClr val="dk1"/>
              </a:buClr>
              <a:buSzPts val="700"/>
              <a:buFont typeface="Arial"/>
              <a:buChar char="•"/>
              <a:defRPr sz="700" b="0" i="0" u="none" strike="noStrike" cap="none">
                <a:solidFill>
                  <a:schemeClr val="dk1"/>
                </a:solidFill>
                <a:latin typeface="DM Sans"/>
                <a:ea typeface="DM Sans"/>
                <a:cs typeface="DM Sans"/>
                <a:sym typeface="DM Sans"/>
              </a:defRPr>
            </a:lvl8pPr>
            <a:lvl9pPr marL="4114800" marR="0" lvl="8" indent="-279400" algn="l" rtl="0">
              <a:lnSpc>
                <a:spcPct val="90000"/>
              </a:lnSpc>
              <a:spcBef>
                <a:spcPts val="400"/>
              </a:spcBef>
              <a:spcAft>
                <a:spcPts val="0"/>
              </a:spcAft>
              <a:buClr>
                <a:schemeClr val="dk1"/>
              </a:buClr>
              <a:buSzPts val="800"/>
              <a:buFont typeface="Arial"/>
              <a:buChar char="•"/>
              <a:defRPr sz="800" b="0" i="0" u="none" strike="noStrike" cap="none">
                <a:solidFill>
                  <a:schemeClr val="dk1"/>
                </a:solidFill>
                <a:latin typeface="DM Sans"/>
                <a:ea typeface="DM Sans"/>
                <a:cs typeface="DM Sans"/>
                <a:sym typeface="DM Sans"/>
              </a:defRPr>
            </a:lvl9pPr>
          </a:lstStyle>
          <a:p>
            <a:endParaRPr/>
          </a:p>
        </p:txBody>
      </p:sp>
      <p:sp>
        <p:nvSpPr>
          <p:cNvPr id="51" name="Google Shape;51;p17"/>
          <p:cNvSpPr/>
          <p:nvPr/>
        </p:nvSpPr>
        <p:spPr>
          <a:xfrm>
            <a:off x="0" y="0"/>
            <a:ext cx="9128855" cy="44653"/>
          </a:xfrm>
          <a:custGeom>
            <a:avLst/>
            <a:gdLst/>
            <a:ahLst/>
            <a:cxnLst/>
            <a:rect l="l" t="t" r="r" b="b"/>
            <a:pathLst>
              <a:path w="15876269" h="8930640" extrusionOk="0">
                <a:moveTo>
                  <a:pt x="15875897" y="0"/>
                </a:moveTo>
                <a:lnTo>
                  <a:pt x="0" y="0"/>
                </a:lnTo>
                <a:lnTo>
                  <a:pt x="0" y="8930192"/>
                </a:lnTo>
                <a:lnTo>
                  <a:pt x="15875897" y="8930192"/>
                </a:lnTo>
                <a:lnTo>
                  <a:pt x="15875897" y="0"/>
                </a:lnTo>
                <a:close/>
              </a:path>
            </a:pathLst>
          </a:custGeom>
          <a:solidFill>
            <a:srgbClr val="0058EB"/>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000"/>
              <a:buFont typeface="Arial"/>
              <a:buNone/>
            </a:pPr>
            <a:endParaRPr sz="1000" b="0" i="0" u="none" strike="noStrike" cap="none">
              <a:solidFill>
                <a:schemeClr val="dk1"/>
              </a:solidFill>
              <a:latin typeface="DM Sans"/>
              <a:ea typeface="DM Sans"/>
              <a:cs typeface="DM Sans"/>
              <a:sym typeface="DM Sans"/>
            </a:endParaRPr>
          </a:p>
        </p:txBody>
      </p:sp>
      <p:pic>
        <p:nvPicPr>
          <p:cNvPr id="52" name="Google Shape;52;p17"/>
          <p:cNvPicPr preferRelativeResize="0"/>
          <p:nvPr/>
        </p:nvPicPr>
        <p:blipFill rotWithShape="1">
          <a:blip r:embed="rId31">
            <a:alphaModFix/>
          </a:blip>
          <a:srcRect/>
          <a:stretch/>
        </p:blipFill>
        <p:spPr>
          <a:xfrm>
            <a:off x="8412332" y="4829647"/>
            <a:ext cx="310926" cy="149074"/>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 id="2147483676" r:id="rId14"/>
    <p:sldLayoutId id="2147483677" r:id="rId15"/>
    <p:sldLayoutId id="2147483678" r:id="rId16"/>
    <p:sldLayoutId id="2147483679" r:id="rId17"/>
    <p:sldLayoutId id="2147483680" r:id="rId18"/>
    <p:sldLayoutId id="2147483681" r:id="rId19"/>
    <p:sldLayoutId id="2147483682" r:id="rId20"/>
    <p:sldLayoutId id="2147483683" r:id="rId21"/>
    <p:sldLayoutId id="2147483684" r:id="rId22"/>
    <p:sldLayoutId id="2147483685" r:id="rId23"/>
    <p:sldLayoutId id="2147483686" r:id="rId24"/>
    <p:sldLayoutId id="2147483687" r:id="rId25"/>
    <p:sldLayoutId id="2147483688" r:id="rId26"/>
    <p:sldLayoutId id="2147483689" r:id="rId27"/>
    <p:sldLayoutId id="2147483690" r:id="rId28"/>
    <p:sldLayoutId id="2147483691" r:id="rId2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28.png"/><Relationship Id="rId4" Type="http://schemas.openxmlformats.org/officeDocument/2006/relationships/image" Target="../media/image27.png"/></Relationships>
</file>

<file path=ppt/slides/_rels/slide2.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3.xml.rels><?xml version="1.0" encoding="UTF-8" standalone="yes"?>
<Relationships xmlns="http://schemas.openxmlformats.org/package/2006/relationships"><Relationship Id="rId8" Type="http://schemas.openxmlformats.org/officeDocument/2006/relationships/image" Target="../media/image40.png"/><Relationship Id="rId13" Type="http://schemas.openxmlformats.org/officeDocument/2006/relationships/hyperlink" Target="https://app.wiz.io/inventory/unscanned-resources/unclassified" TargetMode="External"/><Relationship Id="rId3" Type="http://schemas.openxmlformats.org/officeDocument/2006/relationships/image" Target="../media/image35.png"/><Relationship Id="rId7" Type="http://schemas.openxmlformats.org/officeDocument/2006/relationships/image" Target="../media/image39.png"/><Relationship Id="rId12" Type="http://schemas.openxmlformats.org/officeDocument/2006/relationships/hyperlink" Target="https://app.wiz.io/settings/deployments#%7E%28type%7E%27ALL%29" TargetMode="External"/><Relationship Id="rId2" Type="http://schemas.openxmlformats.org/officeDocument/2006/relationships/notesSlide" Target="../notesSlides/notesSlide3.xml"/><Relationship Id="rId16" Type="http://schemas.openxmlformats.org/officeDocument/2006/relationships/hyperlink" Target="https://app.wiz.io/boards/ai-security" TargetMode="External"/><Relationship Id="rId1" Type="http://schemas.openxmlformats.org/officeDocument/2006/relationships/slideLayout" Target="../slideLayouts/slideLayout3.xml"/><Relationship Id="rId6" Type="http://schemas.openxmlformats.org/officeDocument/2006/relationships/image" Target="../media/image38.png"/><Relationship Id="rId11" Type="http://schemas.openxmlformats.org/officeDocument/2006/relationships/image" Target="../media/image43.png"/><Relationship Id="rId5" Type="http://schemas.openxmlformats.org/officeDocument/2006/relationships/image" Target="../media/image37.png"/><Relationship Id="rId15" Type="http://schemas.openxmlformats.org/officeDocument/2006/relationships/image" Target="../media/image44.png"/><Relationship Id="rId10" Type="http://schemas.openxmlformats.org/officeDocument/2006/relationships/image" Target="../media/image42.png"/><Relationship Id="rId4" Type="http://schemas.openxmlformats.org/officeDocument/2006/relationships/image" Target="../media/image36.png"/><Relationship Id="rId9" Type="http://schemas.openxmlformats.org/officeDocument/2006/relationships/image" Target="../media/image41.png"/><Relationship Id="rId14" Type="http://schemas.openxmlformats.org/officeDocument/2006/relationships/hyperlink" Target="https://app.wiz.io/explorer/cloud-events#%7E%28filters%7E%28timestampv2%7E%28dateRange%7E%28past%7E%28unit%7E%27month%7Eamount%7E1%29%29%29%29%7EgroupBy%7E%28%7E%27origin%29%29"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3.png"/></Relationships>
</file>

<file path=ppt/slides/_rels/slide5.xml.rels><?xml version="1.0" encoding="UTF-8" standalone="yes"?>
<Relationships xmlns="http://schemas.openxmlformats.org/package/2006/relationships"><Relationship Id="rId8" Type="http://schemas.openxmlformats.org/officeDocument/2006/relationships/hyperlink" Target="https://app.wiz.io/inventory/kubernetes-clusters" TargetMode="External"/><Relationship Id="rId13" Type="http://schemas.openxmlformats.org/officeDocument/2006/relationships/hyperlink" Target="https://app.wiz.io/inventory/unscanned-resources/unclassified" TargetMode="External"/><Relationship Id="rId3" Type="http://schemas.openxmlformats.org/officeDocument/2006/relationships/image" Target="../media/image35.png"/><Relationship Id="rId7" Type="http://schemas.openxmlformats.org/officeDocument/2006/relationships/image" Target="../media/image51.png"/><Relationship Id="rId12" Type="http://schemas.openxmlformats.org/officeDocument/2006/relationships/image" Target="../media/image52.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50.png"/><Relationship Id="rId11" Type="http://schemas.openxmlformats.org/officeDocument/2006/relationships/hyperlink" Target="https://app.wiz.io/inventory/containers/images" TargetMode="External"/><Relationship Id="rId5" Type="http://schemas.openxmlformats.org/officeDocument/2006/relationships/image" Target="../media/image49.png"/><Relationship Id="rId10" Type="http://schemas.openxmlformats.org/officeDocument/2006/relationships/hyperlink" Target="https://app.wiz.io/inventory/container-registries" TargetMode="External"/><Relationship Id="rId4" Type="http://schemas.openxmlformats.org/officeDocument/2006/relationships/image" Target="../media/image48.png"/><Relationship Id="rId9" Type="http://schemas.openxmlformats.org/officeDocument/2006/relationships/hyperlink" Target="https://app.wiz.io/findings/code-cicd-scans#%7E%28filters%7E%28timestamp%7E%28inTheLast%7E%28amount%7E30%7Eunit%7E%27days%29%29%7Eorigin%7E%28equals%7E%28%7E%27WIZ_CLI%29%29%7EcicdScanTrigger%7E%28equals%7E%28%7E%27USER_INITIATED%29%29%29%29" TargetMode="External"/><Relationship Id="rId14" Type="http://schemas.openxmlformats.org/officeDocument/2006/relationships/hyperlink" Target="https://app.wiz.io/policies/red-agent-modules" TargetMode="External"/></Relationships>
</file>

<file path=ppt/slides/_rels/slide6.xml.rels><?xml version="1.0" encoding="UTF-8" standalone="yes"?>
<Relationships xmlns="http://schemas.openxmlformats.org/package/2006/relationships"><Relationship Id="rId13" Type="http://schemas.openxmlformats.org/officeDocument/2006/relationships/hyperlink" Target="https://app.wiz.io/explorer/graph#%7E%28query%7E%28type%7E%28%7E%27DATABASE%7E%27DB_SERVER%29%7Eselect%7Etrue%7Erelationships%7E%28%7E%28type%7E%28%7E%28type%7E%27SCANNED%7Ereverse%7Etrue%29%29%7Ewith%7E%28type%7E%28%7E%27SECURITY_TOOL_SCAN%29%7Ewhere%7E%28name%7E%28CONTAINS%7E%28%7E%27data*20scan%29%29%29%7Eselect%7Etrue%29%29%7E%28type%7E%28%7E%28type%7E%27HAS_TECH%29%29%7Ewith%7E%28type%7E%28%7E%27TECHNOLOGY%29%7Eselect%7Etrue%7Ewhere%7E%28_externalID%7E%28NOT_EQUALS%7E%28%7E%276961%7E%273032%7E%279899%29%29%29%29%29%29%29%7Eview%7E%27table%7Ecolumns%7E%28%7E%28%7E%270%7E16%29%7E%28%7E%271%7E16%29%7E%28%7E%272%7E16%29%7E%28%7E%273%7E16%29%7E%28%7E%273cloudPlatform%7E9%29%7E%28%7E%273status%7E9%29%7E%28%7E%273externalId%7E9%29%7E%28%7E%273name%7E9%29%29%7Eentity%7E%28%7E%29%7EgraphEntityCols%7E%28DATABASE%7E%28%7E%27cloudPlatform%7E%27status%7E%27externalId%7E%27nativeType%29%7EDB_SERVER%7E%28%7E%27cloudPlatform%7E%27requiresSSL%7E%27hasBackups%7E%27backupRetentionDays%29%7ESECURITY_TOOL_SCAN%7E%28%7E%27status%7E%27analysisDate%7E%27lastSuccess%7E%27workloadAnalysisInfo_hasHighSeverityVulns%29%7ETECHNOLOGY%7E%28%7E%27deploymentModel%7E%27categories%7E%27storesData%7E%27stackLayer%29%29%7Ecols%7E%28%7E%28%7E%27c-r0%7E609%29%7E%28%7E%27c-r0-cloud-platform%7E195%29%7E%28%7E%27c-r0-status%7E81%29%7E%28%7E%27c-r0-external-id%7E300%29%7E%28%7E%27c-r0-native-type%7E275%29%7E%28%7E%27c-r1%7E609%29%7E%28%7E%27c-r1-status%7E92%29%7E%28%7E%27c-r1-analysis-date%7E100%29%7E%28%7E%27c-r1-last-success%7E141%29%7E%28%7E%27c-r1-workload-analysis-info-has-high-severity-vulns%7E228%29%29%29" TargetMode="External"/><Relationship Id="rId18" Type="http://schemas.openxmlformats.org/officeDocument/2006/relationships/hyperlink" Target="https://app.wiz.io/explorer/graph#%7E%28view%7E%27table%7Ecolumns%7E%28%7E%28%7E%270%7E16%29%7E%28%7E%271%7E16%29%7E%28%7E%272%7E16%29%7E%28%7E%273%7E16%29%7E%28%7E%273cloudPlatform%7E9%29%7E%28%7E%273status%7E9%29%7E%28%7E%273externalId%7E9%29%7E%28%7E%273name%7E9%29%29%7Eentity%7E%28%7E%29%7EgraphEntityCols%7E%28SECURITY_TOOL_SCAN%7E%28%7E%27status%7E%27analysisDate%7E%27lastSuccess%7E%27workloadAnalysisInfo_hasHighSeverityVulns%7E%27statusDetails%29%29%7Equery%7E%28type%7E%28%7E%27SECURITY_TOOL_SCAN%29%7Eselect%7Etrue%7Ewhere%7E%28dataSource_name%7E%28EQUALS%7E%28%7E%27Wiz*20Workload*20Scanner%29%29%7Estatus%7E%28EQUALS%7E%28%7E%27ScanStatusSuccess%29%29%29%29%29" TargetMode="External"/><Relationship Id="rId26" Type="http://schemas.openxmlformats.org/officeDocument/2006/relationships/hyperlink" Target="https://app.wiz.io/explorer/graph#%7E%28query%7E%28select%7Etrue%7Etype%7E%28%7E%27SECURITY_TOOL_SCAN%29%7Ewhere%7E%28scannedResourceType%7E%28EQUALS%7E%28%7E%27SecurityToolScanScannedResourceTypeNonOSDisk%29%29%7Ename%7E%28CONTAINS%7E%28%7E%27workload%29%29%29%29%29" TargetMode="External"/><Relationship Id="rId3" Type="http://schemas.openxmlformats.org/officeDocument/2006/relationships/image" Target="../media/image51.png"/><Relationship Id="rId21" Type="http://schemas.openxmlformats.org/officeDocument/2006/relationships/hyperlink" Target="https://app.wiz.io/settings/system-health#%7E%28filters%7E%28status%7E%28equals%7E%28%7E%27OPEN%29%29%7EdeploymentType%7E%28equals%7E%28%7E%27INTEGRATION%29%29%7Eseverity%7E%28equals%7E%28%7E%27CRITICAL%7E%27HIGH%29%29%29%29" TargetMode="External"/><Relationship Id="rId34" Type="http://schemas.openxmlformats.org/officeDocument/2006/relationships/hyperlink" Target="https://app.wiz.io/explorer/graph#%7E%28query%7E%28select%7Etrue%7Etype%7E%28%7E%27SECURITY_TOOL_SCAN%29%7Ewhere%7E%28scannedResourceType%7E%28EQUALS%7E%28%7E%27SecurityToolScanScannedResourceTypeVirtualMachineImage%29%29%7Ename%7E%28CONTAINS%7E%28%7E%27workload%29%29%7Estatus%7E%28EQUALS%7E%28%7E%27ScanStatusSkipped%29%29%29%29%29" TargetMode="External"/><Relationship Id="rId7" Type="http://schemas.openxmlformats.org/officeDocument/2006/relationships/hyperlink" Target="https://app.wiz.io/settings/system-health#%7E%28filters%7E%28status%7E%28equals%7E%28%7E%27RESOLVED%29%29%7Eseverity%7E%28equals%7E%28%7E%27HIGH%29%29%29%7EgroupBy%7E%27none%29" TargetMode="External"/><Relationship Id="rId12" Type="http://schemas.openxmlformats.org/officeDocument/2006/relationships/hyperlink" Target="https://app.wiz.io/explorer/graph#%7E%28query%7E%28type%7E%28%7E%27BUCKET%29%7Eselect%7Etrue%7Erelationships%7E%28%7E%28type%7E%28%7E%28type%7E%27SCANNED%7Ereverse%7Etrue%29%29%7Ewith%7E%28type%7E%28%7E%27SECURITY_TOOL_SCAN%29%7Ewhere%7E%28name%7E%28CONTAINS%7E%28%7E%27data*20scan%29%29%29%7Eselect%7Etrue%29%29%29%29%7Eview%7E%27table%7Ecolumns%7E%28%7E%28%7E%270%7E16%29%7E%28%7E%271%7E16%29%7E%28%7E%272%7E16%29%7E%28%7E%273%7E16%29%7E%28%7E%273cloudPlatform%7E9%29%7E%28%7E%273status%7E9%29%7E%28%7E%273externalId%7E9%29%7E%28%7E%273name%7E9%29%29%7Eentity%7E%28%7E%29%7EgraphEntityCols%7E%28BUCKET%7E%28%7E%27cloudPlatform%7E%27status%7E%27externalId%7E%27nativeType%29%7ESECURITY_TOOL_SCAN%7E%28%7E%27status%7E%27analysisDate%7E%27lastSuccess%7E%27workloadAnalysisInfo_hasHighSeverityVulns%29%29%7Ecols%7E%28%7E%28%7E%27c-r0%7E609%29%7E%28%7E%27c-r0-cloud-platform%7E195%29%7E%28%7E%27c-r0-status%7E81%29%7E%28%7E%27c-r0-external-id%7E300%29%7E%28%7E%27c-r0-native-type%7E275%29%7E%28%7E%27c-r1%7E609%29%7E%28%7E%27c-r1-status%7E92%29%7E%28%7E%27c-r1-analysis-date%7E100%29%7E%28%7E%27c-r1-last-success%7E141%29%7E%28%7E%27c-r1-workload-analysis-info-has-high-severity-vulns%7E228%29%29%29" TargetMode="External"/><Relationship Id="rId17" Type="http://schemas.openxmlformats.org/officeDocument/2006/relationships/hyperlink" Target="https://app.wiz.io/explorer/graph#%7E%28query%7E%28type%7E%28%7E%27FILE_SYSTEM_SERVICE%29%7Eselect%7Etrue%7Erelationships%7E%28%7E%28type%7E%28%7E%28type%7E%27SCANNED%7Ereverse%7Etrue%29%29%7Ewith%7E%28type%7E%28%7E%27SECURITY_TOOL_SCAN%29%7Ewhere%7E%28name%7E%28CONTAINS%7E%28%7E%27data*20scan%29%29%29%7Eselect%7Etrue%29%29%29%29%7Eview%7E%27table%7Ecolumns%7E%28%7E%28%7E%270%7E16%29%7E%28%7E%271%7E16%29%7E%28%7E%272%7E16%29%7E%28%7E%273%7E16%29%7E%28%7E%273cloudPlatform%7E9%29%7E%28%7E%273status%7E9%29%7E%28%7E%273externalId%7E9%29%7E%28%7E%273name%7E9%29%29%7Eentity%7E%28%7E%29%7EgraphEntityCols%7E%28FILE_SYSTEM_SERVICE%7E%28%7E%27cloudPlatform%7E%27atRestEncryption%7E%27inTransitEncryption%7E%27accessibleFrom.internet%29%7ESECURITY_TOOL_SCAN%7E%28%7E%27status%7E%27analysisDate%7E%27lastSuccess%7E%27workloadAnalysisInfo_hasHighSeverityVulns%29%29%7Ecols%7E%28%7E%28%7E%27c-r0%7E609%29%7E%28%7E%27c-r0-cloud-platform%7E195%29%7E%28%7E%27c-r0-status%7E81%29%7E%28%7E%27c-r0-external-id%7E300%29%7E%28%7E%27c-r0-native-type%7E275%29%7E%28%7E%27c-r1%7E609%29%7E%28%7E%27c-r1-status%7E92%29%7E%28%7E%27c-r1-analysis-date%7E100%29%7E%28%7E%27c-r1-last-success%7E141%29%7E%28%7E%27c-r1-workload-analysis-info-has-high-severity-vulns%7E228%29%29%29" TargetMode="External"/><Relationship Id="rId25" Type="http://schemas.openxmlformats.org/officeDocument/2006/relationships/hyperlink" Target="https://app.wiz.io/settings/system-health#%7E%28filters%7E%28status%7E%28equals%7E%28%7E%27OPEN%29%29%7EdeploymentType%7E%28equals%7E%28%7E%27CLOUD_CONNECTOR%29%29%7Eseverity%7E%28equals%7E%28%7E%27CRITICAL%7E%27HIGH%29%29%29%29" TargetMode="External"/><Relationship Id="rId33" Type="http://schemas.openxmlformats.org/officeDocument/2006/relationships/hyperlink" Target="https://app.wiz.io/explorer/graph#%7E%28query%7E%28select%7Etrue%7Etype%7E%28%7E%27SECURITY_TOOL_SCAN%29%7Ewhere%7E%28scannedResourceType%7E%28EQUALS%7E%28%7E%27SecurityToolScanScannedResourceTypeVirtualMachineImage%29%29%7Ename%7E%28CONTAINS%7E%28%7E%27workload%29%29%7Estatus%7E%28EQUALS%7E%28%7E%27ScanStatusError%29%29%29%29%29" TargetMode="External"/><Relationship Id="rId2" Type="http://schemas.openxmlformats.org/officeDocument/2006/relationships/notesSlide" Target="../notesSlides/notesSlide6.xml"/><Relationship Id="rId16" Type="http://schemas.openxmlformats.org/officeDocument/2006/relationships/hyperlink" Target="https://app.wiz.io/explorer/graph#%7E%28query%7E%28type%7E%28%7E%27AI_DATASET%29%7Eselect%7Etrue%7Erelationships%7E%28%7E%28type%7E%28%7E%28type%7E%27SCANNED%7Ereverse%7Etrue%29%29%7Ewith%7E%28type%7E%28%7E%27SECURITY_TOOL_SCAN%29%7Ewhere%7E%28name%7E%28CONTAINS%7E%28%7E%27data*20scan%29%29%29%7Eselect%7Etrue%29%29%29%29%7Eview%7E%27table%7Ecolumns%7E%28%7E%28%7E%270%7E16%29%7E%28%7E%271%7E16%29%7E%28%7E%272%7E16%29%7E%28%7E%273%7E16%29%7E%28%7E%273cloudPlatform%7E9%29%7E%28%7E%273status%7E9%29%7E%28%7E%273externalId%7E9%29%7E%28%7E%273name%7E9%29%29%7Eentity%7E%28%7E%29%7EgraphEntityCols%7E%28AI_DATASET%7E%28%7E%27cloudPlatform%7E%27status%7E%27externalId%7E%27nativeType%29%7ESECURITY_TOOL_SCAN%7E%28%7E%27status%7E%27analysisDate%7E%27lastSuccess%7E%27workloadAnalysisInfo_hasHighSeverityVulns%29%29%7Ecols%7E%28%7E%28%7E%27c-r0%7E609%29%7E%28%7E%27c-r0-cloud-platform%7E195%29%7E%28%7E%27c-r0-status%7E81%29%7E%28%7E%27c-r0-external-id%7E300%29%7E%28%7E%27c-r0-native-type%7E275%29%7E%28%7E%27c-r1%7E609%29%7E%28%7E%27c-r1-status%7E92%29%7E%28%7E%27c-r1-analysis-date%7E100%29%7E%28%7E%27c-r1-last-success%7E141%29%7E%28%7E%27c-r1-workload-analysis-info-has-high-severity-vulns%7E228%29%29%29" TargetMode="External"/><Relationship Id="rId20" Type="http://schemas.openxmlformats.org/officeDocument/2006/relationships/hyperlink" Target="https://app.wiz.io/settings/system-health#%7E%28filters%7E%28status%7E%28equals%7E%28%7E%27OPEN%29%29%7EdeploymentType%7E%28equals%7E%28%7E%27REGISTRY_CONNECTOR%29%29%7Eseverity%7E%28equals%7E%28%7E%27CRITICAL%7E%27HIGH%29%29%29%29" TargetMode="External"/><Relationship Id="rId29" Type="http://schemas.openxmlformats.org/officeDocument/2006/relationships/hyperlink" Target="https://app.wiz.io/explorer/graph#%7E%28query%7E%28select%7Etrue%7Etype%7E%28%7E%27SECURITY_TOOL_SCAN%29%7Ewhere%7E%28scannedResourceType%7E%28EQUALS%7E%28%7E%27SecurityToolScanScannedResourceTypeContainerImage%29%29%7Ename%7E%28CONTAINS%7E%28%7E%27workload%29%29%29%29%29" TargetMode="External"/><Relationship Id="rId1" Type="http://schemas.openxmlformats.org/officeDocument/2006/relationships/slideLayout" Target="../slideLayouts/slideLayout3.xml"/><Relationship Id="rId6" Type="http://schemas.openxmlformats.org/officeDocument/2006/relationships/hyperlink" Target="https://app.wiz.io/settings/system-health#%7E%28filters%7E%28status%7E%28equals%7E%28%7E%27RESOLVED%29%29%7Eseverity%7E%28equals%7E%28%7E%27CRITICAL%29%29%29%7EgroupBy%7E%27none%29" TargetMode="External"/><Relationship Id="rId11" Type="http://schemas.openxmlformats.org/officeDocument/2006/relationships/hyperlink" Target="https://app.wiz.io/explorer/graph#%7E%28query%7E%28type%7E%28%7E%27DATABASE%7E%27AI_DATASET%7E%27DB_SERVER%7E%27VIRTUAL_DRIVE%7E%27FILE_SYSTEM_SERVICE%7E%27VOLUME%7E%27SERVERLESS%7E%27BUCKET%29%7Eselect%7Etrue%7Erelationships%7E%28%7E%28type%7E%28%7E%28type%7E%27SCANNED%7Ereverse%7Etrue%29%29%7Ewith%7E%28type%7E%28%7E%27SECURITY_TOOL_SCAN%29%7Ewhere%7E%28name%7E%28CONTAINS%7E%28%7E%27data*20scan%29%29%7Estatus%7E%28EQUALS%7E%28%7E%27ScanStatusSkipped%29%29%29%7Eselect%7Etrue%29%29%29%29%7Eview%7E%27table%7Ecolumns%7E%28%7E%28%7E%270%7E16%29%7E%28%7E%271%7E16%29%7E%28%7E%272%7E16%29%7E%28%7E%273%7E16%29%7E%28%7E%273cloudPlatform%7E9%29%7E%28%7E%273status%7E9%29%7E%28%7E%273externalId%7E9%29%7E%28%7E%273name%7E9%29%29%7Eentity%7E%28%7E%29%7EgraphEntityCols%7E%28DATABASE%7E%28%7E%27cloudPlatform%7E%27status%7E%27externalId%7E%27nativeType%29%7EAI_DATASET%7E%28%7E%27cloudPlatform%7E%27status%7E%27externalId%7E%27nativeType%29%7EDB_SERVER%7E%28%7E%27cloudPlatform%7E%27requiresSSL%7E%27hasBackups%7E%27backupRetentionDays%29%7EVIRTUAL_DRIVE%7E%28%7E%29%7EFILE_SYSTEM_SERVICE%7E%28%7E%27cloudPlatform%7E%27atRestEncryption%7E%27inTransitEncryption%7E%27accessibleFrom.internet%29%7EVOLUME%7E%28%7E%27cloudPlatform%7E%27encrypted%7E%27status%7E%27sizeBytes%29%7ESERVERLESS%7E%28%7E%27cloudPlatform%7E%27runtime%7E%27accessibleFrom.internet%7E%27requiresAuth%29%7EBUCKET%7E%28%7E%27cloudPlatform%7E%27status%7E%27externalId%7E%27nativeType%29%7ESECURITY_TOOL_SCAN%7E%28%7E%27status%7E%27analysisDate%7E%27lastSuccess%7E%27workloadAnalysisInfo_hasHighSeverityVulns%29%29%7Ecols%7E%28%7E%28%7E%27c-r0%7E609%29%7E%28%7E%27c-r0-cloud-platform%7E195%29%7E%28%7E%27c-r0-status%7E81%29%7E%28%7E%27c-r0-external-id%7E300%29%7E%28%7E%27c-r0-native-type%7E275%29%7E%28%7E%27c-r1%7E609%29%7E%28%7E%27c-r1-status%7E92%29%7E%28%7E%27c-r1-analysis-date%7E100%29%7E%28%7E%27c-r1-last-success%7E141%29%7E%28%7E%27c-r1-workload-analysis-info-has-high-severity-vulns%7E228%29%29%29" TargetMode="External"/><Relationship Id="rId24" Type="http://schemas.openxmlformats.org/officeDocument/2006/relationships/hyperlink" Target="https://app.wiz.io/settings/system-health#%7E%28filters%7E%28status%7E%28equals%7E%28%7E%27OPEN%29%29%7EdeploymentType%7E%28equals%7E%28%7E%27BROKER%29%29%7Eseverity%7E%28equals%7E%28%7E%27CRITICAL%7E%27HIGH%29%29%29%29" TargetMode="External"/><Relationship Id="rId32" Type="http://schemas.openxmlformats.org/officeDocument/2006/relationships/hyperlink" Target="https://app.wiz.io/explorer/graph#%7E%28query%7E%28select%7Etrue%7Etype%7E%28%7E%27SECURITY_TOOL_SCAN%29%7Ewhere%7E%28scannedResourceType%7E%28EQUALS%7E%28%7E%27SecurityToolScanScannedResourceTypeVirtualMachineImage%29%29%7Ename%7E%28CONTAINS%7E%28%7E%27workload%29%29%29%29%29" TargetMode="External"/><Relationship Id="rId5" Type="http://schemas.openxmlformats.org/officeDocument/2006/relationships/hyperlink" Target="https://app.wiz.io/settings/system-health#%7E%28filters%7E%28status%7E%28equals%7E%28%7E%27OPEN%29%29%7Eseverity%7E%28equals%7E%28%7E%27HIGH%29%29%29%7EgroupBy%7E%27none%29" TargetMode="External"/><Relationship Id="rId15" Type="http://schemas.openxmlformats.org/officeDocument/2006/relationships/hyperlink" Target="https://app.wiz.io/explorer/graph#%7E%28query%7E%28type%7E%28%7E%27DATABASE%7E%27DB_SERVER%29%7Eselect%7Etrue%7Erelationships%7E%28%7E%28type%7E%28%7E%28type%7E%27SCANNED%7Ereverse%7Etrue%29%29%7Ewith%7E%28type%7E%28%7E%27SECURITY_TOOL_SCAN%29%7Ewhere%7E%28name%7E%28CONTAINS%7E%28%7E%27data*20scan%29%29%29%7Eselect%7Etrue%29%29%7E%28type%7E%28%7E%28type%7E%27HAS_TECH%29%29%7Ewith%7E%28type%7E%28%7E%27TECHNOLOGY%29%7Eselect%7Etrue%7Ewhere%7E%28_externalID%7E%28EQUALS%7E%28%7E%273032%7E%279899%7E%276961%29%29%29%29%29%29%29%7Eview%7E%27table%7Ecolumns%7E%28%7E%28%7E%270%7E16%29%7E%28%7E%271%7E16%29%7E%28%7E%272%7E16%29%7E%28%7E%273%7E16%29%7E%28%7E%273cloudPlatform%7E9%29%7E%28%7E%273status%7E9%29%7E%28%7E%273externalId%7E9%29%7E%28%7E%273name%7E9%29%29%7Eentity%7E%28%7E%29%7EgraphEntityCols%7E%28DATABASE%7E%28%7E%27cloudPlatform%7E%27status%7E%27externalId%7E%27nativeType%29%7EDB_SERVER%7E%28%7E%27cloudPlatform%7E%27requiresSSL%7E%27hasBackups%7E%27backupRetentionDays%29%7ESECURITY_TOOL_SCAN%7E%28%7E%27status%7E%27analysisDate%7E%27lastSuccess%7E%27workloadAnalysisInfo_hasHighSeverityVulns%29%7ETECHNOLOGY%7E%28%7E%27deploymentModel%7E%27categories%7E%27storesData%7E%27stackLayer%29%29%7Ecols%7E%28%7E%28%7E%27c-r0%7E609%29%7E%28%7E%27c-r0-cloud-platform%7E195%29%7E%28%7E%27c-r0-status%7E81%29%7E%28%7E%27c-r0-external-id%7E300%29%7E%28%7E%27c-r0-native-type%7E275%29%7E%28%7E%27c-r1%7E609%29%7E%28%7E%27c-r1-status%7E92%29%7E%28%7E%27c-r1-analysis-date%7E100%29%7E%28%7E%27c-r1-last-success%7E141%29%7E%28%7E%27c-r1-workload-analysis-info-has-high-severity-vulns%7E228%29%29%29" TargetMode="External"/><Relationship Id="rId23" Type="http://schemas.openxmlformats.org/officeDocument/2006/relationships/hyperlink" Target="https://app.wiz.io/settings/system-health#%7E%28filters%7E%28status%7E%28equals%7E%28%7E%27OPEN%29%29%7EdeploymentType%7E%28equals%7E%28%7E%27VERSION_CONTROL_CONNECTOR%29%29%7Eseverity%7E%28equals%7E%28%7E%27CRITICAL%7E%27HIGH%29%29%29%29" TargetMode="External"/><Relationship Id="rId28" Type="http://schemas.openxmlformats.org/officeDocument/2006/relationships/hyperlink" Target="https://app.wiz.io/explorer/graph#%7E%28query%7E%28select%7Etrue%7Etype%7E%28%7E%27SECURITY_TOOL_SCAN%29%7Ewhere%7E%28scannedResourceType%7E%28EQUALS%7E%28%7E%27SecurityToolScanScannedResourceTypeNonOSDisk%29%29%7Ename%7E%28CONTAINS%7E%28%7E%27workload%29%29%7Estatus%7E%28EQUALS%7E%28%7E%27ScanStatusSkipped%29%29%29%29%29" TargetMode="External"/><Relationship Id="rId36" Type="http://schemas.openxmlformats.org/officeDocument/2006/relationships/hyperlink" Target="https://app.wiz.io/explorer/graph#%7E%28view%7E%27table%7Ecolumns%7E%28%7E%28%7E%270%7E16%29%7E%28%7E%271%7E16%29%7E%28%7E%272%7E16%29%7E%28%7E%273%7E16%29%7E%28%7E%273cloudPlatform%7E9%29%7E%28%7E%273status%7E9%29%7E%28%7E%273externalId%7E9%29%7E%28%7E%273name%7E9%29%29%7Eentity%7E%28%7E%29%7EgraphEntityCols%7E%28SECURITY_TOOL_SCAN%7E%28%7E%27status%7E%27analysisDate%7E%27lastSuccess%7E%27workloadAnalysisInfo_hasHighSeverityVulns%7E%27statusDetails%29%29%7Equery%7E%28type%7E%28%7E%27SECURITY_TOOL_SCAN%29%7Eselect%7Etrue%7Ewhere%7E%28dataSource_name%7E%28EQUALS%7E%28%7E%27Wiz*20Workload*20Scanner%29%29%7Estatus%7E%28EQUALS%7E%28%7E%27ScanStatusSkipped%29%29%29%29%29" TargetMode="External"/><Relationship Id="rId10" Type="http://schemas.openxmlformats.org/officeDocument/2006/relationships/hyperlink" Target="https://app.wiz.io/explorer/graph#%7E%28query%7E%28type%7E%28%7E%27DATABASE%7E%27AI_DATASET%7E%27DB_SERVER%7E%27VIRTUAL_DRIVE%7E%27FILE_SYSTEM_SERVICE%7E%27VOLUME%7E%27SERVERLESS%7E%27BUCKET%29%7Eselect%7Etrue%7Erelationships%7E%28%7E%28type%7E%28%7E%28type%7E%27SCANNED%7Ereverse%7Etrue%29%29%7Ewith%7E%28type%7E%28%7E%27SECURITY_TOOL_SCAN%29%7Ewhere%7E%28name%7E%28CONTAINS%7E%28%7E%27data*20scan%29%29%7Estatus%7E%28EQUALS%7E%28%7E%27ScanStatusError%29%29%29%7Eselect%7Etrue%29%29%29%29%7Eview%7E%27table%7Ecolumns%7E%28%7E%28%7E%270%7E16%29%7E%28%7E%271%7E16%29%7E%28%7E%272%7E16%29%7E%28%7E%273%7E16%29%7E%28%7E%273cloudPlatform%7E9%29%7E%28%7E%273status%7E9%29%7E%28%7E%273externalId%7E9%29%7E%28%7E%273name%7E9%29%29%7Eentity%7E%28%7E%29%7EgraphEntityCols%7E%28DATABASE%7E%28%7E%27cloudPlatform%7E%27status%7E%27externalId%7E%27nativeType%29%7EAI_DATASET%7E%28%7E%27cloudPlatform%7E%27status%7E%27externalId%7E%27nativeType%29%7EDB_SERVER%7E%28%7E%27cloudPlatform%7E%27requiresSSL%7E%27hasBackups%7E%27backupRetentionDays%29%7EVIRTUAL_DRIVE%7E%28%7E%29%7EFILE_SYSTEM_SERVICE%7E%28%7E%27cloudPlatform%7E%27atRestEncryption%7E%27inTransitEncryption%7E%27accessibleFrom.internet%29%7EVOLUME%7E%28%7E%27cloudPlatform%7E%27encrypted%7E%27status%7E%27sizeBytes%29%7ESERVERLESS%7E%28%7E%27cloudPlatform%7E%27runtime%7E%27accessibleFrom.internet%7E%27requiresAuth%29%7EBUCKET%7E%28%7E%27cloudPlatform%7E%27status%7E%27externalId%7E%27nativeType%29%7ESECURITY_TOOL_SCAN%7E%28%7E%27status%7E%27analysisDate%7E%27lastSuccess%7E%27workloadAnalysisInfo_hasHighSeverityVulns%29%29%7Ecols%7E%28%7E%28%7E%27c-r0%7E609%29%7E%28%7E%27c-r0-cloud-platform%7E195%29%7E%28%7E%27c-r0-status%7E81%29%7E%28%7E%27c-r0-external-id%7E300%29%7E%28%7E%27c-r0-native-type%7E275%29%7E%28%7E%27c-r1%7E609%29%7E%28%7E%27c-r1-status%7E92%29%7E%28%7E%27c-r1-analysis-date%7E100%29%7E%28%7E%27c-r1-last-success%7E141%29%7E%28%7E%27c-r1-workload-analysis-info-has-high-severity-vulns%7E228%29%29%29" TargetMode="External"/><Relationship Id="rId19" Type="http://schemas.openxmlformats.org/officeDocument/2006/relationships/hyperlink" Target="https://app.wiz.io/settings/system-health#%7E%28filters%7E%28status%7E%28equals%7E%28%7E%27OPEN%29%29%7EdeploymentType%7E%28equals%7E%28%7E%27OUTPOST_CLUSTER%7E%27OUTPOST%29%29%7Eseverity%7E%28equals%7E%28%7E%27CRITICAL%7E%27HIGH%29%29%29%29" TargetMode="External"/><Relationship Id="rId31" Type="http://schemas.openxmlformats.org/officeDocument/2006/relationships/hyperlink" Target="https://app.wiz.io/explorer/graph#%7E%28query%7E%28select%7Etrue%7Etype%7E%28%7E%27SECURITY_TOOL_SCAN%29%7Ewhere%7E%28scannedResourceType%7E%28EQUALS%7E%28%7E%27SecurityToolScanScannedResourceTypeContainerImage%29%29%7Ename%7E%28CONTAINS%7E%28%7E%27workload%29%29%7Estatus%7E%28EQUALS%7E%28%7E%27ScanStatusSkipped%29%29%29%29%29" TargetMode="External"/><Relationship Id="rId4" Type="http://schemas.openxmlformats.org/officeDocument/2006/relationships/hyperlink" Target="https://app.wiz.io/settings/system-health#%7E%28filters%7E%28status%7E%28equals%7E%28%7E%27OPEN%29%29%7Eseverity%7E%28equals%7E%28%7E%27CRITICAL%29%29%29%7EgroupBy%7E%27none%29" TargetMode="External"/><Relationship Id="rId9" Type="http://schemas.openxmlformats.org/officeDocument/2006/relationships/hyperlink" Target="https://app.wiz.io/explorer/graph#%7E%28view%7E%27table%7Ecolumns%7E%28%7E%28%7E%270%7E16%29%7E%28%7E%271%7E16%29%7E%28%7E%272%7E16%29%7E%28%7E%273%7E16%29%7E%28%7E%273cloudPlatform%7E9%29%7E%28%7E%273status%7E9%29%7E%28%7E%273externalId%7E9%29%7E%28%7E%273name%7E9%29%29%7Eentity%7E%28%7E%29%7Ecols%7E%28%7E%28%7E%27c-r0%7E609%29%7E%28%7E%27c-r0-cloud-platform%7E195%29%7E%28%7E%27c-r0-status%7E81%29%7E%28%7E%27c-r0-external-id%7E300%29%7E%28%7E%27c-r0-native-type%7E275%29%7E%28%7E%27c-r1%7E609%29%7E%28%7E%27c-r1-status%7E92%29%7E%28%7E%27c-r1-analysis-date%7E100%29%7E%28%7E%27c-r1-last-success%7E141%29%7E%28%7E%27c-r1-workload-analysis-info-has-high-severity-vulns%7E228%29%29%7Equery%7E%28type%7E%28%7E%27SECURITY_TOOL_SCAN%29%7Eselect%7Etrue%7Ewhere%7E%28dataSource_name%7E%28EQUALS%7E%28%7E%27Wiz*20Data*20Scanner%29%29%29%29%29" TargetMode="External"/><Relationship Id="rId14" Type="http://schemas.openxmlformats.org/officeDocument/2006/relationships/hyperlink" Target="https://app.wiz.io/explorer/graph#%7E%28query%7E%28type%7E%28%7E%27VIRTUAL_DRIVE%29%7Eselect%7Etrue%7Erelationships%7E%28%7E%28type%7E%28%7E%28type%7E%27SCANNED%7Ereverse%7Etrue%29%29%7Ewith%7E%28type%7E%28%7E%27SECURITY_TOOL_SCAN%29%7Ewhere%7E%28name%7E%28CONTAINS%7E%28%7E%27data*20scan%29%29%29%7Eselect%7Etrue%29%29%29%29%7Eview%7E%27table%7Ecolumns%7E%28%7E%28%7E%270%7E16%29%7E%28%7E%271%7E16%29%7E%28%7E%272%7E16%29%7E%28%7E%273%7E16%29%7E%28%7E%273cloudPlatform%7E9%29%7E%28%7E%273status%7E9%29%7E%28%7E%273externalId%7E9%29%7E%28%7E%273name%7E9%29%29%7Eentity%7E%28%7E%29%7EgraphEntityCols%7E%28VIRTUAL_DRIVE%7E%28%7E%29%7ESECURITY_TOOL_SCAN%7E%28%7E%27status%7E%27analysisDate%7E%27lastSuccess%7E%27workloadAnalysisInfo_hasHighSeverityVulns%29%29%7Ecols%7E%28%7E%28%7E%27c-r0%7E609%29%7E%28%7E%27c-r0-cloud-platform%7E195%29%7E%28%7E%27c-r0-status%7E81%29%7E%28%7E%27c-r0-external-id%7E300%29%7E%28%7E%27c-r0-native-type%7E275%29%7E%28%7E%27c-r1%7E609%29%7E%28%7E%27c-r1-status%7E92%29%7E%28%7E%27c-r1-analysis-date%7E100%29%7E%28%7E%27c-r1-last-success%7E141%29%7E%28%7E%27c-r1-workload-analysis-info-has-high-severity-vulns%7E228%29%29%29" TargetMode="External"/><Relationship Id="rId22" Type="http://schemas.openxmlformats.org/officeDocument/2006/relationships/hyperlink" Target="https://app.wiz.io/settings/system-health#%7E%28filters%7E%28status%7E%28equals%7E%28%7E%27OPEN%29%29%7EdeploymentType%7E%28equals%7E%28%7E%27KUBERNETES_CONNECTOR%29%29%7Eseverity%7E%28equals%7E%28%7E%27CRITICAL%7E%27HIGH%29%29%29%29" TargetMode="External"/><Relationship Id="rId27" Type="http://schemas.openxmlformats.org/officeDocument/2006/relationships/hyperlink" Target="https://app.wiz.io/explorer/graph#%7E%28query%7E%28select%7Etrue%7Etype%7E%28%7E%27SECURITY_TOOL_SCAN%29%7Ewhere%7E%28scannedResourceType%7E%28EQUALS%7E%28%7E%27SecurityToolScanScannedResourceTypeNonOSDisk%29%29%7Ename%7E%28CONTAINS%7E%28%7E%27workload%29%29%7Estatus%7E%28EQUALS%7E%28%7E%27ScanStatusError%29%29%29%29%29" TargetMode="External"/><Relationship Id="rId30" Type="http://schemas.openxmlformats.org/officeDocument/2006/relationships/hyperlink" Target="https://app.wiz.io/explorer/graph#%7E%28query%7E%28select%7Etrue%7Etype%7E%28%7E%27SECURITY_TOOL_SCAN%29%7Ewhere%7E%28scannedResourceType%7E%28EQUALS%7E%28%7E%27SecurityToolScanScannedResourceTypeContainerImage%29%29%7Ename%7E%28CONTAINS%7E%28%7E%27workload%29%29%7Estatus%7E%28EQUALS%7E%28%7E%27ScanStatusError%29%29%29%29%29" TargetMode="External"/><Relationship Id="rId35" Type="http://schemas.openxmlformats.org/officeDocument/2006/relationships/hyperlink" Target="https://app.wiz.io/explorer/graph#%7E%28view%7E%27table%7Ecolumns%7E%28%7E%28%7E%270%7E16%29%7E%28%7E%271%7E16%29%7E%28%7E%272%7E16%29%7E%28%7E%273%7E16%29%7E%28%7E%273cloudPlatform%7E9%29%7E%28%7E%273status%7E9%29%7E%28%7E%273externalId%7E9%29%7E%28%7E%273name%7E9%29%29%7Eentity%7E%28%7E%29%7EgraphEntityCols%7E%28SECURITY_TOOL_SCAN%7E%28%7E%27status%7E%27analysisDate%7E%27lastSuccess%7E%27workloadAnalysisInfo_hasHighSeverityVulns%7E%27statusDetails%29%29%7Equery%7E%28type%7E%28%7E%27SECURITY_TOOL_SCAN%29%7Eselect%7Etrue%7Ewhere%7E%28dataSource_name%7E%28EQUALS%7E%28%7E%27Wiz*20Workload*20Scanner%29%29%7Estatus%7E%28EQUALS%7E%28%7E%27ScanStatusError%29%29%29%29%29" TargetMode="External"/><Relationship Id="rId8" Type="http://schemas.openxmlformats.org/officeDocument/2006/relationships/image" Target="../media/image53.png"/></Relationships>
</file>

<file path=ppt/slides/_rels/slide7.xml.rels><?xml version="1.0" encoding="UTF-8" standalone="yes"?>
<Relationships xmlns="http://schemas.openxmlformats.org/package/2006/relationships"><Relationship Id="rId8" Type="http://schemas.openxmlformats.org/officeDocument/2006/relationships/hyperlink" Target="https://app.wiz.io/settings/projects#%7E%28filters%7E%28businessImpact%7E%28equals%7E%28%7E%27MBI%29%29%29%29" TargetMode="External"/><Relationship Id="rId13" Type="http://schemas.openxmlformats.org/officeDocument/2006/relationships/hyperlink" Target="https://app.wiz.io/policies/inventory-management-rules#%7E%28filters%7E%28createdBy%7E%28equals%7E%28%7E%27USER%29%29%29%29" TargetMode="External"/><Relationship Id="rId18" Type="http://schemas.openxmlformats.org/officeDocument/2006/relationships/image" Target="../media/image54.png"/><Relationship Id="rId3" Type="http://schemas.openxmlformats.org/officeDocument/2006/relationships/hyperlink" Target="https://app.wiz.io/settings/users#%7E%28filters%7E%28status%7E%28notEquals%7E%28%7E%27DELETED%29%29%29%29" TargetMode="External"/><Relationship Id="rId21" Type="http://schemas.openxmlformats.org/officeDocument/2006/relationships/hyperlink" Target="https://app.wiz.io/policies/workflows" TargetMode="External"/><Relationship Id="rId7" Type="http://schemas.openxmlformats.org/officeDocument/2006/relationships/hyperlink" Target="https://app.wiz.io/settings/projects#%7E%28filters%7E%28businessImpact%7E%28equals%7E%28%7E%27HBI%29%29%29%29" TargetMode="External"/><Relationship Id="rId12" Type="http://schemas.openxmlformats.org/officeDocument/2006/relationships/hyperlink" Target="https://app.wiz.io/settings/services" TargetMode="External"/><Relationship Id="rId17" Type="http://schemas.openxmlformats.org/officeDocument/2006/relationships/hyperlink" Target="https://app.wiz.io/settings/audit-log#%7E%28filters%7E%28action%7E%28equals%7E%28%7E%27AiAssistantSendMessage%29%29%7EclientType%7E%28notEquals%7E%28%7E%27UNKNOWN%29%29%7EuserType%7E%28equals%7E%28%7E%27USER_ACCOUNT%29%29%29%7EgroupBy%7E%28%7E%27CLIENT_TYPE%29%29" TargetMode="External"/><Relationship Id="rId2" Type="http://schemas.openxmlformats.org/officeDocument/2006/relationships/notesSlide" Target="../notesSlides/notesSlide7.xml"/><Relationship Id="rId16" Type="http://schemas.openxmlformats.org/officeDocument/2006/relationships/hyperlink" Target="https://app.wiz.io/boards/champion-center" TargetMode="External"/><Relationship Id="rId20" Type="http://schemas.openxmlformats.org/officeDocument/2006/relationships/image" Target="../media/image56.png"/><Relationship Id="rId1" Type="http://schemas.openxmlformats.org/officeDocument/2006/relationships/slideLayout" Target="../slideLayouts/slideLayout3.xml"/><Relationship Id="rId6" Type="http://schemas.openxmlformats.org/officeDocument/2006/relationships/hyperlink" Target="https://app.wiz.io/inventory/unscanned-resources/unclassified" TargetMode="External"/><Relationship Id="rId11" Type="http://schemas.openxmlformats.org/officeDocument/2006/relationships/hyperlink" Target="https://app.wiz.io/policies/resource-tag-rules#%7E%28filters%7E%28type%7E%28equals%7E%28%7E%27TAG%29%29%7Estatus%7E%28equals%7E%27enabled%29%29%29" TargetMode="External"/><Relationship Id="rId5" Type="http://schemas.openxmlformats.org/officeDocument/2006/relationships/hyperlink" Target="https://app.wiz.io/settings/deployments#%7E%28type%7E%27INTEGRATION%29" TargetMode="External"/><Relationship Id="rId15" Type="http://schemas.openxmlformats.org/officeDocument/2006/relationships/hyperlink" Target="https://app.wiz.io/reports/monitored-metrics#%7E%28filters%7E%28builtin%7E%28equals%7E%28%7E%27false%29%29%29%29" TargetMode="External"/><Relationship Id="rId23" Type="http://schemas.openxmlformats.org/officeDocument/2006/relationships/hyperlink" Target="https://app.wiz.io/settings/audit-log#%7E%28filters%7E%28clientType%7E%28equals%7E%28%7E%27MCP%29%29%29%7EgroupBy%7E%28%7E%27PERFORMER%29%29" TargetMode="External"/><Relationship Id="rId10" Type="http://schemas.openxmlformats.org/officeDocument/2006/relationships/hyperlink" Target="https://app.wiz.io/reports/compliance/security-frameworks#%7E%28filters%7E%28createdBy%7E%28equals%7E%27USER%29%29%29" TargetMode="External"/><Relationship Id="rId19" Type="http://schemas.openxmlformats.org/officeDocument/2006/relationships/image" Target="../media/image55.png"/><Relationship Id="rId4" Type="http://schemas.openxmlformats.org/officeDocument/2006/relationships/hyperlink" Target="https://app.wiz.io/settings/users#%7E%28filters%7E%28status%7E%28notEquals%7E%28%7E%27DELETED%29%29%7ElastLoginAt%7E%28inTheLast%7E%28amount%7E30%7Eunit%7E%27days%29%29%29%29" TargetMode="External"/><Relationship Id="rId9" Type="http://schemas.openxmlformats.org/officeDocument/2006/relationships/hyperlink" Target="https://app.wiz.io/settings/projects#%7E%28filters%7E%28businessImpact%7E%28equals%7E%28%7E%27LBI%29%29%29%29" TargetMode="External"/><Relationship Id="rId14" Type="http://schemas.openxmlformats.org/officeDocument/2006/relationships/hyperlink" Target="https://app.wiz.io/policies/posture#%7E%28filters%7E%28creator%7E%28equals%7E%28%7E%27USER%29%29%29%29" TargetMode="External"/><Relationship Id="rId22" Type="http://schemas.openxmlformats.org/officeDocument/2006/relationships/hyperlink" Target="https://app.wiz.io/policies/automation-rules" TargetMode="External"/></Relationships>
</file>

<file path=ppt/slides/_rels/slide8.xml.rels><?xml version="1.0" encoding="UTF-8" standalone="yes"?>
<Relationships xmlns="http://schemas.openxmlformats.org/package/2006/relationships"><Relationship Id="rId8" Type="http://schemas.openxmlformats.org/officeDocument/2006/relationships/image" Target="../media/image61.png"/><Relationship Id="rId3" Type="http://schemas.openxmlformats.org/officeDocument/2006/relationships/image" Target="../media/image45.png"/><Relationship Id="rId7" Type="http://schemas.openxmlformats.org/officeDocument/2006/relationships/image" Target="../media/image60.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59.png"/><Relationship Id="rId5" Type="http://schemas.openxmlformats.org/officeDocument/2006/relationships/image" Target="../media/image58.png"/><Relationship Id="rId10" Type="http://schemas.openxmlformats.org/officeDocument/2006/relationships/image" Target="../media/image63.png"/><Relationship Id="rId4" Type="http://schemas.openxmlformats.org/officeDocument/2006/relationships/image" Target="../media/image57.png"/><Relationship Id="rId9" Type="http://schemas.openxmlformats.org/officeDocument/2006/relationships/image" Target="../media/image62.png"/></Relationships>
</file>

<file path=ppt/slides/_rels/slide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hyperlink" Target="https://app.wiz.io/settings/preview-and-migration-hub"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hyperlink" Target="https://app.wiz.io/settings/preview-and-migration-hub"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hyperlink" Target="https://app.wiz.io/roadmap?tab=TRACKED"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28.png"/><Relationship Id="rId4" Type="http://schemas.openxmlformats.org/officeDocument/2006/relationships/image" Target="../media/image27.png"/></Relationships>
</file>

<file path=ppt/slides/_rels/slide13.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9.png"/><Relationship Id="rId7" Type="http://schemas.openxmlformats.org/officeDocument/2006/relationships/image" Target="../media/image64.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2.png"/><Relationship Id="rId4" Type="http://schemas.openxmlformats.org/officeDocument/2006/relationships/image" Target="../media/image33.png"/></Relationships>
</file>

<file path=ppt/slides/_rels/slide14.xml.rels><?xml version="1.0" encoding="UTF-8" standalone="yes"?>
<Relationships xmlns="http://schemas.openxmlformats.org/package/2006/relationships"><Relationship Id="rId8" Type="http://schemas.openxmlformats.org/officeDocument/2006/relationships/hyperlink" Target="https://app.wiz.io/issues#%7E%28filters%7E%28status%7E%28equals%7E%28%7E%27REJECTED%29%29%29%7EgroupBy%7E%27none%29" TargetMode="External"/><Relationship Id="rId13" Type="http://schemas.openxmlformats.org/officeDocument/2006/relationships/image" Target="../media/image65.png"/><Relationship Id="rId3" Type="http://schemas.openxmlformats.org/officeDocument/2006/relationships/image" Target="../media/image51.png"/><Relationship Id="rId7" Type="http://schemas.openxmlformats.org/officeDocument/2006/relationships/hyperlink" Target="https://app.wiz.io/issues#%7E%28filters%7E%28status%7E%28equals%7E%28%7E%27RESOLVED%29%29%7Eseverity%7E%28equals%7E%28%7E%27HIGH%29%29%29%7EgroupBy%7E%27none%29" TargetMode="External"/><Relationship Id="rId12" Type="http://schemas.openxmlformats.org/officeDocument/2006/relationships/hyperlink" Target="https://app.wiz.io/threats#%7E%28filters%7E%28status%7E%28equals%7E%28%7E%27OPEN%7E%27IN_PROGRESS%29%29%7EcreatedAt%7E%28dateRange%7E%28past%7E%28amount%7E30%7Eunit%7E%27day%29%29%29%29%29" TargetMode="External"/><Relationship Id="rId2" Type="http://schemas.openxmlformats.org/officeDocument/2006/relationships/notesSlide" Target="../notesSlides/notesSlide14.xml"/><Relationship Id="rId1" Type="http://schemas.openxmlformats.org/officeDocument/2006/relationships/slideLayout" Target="../slideLayouts/slideLayout4.xml"/><Relationship Id="rId6" Type="http://schemas.openxmlformats.org/officeDocument/2006/relationships/hyperlink" Target="https://app.wiz.io/issues#%7E%28filters%7E%28status%7E%28equals%7E%28%7E%27OPEN%7E%27IN_PROGRESS%29%29%7Eseverity%7E%28equals%7E%28%7E%27HIGH%29%29%29%7EgroupBy%7E%27none%29" TargetMode="External"/><Relationship Id="rId11" Type="http://schemas.openxmlformats.org/officeDocument/2006/relationships/hyperlink" Target="https://app.wiz.io/boards/security-operations#%7E%28filters%7E%28timestamp%7E%28dateRange%7E%28past%7E%28unit%7E%27day%7Eamount%7E30%29%29%29%29%29" TargetMode="External"/><Relationship Id="rId5" Type="http://schemas.openxmlformats.org/officeDocument/2006/relationships/hyperlink" Target="https://app.wiz.io/issues#%7E%28filters%7E%28status%7E%28equals%7E%28%7E%27RESOLVED%29%29%7Eseverity%7E%28equals%7E%28%7E%27CRITICAL%29%29%29%7EgroupBy%7E%27none%29" TargetMode="External"/><Relationship Id="rId10" Type="http://schemas.openxmlformats.org/officeDocument/2006/relationships/image" Target="../media/image44.png"/><Relationship Id="rId4" Type="http://schemas.openxmlformats.org/officeDocument/2006/relationships/hyperlink" Target="https://app.wiz.io/issues#%7E%28filters%7E%28status%7E%28equals%7E%28%7E%27OPEN%7E%27IN_PROGRESS%29%29%7Eseverity%7E%28equals%7E%28%7E%27CRITICAL%29%29%29%7EgroupBy%7E%27none%29" TargetMode="External"/><Relationship Id="rId9" Type="http://schemas.openxmlformats.org/officeDocument/2006/relationships/hyperlink" Target="https://app.wiz.io/boards/ai-security" TargetMode="External"/><Relationship Id="rId14" Type="http://schemas.openxmlformats.org/officeDocument/2006/relationships/image" Target="../media/image66.png"/></Relationships>
</file>

<file path=ppt/slides/_rels/slide15.xml.rels><?xml version="1.0" encoding="UTF-8" standalone="yes"?>
<Relationships xmlns="http://schemas.openxmlformats.org/package/2006/relationships"><Relationship Id="rId8" Type="http://schemas.openxmlformats.org/officeDocument/2006/relationships/hyperlink" Target="https://app.wiz.io/inventory/kubernetes-clusters" TargetMode="External"/><Relationship Id="rId3" Type="http://schemas.openxmlformats.org/officeDocument/2006/relationships/image" Target="../media/image44.png"/><Relationship Id="rId7" Type="http://schemas.openxmlformats.org/officeDocument/2006/relationships/hyperlink" Target="https://app.wiz.io/issues?filters=%7B%22status%22%3A%7B%22equals%22%3A%5B%22OPEN%22%2C%22IN_PROGRESS%22%5D%7D%2C%22severity%22%3A%7B%22equals%22%3A%5B%22CRITICAL%22%5D%7D%7D&amp;groupOrderBy=%5B%22SEVERITY%22%2C%22DESC%22%5D" TargetMode="External"/><Relationship Id="rId2" Type="http://schemas.openxmlformats.org/officeDocument/2006/relationships/notesSlide" Target="../notesSlides/notesSlide15.xml"/><Relationship Id="rId1" Type="http://schemas.openxmlformats.org/officeDocument/2006/relationships/slideLayout" Target="../slideLayouts/slideLayout4.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54.png"/><Relationship Id="rId9" Type="http://schemas.openxmlformats.org/officeDocument/2006/relationships/hyperlink" Target="https://app.wiz.io/issues?filters=%7B%22status%22%3A%7B%22equals%22%3A%5B%22OPEN%22%2C%22IN_PROGRESS%22%5D%7D%2C%22severity%22%3A%7B%22equals%22%3A%5B%22HIGH%22%5D%7D%7D&amp;groupOrderBy=%5B%22SEVERITY%22%2C%22DESC%22%5D" TargetMode="External"/></Relationships>
</file>

<file path=ppt/slides/_rels/slide1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6.xml"/><Relationship Id="rId1" Type="http://schemas.openxmlformats.org/officeDocument/2006/relationships/slideLayout" Target="../slideLayouts/slideLayout3.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3.png"/></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28.png"/><Relationship Id="rId4" Type="http://schemas.openxmlformats.org/officeDocument/2006/relationships/image" Target="../media/image27.png"/></Relationships>
</file>

<file path=ppt/slides/_rels/slide18.xml.rels><?xml version="1.0" encoding="UTF-8" standalone="yes"?>
<Relationships xmlns="http://schemas.openxmlformats.org/package/2006/relationships"><Relationship Id="rId8" Type="http://schemas.openxmlformats.org/officeDocument/2006/relationships/hyperlink" Target="https://app.wiz.io/inventory/kubernetes-clusters#%7E%28cols%7E%28%7E%28%7E%27c-cluster%7E%27fill%29%7E%28%7E%27c-coverage%7E0%29%7E%28%7E%27c-related-issues%7E0%29%7E%28%7E%27c-version%7E0%29%7E%28%7E%27c-subscription%7E0%29%7E%28%7E%27c-policies%7E0%29%7E%28%7E%27c-kubernetes-cluster-node-count%7E0%29%7E%28%7E%27c-accessible-from-internet%7E0%29%7E%28%7E%27c-project%7E0%29%7E%28%7E%27c-last-seen%7E0%29%7E%28%7E%27c-p-kubernetes-kubernetes-flavor%7E%27fit%29%29%7Eentity%7E%28%7E%29%7Efilters%7E%28property*3adeploymentCoverage_auditLogCollector_deploymentStatus%7E%28EQUALS%7E%28%7E%27Installed%29%29%29%29" TargetMode="External"/><Relationship Id="rId13" Type="http://schemas.openxmlformats.org/officeDocument/2006/relationships/hyperlink" Target="https://app.wiz.io/inventory/kubernetes-clusters#%7E%28cols%7E%28%7E%28%7E%27c-cluster%7E%27fill%29%7E%28%7E%27c-coverage%7E0%29%7E%28%7E%27c-related-issues%7E0%29%7E%28%7E%27c-version%7E0%29%7E%28%7E%27c-subscription%7E0%29%7E%28%7E%27c-policies%7E0%29%7E%28%7E%27c-kubernetes-cluster-node-count%7E0%29%7E%28%7E%27c-accessible-from-internet%7E0%29%7E%28%7E%27c-project%7E0%29%7E%28%7E%27c-last-seen%7E0%29%7E%28%7E%27c-p-kubernetes-kubernetes-flavor%7E%27fit%29%29%7Eentity%7E%28%7E%29%7Efilters%7E%28property*3adeploymentCoverage_sensor_deploymentStatus%7E%28EQUALS%7E%28%7E%27NotInstalled%29%29%29%29" TargetMode="External"/><Relationship Id="rId3" Type="http://schemas.openxmlformats.org/officeDocument/2006/relationships/hyperlink" Target="https://app.wiz.io/inventory/kubernetes-clusters" TargetMode="External"/><Relationship Id="rId7" Type="http://schemas.openxmlformats.org/officeDocument/2006/relationships/hyperlink" Target="https://app.wiz.io/inventory/container-registries" TargetMode="External"/><Relationship Id="rId12" Type="http://schemas.openxmlformats.org/officeDocument/2006/relationships/hyperlink" Target="https://app.wiz.io/inventory/kubernetes-clusters#%7E%28cols%7E%28%7E%28%7E%27c-cluster%7E%27fill%29%7E%28%7E%27c-coverage%7E0%29%7E%28%7E%27c-related-issues%7E0%29%7E%28%7E%27c-version%7E0%29%7E%28%7E%27c-subscription%7E0%29%7E%28%7E%27c-policies%7E0%29%7E%28%7E%27c-kubernetes-cluster-node-count%7E0%29%7E%28%7E%27c-accessible-from-internet%7E0%29%7E%28%7E%27c-project%7E0%29%7E%28%7E%27c-last-seen%7E0%29%7E%28%7E%27c-p-kubernetes-kubernetes-flavor%7E%27fit%29%29%7Eentity%7E%28%7E%29%7Efilters%7E%28property*3adeploymentCoverage_auditLogCollector_deploymentStatus%7E%28EQUALS%7E%28%7E%27NotInstalled%29%29%29%29" TargetMode="External"/><Relationship Id="rId17" Type="http://schemas.openxmlformats.org/officeDocument/2006/relationships/hyperlink" Target="https://app.wiz.io/inventory/container-registries#%7E%28filters%7E%28scanningConfigurationType%7E%28equals%7E%28%7E%27CUSTOM%29%29%29%29" TargetMode="External"/><Relationship Id="rId2" Type="http://schemas.openxmlformats.org/officeDocument/2006/relationships/notesSlide" Target="../notesSlides/notesSlide18.xml"/><Relationship Id="rId16" Type="http://schemas.openxmlformats.org/officeDocument/2006/relationships/hyperlink" Target="https://app.wiz.io/inventory/container-registries#%7E%28filters%7E%28connectionType%7E%28equals%7E%28%7E%27AUTOMATIC%29%29%29%29" TargetMode="External"/><Relationship Id="rId1" Type="http://schemas.openxmlformats.org/officeDocument/2006/relationships/slideLayout" Target="../slideLayouts/slideLayout4.xml"/><Relationship Id="rId6" Type="http://schemas.openxmlformats.org/officeDocument/2006/relationships/hyperlink" Target="https://app.wiz.io/inventory/containers/images" TargetMode="External"/><Relationship Id="rId11" Type="http://schemas.openxmlformats.org/officeDocument/2006/relationships/hyperlink" Target="https://app.wiz.io/inventory/kubernetes-clusters#%7E%28cols%7E%28%7E%28%7E%27c-cluster%7E%27fill%29%7E%28%7E%27c-coverage%7E0%29%7E%28%7E%27c-related-issues%7E0%29%7E%28%7E%27c-version%7E0%29%7E%28%7E%27c-subscription%7E0%29%7E%28%7E%27c-policies%7E0%29%7E%28%7E%27c-kubernetes-cluster-node-count%7E0%29%7E%28%7E%27c-accessible-from-internet%7E0%29%7E%28%7E%27c-project%7E0%29%7E%28%7E%27c-last-seen%7E0%29%7E%28%7E%27c-p-kubernetes-kubernetes-flavor%7E%27fit%29%29%7Eentity%7E%28%7E%29%7Efilters%7E%28property*3adeploymentCoverage_connector_deploymentStatus%7E%28EQUALS%7E%28%7E%27NotInstalled%29%29%29%29" TargetMode="External"/><Relationship Id="rId5" Type="http://schemas.openxmlformats.org/officeDocument/2006/relationships/hyperlink" Target="https://app.wiz.io/inventory/kubernetes-clusters#%7E%28cols%7E%28%7E%28%7E%27c-cluster%7E%27fill%29%7E%28%7E%27c-coverage%7E0%29%7E%28%7E%27c-related-issues%7E0%29%7E%28%7E%27c-version%7E0%29%7E%28%7E%27c-subscription%7E0%29%7E%28%7E%27c-policies%7E0%29%7E%28%7E%27c-kubernetes-cluster-node-count%7E0%29%7E%28%7E%27c-accessible-from-internet%7E0%29%7E%28%7E%27c-project%7E0%29%7E%28%7E%27c-last-seen%7E0%29%7E%28%7E%27c-p-kubernetes-kubernetes-flavor%7E%27fit%29%29%7Eentity%7E%28%7E%29%7Efilters%7E%28property*3adeploymentCoverage_admissionController_deploymentStatus%7E%28EQUALS%7E%28%7E%27Installed%29%29%29%29" TargetMode="External"/><Relationship Id="rId15" Type="http://schemas.openxmlformats.org/officeDocument/2006/relationships/hyperlink" Target="https://app.wiz.io/inventory/container-registries#%7E%28filters%7E%28connectionType%7E%28equals%7E%28%7E%27STANDALONE%29%29%29%29" TargetMode="External"/><Relationship Id="rId10" Type="http://schemas.openxmlformats.org/officeDocument/2006/relationships/hyperlink" Target="https://app.wiz.io/inventory/kubernetes-clusters#%7E%28filters%7E%28property*3aaccessibleFrom.internet%7E%28EQUALS%7Etrue%29%29%29" TargetMode="External"/><Relationship Id="rId4" Type="http://schemas.openxmlformats.org/officeDocument/2006/relationships/hyperlink" Target="https://app.wiz.io/inventory/kubernetes-clusters#%7E%28cols%7E%28%7E%28%7E%27c-cluster%7E%27fill%29%7E%28%7E%27c-coverage%7E0%29%7E%28%7E%27c-related-issues%7E0%29%7E%28%7E%27c-version%7E0%29%7E%28%7E%27c-subscription%7E0%29%7E%28%7E%27c-policies%7E0%29%7E%28%7E%27c-kubernetes-cluster-node-count%7E0%29%7E%28%7E%27c-accessible-from-internet%7E0%29%7E%28%7E%27c-project%7E0%29%7E%28%7E%27c-last-seen%7E0%29%7E%28%7E%27c-p-kubernetes-kubernetes-flavor%7E%27fit%29%29%7Eentity%7E%28%7E%29%7Efilters%7E%28property*3adeploymentCoverage_connector_deploymentStatus%7E%28EQUALS%7E%28%7E%27Installed%29%29%29%29" TargetMode="External"/><Relationship Id="rId9" Type="http://schemas.openxmlformats.org/officeDocument/2006/relationships/hyperlink" Target="https://app.wiz.io/inventory/kubernetes-clusters#%7E%28cols%7E%28%7E%28%7E%27c-cluster%7E%27fill%29%7E%28%7E%27c-coverage%7E0%29%7E%28%7E%27c-related-issues%7E0%29%7E%28%7E%27c-version%7E0%29%7E%28%7E%27c-subscription%7E0%29%7E%28%7E%27c-policies%7E0%29%7E%28%7E%27c-kubernetes-cluster-node-count%7E0%29%7E%28%7E%27c-accessible-from-internet%7E0%29%7E%28%7E%27c-project%7E0%29%7E%28%7E%27c-last-seen%7E0%29%7E%28%7E%27c-p-kubernetes-kubernetes-flavor%7E%27fit%29%29%7Eentity%7E%28%7E%29%7Efilters%7E%28property*3adeploymentCoverage_sensor_deploymentStatus%7E%28EQUALS%7E%28%7E%27Installed%29%29%29%29" TargetMode="External"/><Relationship Id="rId14" Type="http://schemas.openxmlformats.org/officeDocument/2006/relationships/image" Target="../media/image67.png"/></Relationships>
</file>

<file path=ppt/slides/_rels/slide1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9.xml"/><Relationship Id="rId1" Type="http://schemas.openxmlformats.org/officeDocument/2006/relationships/slideLayout" Target="../slideLayouts/slideLayout3.xml"/><Relationship Id="rId6" Type="http://schemas.openxmlformats.org/officeDocument/2006/relationships/image" Target="../media/image59.png"/><Relationship Id="rId5" Type="http://schemas.openxmlformats.org/officeDocument/2006/relationships/image" Target="../media/image58.png"/><Relationship Id="rId4" Type="http://schemas.openxmlformats.org/officeDocument/2006/relationships/image" Target="../media/image57.png"/></Relationships>
</file>

<file path=ppt/slides/_rels/slide2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0.xml"/><Relationship Id="rId1" Type="http://schemas.openxmlformats.org/officeDocument/2006/relationships/slideLayout" Target="../slideLayouts/slideLayout1.xml"/><Relationship Id="rId5" Type="http://schemas.openxmlformats.org/officeDocument/2006/relationships/image" Target="../media/image28.png"/><Relationship Id="rId4" Type="http://schemas.openxmlformats.org/officeDocument/2006/relationships/image" Target="../media/image27.png"/></Relationships>
</file>

<file path=ppt/slides/_rels/slide21.xml.rels><?xml version="1.0" encoding="UTF-8" standalone="yes"?>
<Relationships xmlns="http://schemas.openxmlformats.org/package/2006/relationships"><Relationship Id="rId8" Type="http://schemas.openxmlformats.org/officeDocument/2006/relationships/image" Target="../media/image68.png"/><Relationship Id="rId3" Type="http://schemas.openxmlformats.org/officeDocument/2006/relationships/hyperlink" Target="https://app.wiz.io/settings/scanners/cloud-configuration" TargetMode="External"/><Relationship Id="rId7" Type="http://schemas.openxmlformats.org/officeDocument/2006/relationships/hyperlink" Target="https://app.wiz.io/settings/scanners/attack-surface" TargetMode="External"/><Relationship Id="rId2" Type="http://schemas.openxmlformats.org/officeDocument/2006/relationships/notesSlide" Target="../notesSlides/notesSlide21.xml"/><Relationship Id="rId1" Type="http://schemas.openxmlformats.org/officeDocument/2006/relationships/slideLayout" Target="../slideLayouts/slideLayout16.xml"/><Relationship Id="rId6" Type="http://schemas.openxmlformats.org/officeDocument/2006/relationships/hyperlink" Target="https://app.wiz.io/boards/security-operations#%7E%28filters%7E%28timestamp%7E%28dateRange%7E%28past%7E%28unit%7E%27day%7Eamount%7E30%29%29%29%29%29" TargetMode="External"/><Relationship Id="rId5" Type="http://schemas.openxmlformats.org/officeDocument/2006/relationships/hyperlink" Target="https://app.wiz.io/settings/scanners/workload-scanner" TargetMode="External"/><Relationship Id="rId4" Type="http://schemas.openxmlformats.org/officeDocument/2006/relationships/hyperlink" Target="https://app.wiz.io/settings/scanners/file-integrity-monitoring" TargetMode="External"/></Relationships>
</file>

<file path=ppt/slides/_rels/slide22.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22.xml"/><Relationship Id="rId1" Type="http://schemas.openxmlformats.org/officeDocument/2006/relationships/slideLayout" Target="../slideLayouts/slideLayout16.xml"/><Relationship Id="rId6" Type="http://schemas.openxmlformats.org/officeDocument/2006/relationships/hyperlink" Target="https://app.wiz.io/settings/scanners/data-security" TargetMode="External"/><Relationship Id="rId5" Type="http://schemas.openxmlformats.org/officeDocument/2006/relationships/hyperlink" Target="https://app.wiz.io/boards/security-operations#%7E%28filters%7E%28timestamp%7E%28dateRange%7E%28past%7E%28unit%7E%27day%7Eamount%7E30%29%29%29%29%29" TargetMode="External"/><Relationship Id="rId4" Type="http://schemas.openxmlformats.org/officeDocument/2006/relationships/hyperlink" Target="https://app.wiz.io/settings/scanners/vulnerability-scanning" TargetMode="External"/></Relationships>
</file>

<file path=ppt/slides/_rels/slide23.xml.rels><?xml version="1.0" encoding="UTF-8" standalone="yes"?>
<Relationships xmlns="http://schemas.openxmlformats.org/package/2006/relationships"><Relationship Id="rId3" Type="http://schemas.openxmlformats.org/officeDocument/2006/relationships/hyperlink" Target="https://app.wiz.io/explorer/graph#%7E%28query%7E%28relationships%7E%28%7E%28type%7E%28%7E%28reverse%7Etrue%7Etype%7E%27HAS_TECH%29%29%7Ewith%7E%28relationships%7E%28%7E%28type%7E%28%7E%28reverse%7Etrue%7Etype%7E%27CONTAINS%29%29%7Ewith%7E%28type%7E%28%7E%27SUBSCRIPTION%7E%27CLOUD_ORGANIZATION%29%7Ewhere%7E%28name%7E%28DOES_NOT_START_WITH%7E%28%7E%27Discovered%29%29%29%29%29%29%7Etype%7E%28%7E%27SERVICE_ACCOUNT%29%7Ewhere%7E%28externalOwners%7E%28IS_SET%7Etrue%29%29%7Eselect%7Etrue%7Eaggregate%7Etrue%29%29%29%7Eselect%7Etrue%7Etype%7E%28%7E%27TECHNOLOGY%29%7Ewhere%7E%28deploymentModel%7E%28EQUALS%7E%28%7E%27Cloud*20service%29%29%7Ename%7E%28DOES_NOT_CONTAIN%7E%28%7E%27wiz%29%29%7Ecategories%7E%28EQUALS%7E%28%7E%27CSPM*20*28Cloud*20Security*20Posture*20Management*29%7E%27CNAPP*20*28Cloud-Native*20Application*20Protection*20Platform*29%7E%27CIEM*20*28Cloud*20Infrastructure*20Entitlement*20Management*29%7E%27DSPM*20*28Data*20Security*20Posture*20Management*29%7E%27Data*20Access*20Management%7E%27Attack*20Surface*20Management%29%29%29%29%7Eview%7E%27table%7EgraphEntityCols%7E%28TECHNOLOGY%7E%28%7E%27deploymentModel%7E%27categories%7E%27storesData%7E%27stackLayer%7E%27ownerName%7E%27description%29%29%29" TargetMode="External"/><Relationship Id="rId2" Type="http://schemas.openxmlformats.org/officeDocument/2006/relationships/notesSlide" Target="../notesSlides/notesSlide23.xml"/><Relationship Id="rId1" Type="http://schemas.openxmlformats.org/officeDocument/2006/relationships/slideLayout" Target="../slideLayouts/slideLayout16.xml"/><Relationship Id="rId5" Type="http://schemas.openxmlformats.org/officeDocument/2006/relationships/hyperlink" Target="https://app.wiz.io/explorer/graph#%7E%28query%7E%28relationships%7E%28%7E%28type%7E%28%7E%28reverse%7Etrue%7Etype%7E%27HAS_TECH%29%29%7Ewith%7E%28relationships%7E%28%7E%28type%7E%28%7E%28reverse%7Etrue%7Etype%7E%27CONTAINS%29%29%7Ewith%7E%28type%7E%28%7E%27SUBSCRIPTION%7E%27CLOUD_ORGANIZATION%29%7Ewhere%7E%28name%7E%28DOES_NOT_START_WITH%7E%28%7E%27Discovered%29%29%29%29%29%29%7Eselect%7Etrue%7Etype%7E%28%7E%27SERVICE_ACCOUNT%29%7Ewhere%7E%28externalOwners%7E%28IS_SET%7Etrue%29%29%7Eaggregate%7Etrue%29%29%29%7Eselect%7Etrue%7Etype%7E%28%7E%27TECHNOLOGY%29%7Ewhere%7E%28deploymentModel%7E%28EQUALS%7E%28%7E%27Cloud*20service%29%29%7Ename%7E%28DOES_NOT_CONTAIN%7E%28%7E%27wiz%29%29%7Ecategories%7E%28EQUALS%7E%28%7E%27Infrastructure*20as*20Code*20Analysis%7E%27SAST*20*28Static*20Application*20Security*20Testing*29%7E%27DAST*20*28Dynamic*20Application*20Security*20Testing*29%7E%27SCA*20*28Software*20Composition*20Analysis*29%7E%27Code*20Secret*20Scanner%7E%27Integrated*20development*20environment*20*28IDE*29*20Tools%7E%27Code*20Security%29%29%29%29%7Eview%7E%27table%7EgraphEntityCols%7E%28TECHNOLOGY%7E%28%7E%27deploymentModel%7E%27categories%7E%27storesData%7E%27stackLayer%7E%27ownerName%7E%27description%29%29%29" TargetMode="External"/><Relationship Id="rId4" Type="http://schemas.openxmlformats.org/officeDocument/2006/relationships/hyperlink" Target="https://app.wiz.io/explorer/graph#%7E%28query%7E%28relationships%7E%28%7E%28type%7E%28%7E%28reverse%7Etrue%7Etype%7E%27HAS_TECH%29%29%7Ewith%7E%28relationships%7E%28%7E%28type%7E%28%7E%28reverse%7Etrue%7Etype%7E%27CONTAINS%29%29%7Ewith%7E%28type%7E%28%7E%27SUBSCRIPTION%7E%27CLOUD_ORGANIZATION%29%7Ewhere%7E%28name%7E%28DOES_NOT_START_WITH%7E%28%7E%27Discovered%29%29%29%29%29%29%7Etype%7E%28%7E%27SERVICE_ACCOUNT%29%7Ewhere%7E%28externalOwners%7E%28IS_SET%7Etrue%29%29%7Eselect%7Etrue%7Eaggregate%7Etrue%29%29%29%7Eselect%7Etrue%7Etype%7E%28%7E%27TECHNOLOGY%29%7Ewhere%7E%28deploymentModel%7E%28EQUALS%7E%28%7E%27Cloud*20service%29%29%7Ename%7E%28DOES_NOT_CONTAIN%7E%28%7E%27wiz%29%29%7Ecategories%7E%28EQUALS%7E%28%7E%27CWPP*20*28Cloud*20Workload*20Protection*20Platform*29%7E%27Container*20Runtime*20Security%7E%27Runtime*20Security%7E%27Threat*20Detection*20and*20Response%7E%27Container*20Image*20Scanners%7E%27Container*20Security%29%29%29%29%7Eview%7E%27table%7EgraphEntityCols%7E%28TECHNOLOGY%7E%28%7E%27deploymentModel%7E%27categories%7E%27storesData%7E%27stackLayer%7E%27ownerName%7E%27description%29%29%29"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47"/>
          <p:cNvSpPr txBox="1"/>
          <p:nvPr/>
        </p:nvSpPr>
        <p:spPr>
          <a:xfrm>
            <a:off x="250594" y="1969767"/>
            <a:ext cx="3854969" cy="900216"/>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3200"/>
              <a:buFont typeface="Arial"/>
              <a:buNone/>
            </a:pPr>
            <a:r>
              <a:rPr lang="en" sz="2700" b="0" i="0" u="none" strike="noStrike" cap="none" dirty="0">
                <a:solidFill>
                  <a:schemeClr val="lt1"/>
                </a:solidFill>
                <a:latin typeface="Calibri"/>
                <a:ea typeface="Calibri"/>
                <a:cs typeface="Calibri"/>
                <a:sym typeface="Calibri"/>
              </a:rPr>
              <a:t>Tenant Health Assessment </a:t>
            </a:r>
            <a:br>
              <a:rPr lang="en" sz="2700" b="0" i="0" u="none" strike="noStrike" cap="none" dirty="0">
                <a:solidFill>
                  <a:schemeClr val="lt1"/>
                </a:solidFill>
                <a:latin typeface="Calibri"/>
                <a:ea typeface="Calibri"/>
                <a:cs typeface="Calibri"/>
                <a:sym typeface="Calibri"/>
              </a:rPr>
            </a:br>
            <a:r>
              <a:rPr lang="en" sz="2700" b="0" i="0" u="none" strike="noStrike" cap="none" dirty="0">
                <a:solidFill>
                  <a:schemeClr val="lt1"/>
                </a:solidFill>
                <a:latin typeface="Calibri"/>
                <a:ea typeface="Calibri"/>
                <a:cs typeface="Calibri"/>
                <a:sym typeface="Calibri"/>
              </a:rPr>
              <a:t>{{Customer}}</a:t>
            </a:r>
            <a:endParaRPr sz="2700" b="0" i="0" u="none" strike="noStrike" cap="none" dirty="0">
              <a:solidFill>
                <a:srgbClr val="000000"/>
              </a:solidFill>
              <a:latin typeface="Calibri"/>
              <a:ea typeface="Calibri"/>
              <a:cs typeface="Calibri"/>
              <a:sym typeface="Calibri"/>
            </a:endParaRPr>
          </a:p>
        </p:txBody>
      </p:sp>
      <p:sp>
        <p:nvSpPr>
          <p:cNvPr id="238" name="Google Shape;238;p47"/>
          <p:cNvSpPr txBox="1"/>
          <p:nvPr/>
        </p:nvSpPr>
        <p:spPr>
          <a:xfrm>
            <a:off x="318791" y="3217425"/>
            <a:ext cx="4026300" cy="5310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800"/>
              <a:buFont typeface="Arial"/>
              <a:buNone/>
            </a:pPr>
            <a:endParaRPr sz="1500" b="0" i="0" u="none" strike="noStrike" cap="none" dirty="0">
              <a:solidFill>
                <a:schemeClr val="lt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r>
              <a:rPr lang="en" sz="1500" b="0" i="0" u="none" strike="noStrike" cap="none">
                <a:solidFill>
                  <a:schemeClr val="lt1"/>
                </a:solidFill>
                <a:latin typeface="Calibri"/>
                <a:ea typeface="Calibri"/>
                <a:cs typeface="Calibri"/>
                <a:sym typeface="Calibri"/>
              </a:rPr>
              <a:t>{Date}</a:t>
            </a:r>
            <a:endParaRPr sz="1500" b="0" i="0" u="none" strike="noStrike" cap="none" dirty="0">
              <a:solidFill>
                <a:schemeClr val="lt1"/>
              </a:solidFill>
              <a:latin typeface="Calibri"/>
              <a:ea typeface="Calibri"/>
              <a:cs typeface="Calibri"/>
              <a:sym typeface="Calibri"/>
            </a:endParaRPr>
          </a:p>
        </p:txBody>
      </p:sp>
      <p:pic>
        <p:nvPicPr>
          <p:cNvPr id="239" name="Google Shape;239;p47" title="opening_photo.png"/>
          <p:cNvPicPr preferRelativeResize="0"/>
          <p:nvPr/>
        </p:nvPicPr>
        <p:blipFill rotWithShape="1">
          <a:blip r:embed="rId3">
            <a:alphaModFix/>
          </a:blip>
          <a:srcRect/>
          <a:stretch/>
        </p:blipFill>
        <p:spPr>
          <a:xfrm>
            <a:off x="4256533" y="1409675"/>
            <a:ext cx="4306800" cy="2143875"/>
          </a:xfrm>
          <a:prstGeom prst="rect">
            <a:avLst/>
          </a:prstGeom>
          <a:noFill/>
          <a:ln>
            <a:noFill/>
          </a:ln>
        </p:spPr>
      </p:pic>
      <p:pic>
        <p:nvPicPr>
          <p:cNvPr id="240" name="Google Shape;240;p47" title="cloud.png"/>
          <p:cNvPicPr preferRelativeResize="0"/>
          <p:nvPr/>
        </p:nvPicPr>
        <p:blipFill rotWithShape="1">
          <a:blip r:embed="rId4">
            <a:alphaModFix/>
          </a:blip>
          <a:srcRect/>
          <a:stretch/>
        </p:blipFill>
        <p:spPr>
          <a:xfrm>
            <a:off x="6699300" y="3318246"/>
            <a:ext cx="2444700" cy="1825254"/>
          </a:xfrm>
          <a:prstGeom prst="rect">
            <a:avLst/>
          </a:prstGeom>
          <a:noFill/>
          <a:ln>
            <a:noFill/>
          </a:ln>
        </p:spPr>
      </p:pic>
      <p:pic>
        <p:nvPicPr>
          <p:cNvPr id="241" name="Google Shape;241;p47" title="logo.png"/>
          <p:cNvPicPr preferRelativeResize="0"/>
          <p:nvPr/>
        </p:nvPicPr>
        <p:blipFill rotWithShape="1">
          <a:blip r:embed="rId5">
            <a:alphaModFix/>
          </a:blip>
          <a:srcRect/>
          <a:stretch/>
        </p:blipFill>
        <p:spPr>
          <a:xfrm>
            <a:off x="548202" y="1143475"/>
            <a:ext cx="637001" cy="3041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sp>
        <p:nvSpPr>
          <p:cNvPr id="247" name="Google Shape;247;p48"/>
          <p:cNvSpPr txBox="1"/>
          <p:nvPr/>
        </p:nvSpPr>
        <p:spPr>
          <a:xfrm>
            <a:off x="6799450" y="3366600"/>
            <a:ext cx="2010300" cy="1775380"/>
          </a:xfrm>
          <a:prstGeom prst="rect">
            <a:avLst/>
          </a:prstGeom>
          <a:gradFill>
            <a:gsLst>
              <a:gs pos="0">
                <a:srgbClr val="FFE0FF">
                  <a:alpha val="50196"/>
                </a:srgbClr>
              </a:gs>
              <a:gs pos="100000">
                <a:schemeClr val="lt1"/>
              </a:gs>
            </a:gsLst>
            <a:lin ang="5400012" scaled="0"/>
          </a:gra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000"/>
              <a:buFont typeface="Arial"/>
              <a:buNone/>
            </a:pPr>
            <a:endParaRPr sz="1000" b="0" i="0" u="none" strike="noStrike" cap="none">
              <a:solidFill>
                <a:schemeClr val="dk1"/>
              </a:solidFill>
              <a:latin typeface="Calibri"/>
              <a:ea typeface="Calibri"/>
              <a:cs typeface="Calibri"/>
              <a:sym typeface="Calibri"/>
            </a:endParaRPr>
          </a:p>
        </p:txBody>
      </p:sp>
      <p:sp>
        <p:nvSpPr>
          <p:cNvPr id="248" name="Google Shape;248;p48"/>
          <p:cNvSpPr txBox="1"/>
          <p:nvPr/>
        </p:nvSpPr>
        <p:spPr>
          <a:xfrm>
            <a:off x="799800" y="4353432"/>
            <a:ext cx="2010300" cy="789941"/>
          </a:xfrm>
          <a:prstGeom prst="rect">
            <a:avLst/>
          </a:prstGeom>
          <a:gradFill>
            <a:gsLst>
              <a:gs pos="0">
                <a:srgbClr val="FFE0FF">
                  <a:alpha val="50196"/>
                </a:srgbClr>
              </a:gs>
              <a:gs pos="100000">
                <a:schemeClr val="lt1"/>
              </a:gs>
            </a:gsLst>
            <a:lin ang="5400012" scaled="0"/>
          </a:gra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000"/>
              <a:buFont typeface="Arial"/>
              <a:buNone/>
            </a:pPr>
            <a:endParaRPr sz="1000" b="0" i="0" u="none" strike="noStrike" cap="none">
              <a:solidFill>
                <a:schemeClr val="dk1"/>
              </a:solidFill>
              <a:latin typeface="Calibri"/>
              <a:ea typeface="Calibri"/>
              <a:cs typeface="Calibri"/>
              <a:sym typeface="Calibri"/>
            </a:endParaRPr>
          </a:p>
        </p:txBody>
      </p:sp>
      <p:sp>
        <p:nvSpPr>
          <p:cNvPr id="249" name="Google Shape;249;p48"/>
          <p:cNvSpPr txBox="1"/>
          <p:nvPr/>
        </p:nvSpPr>
        <p:spPr>
          <a:xfrm>
            <a:off x="4803550" y="3675175"/>
            <a:ext cx="2005200" cy="1468200"/>
          </a:xfrm>
          <a:prstGeom prst="rect">
            <a:avLst/>
          </a:prstGeom>
          <a:gradFill>
            <a:gsLst>
              <a:gs pos="0">
                <a:srgbClr val="FFE0FF">
                  <a:alpha val="50196"/>
                </a:srgbClr>
              </a:gs>
              <a:gs pos="100000">
                <a:schemeClr val="lt1"/>
              </a:gs>
            </a:gsLst>
            <a:lin ang="5400012" scaled="0"/>
          </a:gra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000"/>
              <a:buFont typeface="Arial"/>
              <a:buNone/>
            </a:pPr>
            <a:endParaRPr sz="1000" b="0" i="0" u="none" strike="noStrike" cap="none">
              <a:solidFill>
                <a:schemeClr val="dk1"/>
              </a:solidFill>
              <a:latin typeface="Calibri"/>
              <a:ea typeface="Calibri"/>
              <a:cs typeface="Calibri"/>
              <a:sym typeface="Calibri"/>
            </a:endParaRPr>
          </a:p>
        </p:txBody>
      </p:sp>
      <p:sp>
        <p:nvSpPr>
          <p:cNvPr id="250" name="Google Shape;250;p48"/>
          <p:cNvSpPr txBox="1"/>
          <p:nvPr/>
        </p:nvSpPr>
        <p:spPr>
          <a:xfrm>
            <a:off x="2815700" y="4060176"/>
            <a:ext cx="1987500" cy="1083324"/>
          </a:xfrm>
          <a:prstGeom prst="rect">
            <a:avLst/>
          </a:prstGeom>
          <a:gradFill>
            <a:gsLst>
              <a:gs pos="0">
                <a:srgbClr val="FFE0FF">
                  <a:alpha val="50196"/>
                </a:srgbClr>
              </a:gs>
              <a:gs pos="100000">
                <a:schemeClr val="lt1"/>
              </a:gs>
            </a:gsLst>
            <a:lin ang="5400012" scaled="0"/>
          </a:gra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000"/>
              <a:buFont typeface="Arial"/>
              <a:buNone/>
            </a:pPr>
            <a:endParaRPr sz="1000" b="0" i="0" u="none" strike="noStrike" cap="none">
              <a:solidFill>
                <a:schemeClr val="dk1"/>
              </a:solidFill>
              <a:latin typeface="Calibri"/>
              <a:ea typeface="Calibri"/>
              <a:cs typeface="Calibri"/>
              <a:sym typeface="Calibri"/>
            </a:endParaRPr>
          </a:p>
        </p:txBody>
      </p:sp>
      <p:cxnSp>
        <p:nvCxnSpPr>
          <p:cNvPr id="251" name="Google Shape;251;p48"/>
          <p:cNvCxnSpPr/>
          <p:nvPr/>
        </p:nvCxnSpPr>
        <p:spPr>
          <a:xfrm rot="10800000">
            <a:off x="2813100" y="2136400"/>
            <a:ext cx="7761" cy="3005580"/>
          </a:xfrm>
          <a:prstGeom prst="straightConnector1">
            <a:avLst/>
          </a:prstGeom>
          <a:noFill/>
          <a:ln w="9525" cap="flat" cmpd="sng">
            <a:solidFill>
              <a:srgbClr val="0254EC"/>
            </a:solidFill>
            <a:prstDash val="solid"/>
            <a:round/>
            <a:headEnd type="none" w="sm" len="sm"/>
            <a:tailEnd type="none" w="sm" len="sm"/>
          </a:ln>
        </p:spPr>
      </p:cxnSp>
      <p:cxnSp>
        <p:nvCxnSpPr>
          <p:cNvPr id="252" name="Google Shape;252;p48"/>
          <p:cNvCxnSpPr/>
          <p:nvPr/>
        </p:nvCxnSpPr>
        <p:spPr>
          <a:xfrm rot="10800000">
            <a:off x="4804975" y="1525650"/>
            <a:ext cx="0" cy="3616330"/>
          </a:xfrm>
          <a:prstGeom prst="straightConnector1">
            <a:avLst/>
          </a:prstGeom>
          <a:noFill/>
          <a:ln w="9525" cap="flat" cmpd="sng">
            <a:solidFill>
              <a:srgbClr val="0254EC"/>
            </a:solidFill>
            <a:prstDash val="solid"/>
            <a:round/>
            <a:headEnd type="none" w="sm" len="sm"/>
            <a:tailEnd type="none" w="sm" len="sm"/>
          </a:ln>
        </p:spPr>
      </p:cxnSp>
      <p:cxnSp>
        <p:nvCxnSpPr>
          <p:cNvPr id="253" name="Google Shape;253;p48"/>
          <p:cNvCxnSpPr/>
          <p:nvPr/>
        </p:nvCxnSpPr>
        <p:spPr>
          <a:xfrm rot="10800000">
            <a:off x="6804675" y="910700"/>
            <a:ext cx="7760" cy="4245462"/>
          </a:xfrm>
          <a:prstGeom prst="straightConnector1">
            <a:avLst/>
          </a:prstGeom>
          <a:noFill/>
          <a:ln w="9525" cap="flat" cmpd="sng">
            <a:solidFill>
              <a:srgbClr val="0254EC"/>
            </a:solidFill>
            <a:prstDash val="solid"/>
            <a:round/>
            <a:headEnd type="none" w="sm" len="sm"/>
            <a:tailEnd type="none" w="sm" len="sm"/>
          </a:ln>
        </p:spPr>
      </p:cxnSp>
      <p:cxnSp>
        <p:nvCxnSpPr>
          <p:cNvPr id="254" name="Google Shape;254;p48"/>
          <p:cNvCxnSpPr/>
          <p:nvPr/>
        </p:nvCxnSpPr>
        <p:spPr>
          <a:xfrm rot="10800000" flipH="1">
            <a:off x="983850" y="193650"/>
            <a:ext cx="8194200" cy="2507100"/>
          </a:xfrm>
          <a:prstGeom prst="straightConnector1">
            <a:avLst/>
          </a:prstGeom>
          <a:noFill/>
          <a:ln w="9525" cap="flat" cmpd="sng">
            <a:solidFill>
              <a:srgbClr val="0254EC"/>
            </a:solidFill>
            <a:prstDash val="lgDash"/>
            <a:round/>
            <a:headEnd type="none" w="sm" len="sm"/>
            <a:tailEnd type="none" w="sm" len="sm"/>
          </a:ln>
        </p:spPr>
      </p:cxnSp>
      <p:cxnSp>
        <p:nvCxnSpPr>
          <p:cNvPr id="255" name="Google Shape;255;p48"/>
          <p:cNvCxnSpPr/>
          <p:nvPr/>
        </p:nvCxnSpPr>
        <p:spPr>
          <a:xfrm rot="10800000">
            <a:off x="807946" y="2752144"/>
            <a:ext cx="0" cy="2399400"/>
          </a:xfrm>
          <a:prstGeom prst="straightConnector1">
            <a:avLst/>
          </a:prstGeom>
          <a:noFill/>
          <a:ln w="9525" cap="flat" cmpd="sng">
            <a:solidFill>
              <a:srgbClr val="0254EC"/>
            </a:solidFill>
            <a:prstDash val="solid"/>
            <a:round/>
            <a:headEnd type="none" w="sm" len="sm"/>
            <a:tailEnd type="none" w="sm" len="sm"/>
          </a:ln>
        </p:spPr>
      </p:cxnSp>
      <p:pic>
        <p:nvPicPr>
          <p:cNvPr id="256" name="Google Shape;256;p48" title="Hardening_infinity.png"/>
          <p:cNvPicPr preferRelativeResize="0"/>
          <p:nvPr/>
        </p:nvPicPr>
        <p:blipFill rotWithShape="1">
          <a:blip r:embed="rId3">
            <a:alphaModFix/>
          </a:blip>
          <a:srcRect/>
          <a:stretch/>
        </p:blipFill>
        <p:spPr>
          <a:xfrm rot="-964393">
            <a:off x="4764150" y="359985"/>
            <a:ext cx="2802000" cy="1505395"/>
          </a:xfrm>
          <a:prstGeom prst="rect">
            <a:avLst/>
          </a:prstGeom>
          <a:noFill/>
          <a:ln>
            <a:noFill/>
          </a:ln>
        </p:spPr>
      </p:pic>
      <p:sp>
        <p:nvSpPr>
          <p:cNvPr id="257" name="Google Shape;257;p48"/>
          <p:cNvSpPr txBox="1"/>
          <p:nvPr/>
        </p:nvSpPr>
        <p:spPr>
          <a:xfrm>
            <a:off x="6914847" y="1709849"/>
            <a:ext cx="1575300" cy="346200"/>
          </a:xfrm>
          <a:prstGeom prst="rect">
            <a:avLst/>
          </a:prstGeom>
          <a:noFill/>
          <a:ln>
            <a:noFill/>
          </a:ln>
        </p:spPr>
        <p:txBody>
          <a:bodyPr spcFirstLastPara="1" wrap="square" lIns="0" tIns="34275" rIns="68575" bIns="34275" anchor="t" anchorCtr="0">
            <a:spAutoFit/>
          </a:bodyPr>
          <a:lstStyle/>
          <a:p>
            <a:pPr marL="0" marR="0" lvl="0" indent="0" algn="l" rtl="0">
              <a:lnSpc>
                <a:spcPct val="100000"/>
              </a:lnSpc>
              <a:spcBef>
                <a:spcPts val="0"/>
              </a:spcBef>
              <a:spcAft>
                <a:spcPts val="0"/>
              </a:spcAft>
              <a:buClr>
                <a:srgbClr val="001741"/>
              </a:buClr>
              <a:buSzPts val="900"/>
              <a:buFont typeface="DM Sans Medium"/>
              <a:buNone/>
            </a:pPr>
            <a:r>
              <a:rPr lang="en" sz="900" b="0" i="0" u="none" strike="noStrike" cap="none">
                <a:solidFill>
                  <a:schemeClr val="dk1"/>
                </a:solidFill>
                <a:latin typeface="Calibri"/>
                <a:ea typeface="Calibri"/>
                <a:cs typeface="Calibri"/>
                <a:sym typeface="Calibri"/>
              </a:rPr>
              <a:t>EMBED AND AUTOMATE SECURITY</a:t>
            </a:r>
            <a:endParaRPr sz="900" b="0" i="0" u="none" strike="noStrike" cap="none">
              <a:solidFill>
                <a:schemeClr val="dk1"/>
              </a:solidFill>
              <a:latin typeface="Calibri"/>
              <a:ea typeface="Calibri"/>
              <a:cs typeface="Calibri"/>
              <a:sym typeface="Calibri"/>
            </a:endParaRPr>
          </a:p>
        </p:txBody>
      </p:sp>
      <p:sp>
        <p:nvSpPr>
          <p:cNvPr id="258" name="Google Shape;258;p48"/>
          <p:cNvSpPr txBox="1"/>
          <p:nvPr/>
        </p:nvSpPr>
        <p:spPr>
          <a:xfrm>
            <a:off x="6810800" y="2070322"/>
            <a:ext cx="1811700" cy="1320300"/>
          </a:xfrm>
          <a:prstGeom prst="rect">
            <a:avLst/>
          </a:prstGeom>
          <a:noFill/>
          <a:ln>
            <a:noFill/>
          </a:ln>
        </p:spPr>
        <p:txBody>
          <a:bodyPr spcFirstLastPara="1" wrap="square" lIns="68575" tIns="34275" rIns="68575" bIns="34275" anchor="t" anchorCtr="0">
            <a:normAutofit/>
          </a:bodyPr>
          <a:lstStyle/>
          <a:p>
            <a:pPr marL="114300" marR="0" lvl="0" indent="-88900" algn="l" rtl="0">
              <a:lnSpc>
                <a:spcPct val="92000"/>
              </a:lnSpc>
              <a:spcBef>
                <a:spcPts val="0"/>
              </a:spcBef>
              <a:spcAft>
                <a:spcPts val="0"/>
              </a:spcAft>
              <a:buClr>
                <a:srgbClr val="01123F"/>
              </a:buClr>
              <a:buSzPts val="500"/>
              <a:buFont typeface="Poppins Light"/>
              <a:buChar char="●"/>
            </a:pPr>
            <a:r>
              <a:rPr lang="en" sz="800" b="0" i="0" u="none" strike="noStrike" cap="none">
                <a:solidFill>
                  <a:srgbClr val="01123F"/>
                </a:solidFill>
                <a:latin typeface="Calibri"/>
                <a:ea typeface="Calibri"/>
                <a:cs typeface="Calibri"/>
                <a:sym typeface="Calibri"/>
              </a:rPr>
              <a:t>Enforce security policies consistently across cloud, code, and runtime</a:t>
            </a:r>
            <a:endParaRPr sz="800" b="0" i="0" u="none" strike="noStrike" cap="none">
              <a:solidFill>
                <a:srgbClr val="01123F"/>
              </a:solidFill>
              <a:latin typeface="Calibri"/>
              <a:ea typeface="Calibri"/>
              <a:cs typeface="Calibri"/>
              <a:sym typeface="Calibri"/>
            </a:endParaRPr>
          </a:p>
          <a:p>
            <a:pPr marL="0" marR="0" lvl="0" indent="0" algn="l" rtl="0">
              <a:lnSpc>
                <a:spcPct val="92000"/>
              </a:lnSpc>
              <a:spcBef>
                <a:spcPts val="0"/>
              </a:spcBef>
              <a:spcAft>
                <a:spcPts val="0"/>
              </a:spcAft>
              <a:buClr>
                <a:srgbClr val="000000"/>
              </a:buClr>
              <a:buSzPts val="500"/>
              <a:buFont typeface="Arial"/>
              <a:buNone/>
            </a:pPr>
            <a:endParaRPr sz="500" b="0" i="0" u="none" strike="noStrike" cap="none">
              <a:solidFill>
                <a:srgbClr val="01123F"/>
              </a:solidFill>
              <a:latin typeface="Calibri"/>
              <a:ea typeface="Calibri"/>
              <a:cs typeface="Calibri"/>
              <a:sym typeface="Calibri"/>
            </a:endParaRPr>
          </a:p>
          <a:p>
            <a:pPr marL="114300" marR="0" lvl="0" indent="-88900" algn="l" rtl="0">
              <a:lnSpc>
                <a:spcPct val="92000"/>
              </a:lnSpc>
              <a:spcBef>
                <a:spcPts val="0"/>
              </a:spcBef>
              <a:spcAft>
                <a:spcPts val="0"/>
              </a:spcAft>
              <a:buClr>
                <a:srgbClr val="01123F"/>
              </a:buClr>
              <a:buSzPts val="500"/>
              <a:buFont typeface="Poppins Light"/>
              <a:buChar char="●"/>
            </a:pPr>
            <a:r>
              <a:rPr lang="en" sz="800" b="0" i="0" u="none" strike="noStrike" cap="none">
                <a:solidFill>
                  <a:srgbClr val="01123F"/>
                </a:solidFill>
                <a:latin typeface="Calibri"/>
                <a:ea typeface="Calibri"/>
                <a:cs typeface="Calibri"/>
                <a:sym typeface="Calibri"/>
              </a:rPr>
              <a:t>Automate remediation and security lifecycle actions with automation rules</a:t>
            </a:r>
            <a:endParaRPr sz="800" b="0" i="0" u="none" strike="noStrike" cap="none">
              <a:solidFill>
                <a:srgbClr val="01123F"/>
              </a:solidFill>
              <a:latin typeface="Calibri"/>
              <a:ea typeface="Calibri"/>
              <a:cs typeface="Calibri"/>
              <a:sym typeface="Calibri"/>
            </a:endParaRPr>
          </a:p>
          <a:p>
            <a:pPr marL="0" marR="0" lvl="0" indent="0" algn="l" rtl="0">
              <a:lnSpc>
                <a:spcPct val="92000"/>
              </a:lnSpc>
              <a:spcBef>
                <a:spcPts val="0"/>
              </a:spcBef>
              <a:spcAft>
                <a:spcPts val="0"/>
              </a:spcAft>
              <a:buClr>
                <a:srgbClr val="000000"/>
              </a:buClr>
              <a:buSzPts val="500"/>
              <a:buFont typeface="Arial"/>
              <a:buNone/>
            </a:pPr>
            <a:endParaRPr sz="500" b="0" i="0" u="none" strike="noStrike" cap="none">
              <a:solidFill>
                <a:srgbClr val="01123F"/>
              </a:solidFill>
              <a:latin typeface="Calibri"/>
              <a:ea typeface="Calibri"/>
              <a:cs typeface="Calibri"/>
              <a:sym typeface="Calibri"/>
            </a:endParaRPr>
          </a:p>
          <a:p>
            <a:pPr marL="114300" marR="0" lvl="0" indent="-88900" algn="l" rtl="0">
              <a:lnSpc>
                <a:spcPct val="92000"/>
              </a:lnSpc>
              <a:spcBef>
                <a:spcPts val="0"/>
              </a:spcBef>
              <a:spcAft>
                <a:spcPts val="0"/>
              </a:spcAft>
              <a:buClr>
                <a:srgbClr val="01123F"/>
              </a:buClr>
              <a:buSzPts val="500"/>
              <a:buFont typeface="Poppins Light"/>
              <a:buChar char="●"/>
            </a:pPr>
            <a:r>
              <a:rPr lang="en" sz="800" b="0" i="0" u="none" strike="noStrike" cap="none">
                <a:solidFill>
                  <a:srgbClr val="01123F"/>
                </a:solidFill>
                <a:latin typeface="Calibri"/>
                <a:ea typeface="Calibri"/>
                <a:cs typeface="Calibri"/>
                <a:sym typeface="Calibri"/>
              </a:rPr>
              <a:t>Continuously reduce risk without manual intervention</a:t>
            </a:r>
            <a:endParaRPr sz="800" b="0" i="0" u="none" strike="noStrike" cap="none">
              <a:solidFill>
                <a:srgbClr val="01123F"/>
              </a:solidFill>
              <a:latin typeface="Calibri"/>
              <a:ea typeface="Calibri"/>
              <a:cs typeface="Calibri"/>
              <a:sym typeface="Calibri"/>
            </a:endParaRPr>
          </a:p>
        </p:txBody>
      </p:sp>
      <p:sp>
        <p:nvSpPr>
          <p:cNvPr id="259" name="Google Shape;259;p48"/>
          <p:cNvSpPr txBox="1"/>
          <p:nvPr/>
        </p:nvSpPr>
        <p:spPr>
          <a:xfrm>
            <a:off x="5006084" y="2154770"/>
            <a:ext cx="1575300" cy="346200"/>
          </a:xfrm>
          <a:prstGeom prst="rect">
            <a:avLst/>
          </a:prstGeom>
          <a:noFill/>
          <a:ln>
            <a:noFill/>
          </a:ln>
        </p:spPr>
        <p:txBody>
          <a:bodyPr spcFirstLastPara="1" wrap="square" lIns="0" tIns="34275" rIns="68575" bIns="34275" anchor="t" anchorCtr="0">
            <a:spAutoFit/>
          </a:bodyPr>
          <a:lstStyle/>
          <a:p>
            <a:pPr marL="0" marR="0" lvl="0" indent="0" algn="l" rtl="0">
              <a:lnSpc>
                <a:spcPct val="100000"/>
              </a:lnSpc>
              <a:spcBef>
                <a:spcPts val="0"/>
              </a:spcBef>
              <a:spcAft>
                <a:spcPts val="0"/>
              </a:spcAft>
              <a:buClr>
                <a:srgbClr val="001741"/>
              </a:buClr>
              <a:buSzPts val="900"/>
              <a:buFont typeface="DM Sans Medium"/>
              <a:buNone/>
            </a:pPr>
            <a:r>
              <a:rPr lang="en" sz="900" b="0" i="0" u="none" strike="noStrike" cap="none">
                <a:solidFill>
                  <a:schemeClr val="dk1"/>
                </a:solidFill>
                <a:latin typeface="Calibri"/>
                <a:ea typeface="Calibri"/>
                <a:cs typeface="Calibri"/>
                <a:sym typeface="Calibri"/>
              </a:rPr>
              <a:t>SELF SERVICE SECURITY FOR DEVELOPERS</a:t>
            </a:r>
            <a:endParaRPr sz="900" b="0" i="0" u="none" strike="noStrike" cap="none">
              <a:solidFill>
                <a:schemeClr val="dk1"/>
              </a:solidFill>
              <a:latin typeface="Calibri"/>
              <a:ea typeface="Calibri"/>
              <a:cs typeface="Calibri"/>
              <a:sym typeface="Calibri"/>
            </a:endParaRPr>
          </a:p>
        </p:txBody>
      </p:sp>
      <p:sp>
        <p:nvSpPr>
          <p:cNvPr id="260" name="Google Shape;260;p48"/>
          <p:cNvSpPr txBox="1"/>
          <p:nvPr/>
        </p:nvSpPr>
        <p:spPr>
          <a:xfrm>
            <a:off x="4902050" y="2498816"/>
            <a:ext cx="1811700" cy="1149900"/>
          </a:xfrm>
          <a:prstGeom prst="rect">
            <a:avLst/>
          </a:prstGeom>
          <a:noFill/>
          <a:ln>
            <a:noFill/>
          </a:ln>
        </p:spPr>
        <p:txBody>
          <a:bodyPr spcFirstLastPara="1" wrap="square" lIns="68575" tIns="34275" rIns="68575" bIns="34275" anchor="t" anchorCtr="0">
            <a:normAutofit/>
          </a:bodyPr>
          <a:lstStyle/>
          <a:p>
            <a:pPr marL="114300" marR="0" lvl="0" indent="-88900" algn="l" rtl="0">
              <a:lnSpc>
                <a:spcPct val="92000"/>
              </a:lnSpc>
              <a:spcBef>
                <a:spcPts val="0"/>
              </a:spcBef>
              <a:spcAft>
                <a:spcPts val="0"/>
              </a:spcAft>
              <a:buClr>
                <a:srgbClr val="01123F"/>
              </a:buClr>
              <a:buSzPts val="500"/>
              <a:buFont typeface="Poppins Light"/>
              <a:buChar char="●"/>
            </a:pPr>
            <a:r>
              <a:rPr lang="en" sz="800" b="0" i="0" u="none" strike="noStrike" cap="none">
                <a:solidFill>
                  <a:srgbClr val="01123F"/>
                </a:solidFill>
                <a:latin typeface="Calibri"/>
                <a:ea typeface="Calibri"/>
                <a:cs typeface="Calibri"/>
                <a:sym typeface="Calibri"/>
              </a:rPr>
              <a:t>Enable developers to identify  and remediate risk independently</a:t>
            </a:r>
            <a:endParaRPr sz="800" b="0" i="0" u="none" strike="noStrike" cap="none">
              <a:solidFill>
                <a:srgbClr val="01123F"/>
              </a:solidFill>
              <a:latin typeface="Calibri"/>
              <a:ea typeface="Calibri"/>
              <a:cs typeface="Calibri"/>
              <a:sym typeface="Calibri"/>
            </a:endParaRPr>
          </a:p>
          <a:p>
            <a:pPr marL="0" marR="0" lvl="0" indent="0" algn="l" rtl="0">
              <a:lnSpc>
                <a:spcPct val="92000"/>
              </a:lnSpc>
              <a:spcBef>
                <a:spcPts val="0"/>
              </a:spcBef>
              <a:spcAft>
                <a:spcPts val="0"/>
              </a:spcAft>
              <a:buClr>
                <a:srgbClr val="000000"/>
              </a:buClr>
              <a:buSzPts val="500"/>
              <a:buFont typeface="Arial"/>
              <a:buNone/>
            </a:pPr>
            <a:endParaRPr sz="500" b="0" i="0" u="none" strike="noStrike" cap="none">
              <a:solidFill>
                <a:srgbClr val="01123F"/>
              </a:solidFill>
              <a:latin typeface="Calibri"/>
              <a:ea typeface="Calibri"/>
              <a:cs typeface="Calibri"/>
              <a:sym typeface="Calibri"/>
            </a:endParaRPr>
          </a:p>
          <a:p>
            <a:pPr marL="114300" marR="0" lvl="0" indent="-88900" algn="l" rtl="0">
              <a:lnSpc>
                <a:spcPct val="92000"/>
              </a:lnSpc>
              <a:spcBef>
                <a:spcPts val="0"/>
              </a:spcBef>
              <a:spcAft>
                <a:spcPts val="0"/>
              </a:spcAft>
              <a:buClr>
                <a:srgbClr val="01123F"/>
              </a:buClr>
              <a:buSzPts val="500"/>
              <a:buFont typeface="Poppins Light"/>
              <a:buChar char="●"/>
            </a:pPr>
            <a:r>
              <a:rPr lang="en" sz="800" b="0" i="0" u="none" strike="noStrike" cap="none">
                <a:solidFill>
                  <a:srgbClr val="01123F"/>
                </a:solidFill>
                <a:latin typeface="Calibri"/>
                <a:ea typeface="Calibri"/>
                <a:cs typeface="Calibri"/>
                <a:sym typeface="Calibri"/>
              </a:rPr>
              <a:t>Deliver security context       directly into engineering processes with Workflows, integrations, and WizExtend</a:t>
            </a:r>
            <a:endParaRPr sz="800" b="0" i="0" u="none" strike="noStrike" cap="none">
              <a:solidFill>
                <a:srgbClr val="01123F"/>
              </a:solidFill>
              <a:latin typeface="Calibri"/>
              <a:ea typeface="Calibri"/>
              <a:cs typeface="Calibri"/>
              <a:sym typeface="Calibri"/>
            </a:endParaRPr>
          </a:p>
        </p:txBody>
      </p:sp>
      <p:sp>
        <p:nvSpPr>
          <p:cNvPr id="261" name="Google Shape;261;p48"/>
          <p:cNvSpPr txBox="1"/>
          <p:nvPr/>
        </p:nvSpPr>
        <p:spPr>
          <a:xfrm>
            <a:off x="3007225" y="2579120"/>
            <a:ext cx="1668300" cy="346200"/>
          </a:xfrm>
          <a:prstGeom prst="rect">
            <a:avLst/>
          </a:prstGeom>
          <a:noFill/>
          <a:ln>
            <a:noFill/>
          </a:ln>
        </p:spPr>
        <p:txBody>
          <a:bodyPr spcFirstLastPara="1" wrap="square" lIns="0" tIns="34275" rIns="68575" bIns="3427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900" b="0" i="0" u="none" strike="noStrike" cap="none">
                <a:solidFill>
                  <a:schemeClr val="dk1"/>
                </a:solidFill>
                <a:latin typeface="Calibri"/>
                <a:ea typeface="Calibri"/>
                <a:cs typeface="Calibri"/>
                <a:sym typeface="Calibri"/>
              </a:rPr>
              <a:t>SHARED SECURITY CONTEXT WITH ENGINEERING</a:t>
            </a:r>
            <a:endParaRPr sz="900" b="0" i="0" u="none" strike="noStrike" cap="none">
              <a:solidFill>
                <a:schemeClr val="dk1"/>
              </a:solidFill>
              <a:latin typeface="Calibri"/>
              <a:ea typeface="Calibri"/>
              <a:cs typeface="Calibri"/>
              <a:sym typeface="Calibri"/>
            </a:endParaRPr>
          </a:p>
        </p:txBody>
      </p:sp>
      <p:sp>
        <p:nvSpPr>
          <p:cNvPr id="262" name="Google Shape;262;p48"/>
          <p:cNvSpPr txBox="1"/>
          <p:nvPr/>
        </p:nvSpPr>
        <p:spPr>
          <a:xfrm>
            <a:off x="2903200" y="2920169"/>
            <a:ext cx="1811700" cy="1149900"/>
          </a:xfrm>
          <a:prstGeom prst="rect">
            <a:avLst/>
          </a:prstGeom>
          <a:noFill/>
          <a:ln>
            <a:noFill/>
          </a:ln>
        </p:spPr>
        <p:txBody>
          <a:bodyPr spcFirstLastPara="1" wrap="square" lIns="68575" tIns="34275" rIns="68575" bIns="34275" anchor="t" anchorCtr="0">
            <a:normAutofit/>
          </a:bodyPr>
          <a:lstStyle/>
          <a:p>
            <a:pPr marL="114300" marR="0" lvl="0" indent="-88900" algn="l" rtl="0">
              <a:lnSpc>
                <a:spcPct val="92000"/>
              </a:lnSpc>
              <a:spcBef>
                <a:spcPts val="0"/>
              </a:spcBef>
              <a:spcAft>
                <a:spcPts val="0"/>
              </a:spcAft>
              <a:buClr>
                <a:srgbClr val="01123F"/>
              </a:buClr>
              <a:buSzPts val="500"/>
              <a:buFont typeface="Poppins Light"/>
              <a:buChar char="●"/>
            </a:pPr>
            <a:r>
              <a:rPr lang="en" sz="800" b="0" i="0" u="none" strike="noStrike" cap="none">
                <a:solidFill>
                  <a:srgbClr val="01123F"/>
                </a:solidFill>
                <a:latin typeface="Calibri"/>
                <a:ea typeface="Calibri"/>
                <a:cs typeface="Calibri"/>
                <a:sym typeface="Calibri"/>
              </a:rPr>
              <a:t>Map issues to an owner, application, or environment via Projects and Service Catalog</a:t>
            </a:r>
            <a:endParaRPr sz="800" b="0" i="0" u="none" strike="noStrike" cap="none">
              <a:solidFill>
                <a:srgbClr val="01123F"/>
              </a:solidFill>
              <a:latin typeface="Calibri"/>
              <a:ea typeface="Calibri"/>
              <a:cs typeface="Calibri"/>
              <a:sym typeface="Calibri"/>
            </a:endParaRPr>
          </a:p>
          <a:p>
            <a:pPr marL="0" marR="0" lvl="0" indent="0" algn="l" rtl="0">
              <a:lnSpc>
                <a:spcPct val="92000"/>
              </a:lnSpc>
              <a:spcBef>
                <a:spcPts val="0"/>
              </a:spcBef>
              <a:spcAft>
                <a:spcPts val="0"/>
              </a:spcAft>
              <a:buClr>
                <a:srgbClr val="000000"/>
              </a:buClr>
              <a:buSzPts val="500"/>
              <a:buFont typeface="Arial"/>
              <a:buNone/>
            </a:pPr>
            <a:endParaRPr sz="500" b="0" i="0" u="none" strike="noStrike" cap="none">
              <a:solidFill>
                <a:srgbClr val="01123F"/>
              </a:solidFill>
              <a:latin typeface="Calibri"/>
              <a:ea typeface="Calibri"/>
              <a:cs typeface="Calibri"/>
              <a:sym typeface="Calibri"/>
            </a:endParaRPr>
          </a:p>
          <a:p>
            <a:pPr marL="114300" marR="0" lvl="0" indent="-88900" algn="l" rtl="0">
              <a:lnSpc>
                <a:spcPct val="92000"/>
              </a:lnSpc>
              <a:spcBef>
                <a:spcPts val="0"/>
              </a:spcBef>
              <a:spcAft>
                <a:spcPts val="0"/>
              </a:spcAft>
              <a:buClr>
                <a:srgbClr val="01123F"/>
              </a:buClr>
              <a:buSzPts val="500"/>
              <a:buFont typeface="Poppins Light"/>
              <a:buChar char="●"/>
            </a:pPr>
            <a:r>
              <a:rPr lang="en" sz="800" b="0" i="0" u="none" strike="noStrike" cap="none">
                <a:solidFill>
                  <a:srgbClr val="01123F"/>
                </a:solidFill>
                <a:latin typeface="Calibri"/>
                <a:ea typeface="Calibri"/>
                <a:cs typeface="Calibri"/>
                <a:sym typeface="Calibri"/>
              </a:rPr>
              <a:t>Prioritize issues by business context and real exposure</a:t>
            </a:r>
            <a:endParaRPr sz="800" b="0" i="0" u="none" strike="noStrike" cap="none">
              <a:solidFill>
                <a:srgbClr val="01123F"/>
              </a:solidFill>
              <a:latin typeface="Calibri"/>
              <a:ea typeface="Calibri"/>
              <a:cs typeface="Calibri"/>
              <a:sym typeface="Calibri"/>
            </a:endParaRPr>
          </a:p>
          <a:p>
            <a:pPr marL="0" marR="0" lvl="0" indent="0" algn="l" rtl="0">
              <a:lnSpc>
                <a:spcPct val="92000"/>
              </a:lnSpc>
              <a:spcBef>
                <a:spcPts val="0"/>
              </a:spcBef>
              <a:spcAft>
                <a:spcPts val="0"/>
              </a:spcAft>
              <a:buClr>
                <a:srgbClr val="000000"/>
              </a:buClr>
              <a:buSzPts val="500"/>
              <a:buFont typeface="Arial"/>
              <a:buNone/>
            </a:pPr>
            <a:endParaRPr sz="500" b="0" i="0" u="none" strike="noStrike" cap="none">
              <a:solidFill>
                <a:srgbClr val="01123F"/>
              </a:solidFill>
              <a:latin typeface="Calibri"/>
              <a:ea typeface="Calibri"/>
              <a:cs typeface="Calibri"/>
              <a:sym typeface="Calibri"/>
            </a:endParaRPr>
          </a:p>
          <a:p>
            <a:pPr marL="114300" marR="0" lvl="0" indent="-88900" algn="l" rtl="0">
              <a:lnSpc>
                <a:spcPct val="92000"/>
              </a:lnSpc>
              <a:spcBef>
                <a:spcPts val="0"/>
              </a:spcBef>
              <a:spcAft>
                <a:spcPts val="0"/>
              </a:spcAft>
              <a:buClr>
                <a:srgbClr val="01123F"/>
              </a:buClr>
              <a:buSzPts val="500"/>
              <a:buFont typeface="Poppins Light"/>
              <a:buChar char="●"/>
            </a:pPr>
            <a:r>
              <a:rPr lang="en" sz="800" b="0" i="0" u="none" strike="noStrike" cap="none">
                <a:solidFill>
                  <a:srgbClr val="01123F"/>
                </a:solidFill>
                <a:latin typeface="Calibri"/>
                <a:ea typeface="Calibri"/>
                <a:cs typeface="Calibri"/>
                <a:sym typeface="Calibri"/>
              </a:rPr>
              <a:t>Align security and engineering on what matters most</a:t>
            </a:r>
            <a:endParaRPr sz="800" b="0" i="0" u="none" strike="noStrike" cap="none">
              <a:solidFill>
                <a:srgbClr val="01123F"/>
              </a:solidFill>
              <a:latin typeface="Calibri"/>
              <a:ea typeface="Calibri"/>
              <a:cs typeface="Calibri"/>
              <a:sym typeface="Calibri"/>
            </a:endParaRPr>
          </a:p>
        </p:txBody>
      </p:sp>
      <p:sp>
        <p:nvSpPr>
          <p:cNvPr id="263" name="Google Shape;263;p48"/>
          <p:cNvSpPr txBox="1"/>
          <p:nvPr/>
        </p:nvSpPr>
        <p:spPr>
          <a:xfrm>
            <a:off x="1008697" y="3181396"/>
            <a:ext cx="1575300" cy="346200"/>
          </a:xfrm>
          <a:prstGeom prst="rect">
            <a:avLst/>
          </a:prstGeom>
          <a:noFill/>
          <a:ln>
            <a:noFill/>
          </a:ln>
        </p:spPr>
        <p:txBody>
          <a:bodyPr spcFirstLastPara="1" wrap="square" lIns="0" tIns="34275" rIns="68575" bIns="3427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900" b="0" i="0" u="none" strike="noStrike" cap="none">
                <a:solidFill>
                  <a:schemeClr val="dk1"/>
                </a:solidFill>
                <a:latin typeface="Calibri"/>
                <a:ea typeface="Calibri"/>
                <a:cs typeface="Calibri"/>
                <a:sym typeface="Calibri"/>
              </a:rPr>
              <a:t>CENTRALIZE SECURITY ACROSS SECURITY TEAMS</a:t>
            </a:r>
            <a:endParaRPr sz="900" b="0" i="0" u="none" strike="noStrike" cap="none">
              <a:solidFill>
                <a:schemeClr val="dk1"/>
              </a:solidFill>
              <a:latin typeface="Calibri"/>
              <a:ea typeface="Calibri"/>
              <a:cs typeface="Calibri"/>
              <a:sym typeface="Calibri"/>
            </a:endParaRPr>
          </a:p>
        </p:txBody>
      </p:sp>
      <p:sp>
        <p:nvSpPr>
          <p:cNvPr id="264" name="Google Shape;264;p48"/>
          <p:cNvSpPr txBox="1"/>
          <p:nvPr/>
        </p:nvSpPr>
        <p:spPr>
          <a:xfrm>
            <a:off x="904675" y="3518334"/>
            <a:ext cx="1890600" cy="1262400"/>
          </a:xfrm>
          <a:prstGeom prst="rect">
            <a:avLst/>
          </a:prstGeom>
          <a:noFill/>
          <a:ln>
            <a:noFill/>
          </a:ln>
        </p:spPr>
        <p:txBody>
          <a:bodyPr spcFirstLastPara="1" wrap="square" lIns="68575" tIns="34275" rIns="68575" bIns="34275" anchor="t" anchorCtr="0">
            <a:normAutofit/>
          </a:bodyPr>
          <a:lstStyle/>
          <a:p>
            <a:pPr marL="114300" marR="0" lvl="0" indent="-88900" algn="l" rtl="0">
              <a:lnSpc>
                <a:spcPct val="92000"/>
              </a:lnSpc>
              <a:spcBef>
                <a:spcPts val="0"/>
              </a:spcBef>
              <a:spcAft>
                <a:spcPts val="0"/>
              </a:spcAft>
              <a:buClr>
                <a:srgbClr val="01123F"/>
              </a:buClr>
              <a:buSzPts val="500"/>
              <a:buFont typeface="Poppins Light"/>
              <a:buChar char="●"/>
            </a:pPr>
            <a:r>
              <a:rPr lang="en" sz="800" b="0" i="0" u="none" strike="noStrike" cap="none">
                <a:solidFill>
                  <a:srgbClr val="01123F"/>
                </a:solidFill>
                <a:latin typeface="Calibri"/>
                <a:ea typeface="Calibri"/>
                <a:cs typeface="Calibri"/>
                <a:sym typeface="Calibri"/>
              </a:rPr>
              <a:t>Security ownership is centralized across security teams</a:t>
            </a:r>
            <a:endParaRPr sz="800" b="0" i="0" u="none" strike="noStrike" cap="none">
              <a:solidFill>
                <a:srgbClr val="01123F"/>
              </a:solidFill>
              <a:latin typeface="Calibri"/>
              <a:ea typeface="Calibri"/>
              <a:cs typeface="Calibri"/>
              <a:sym typeface="Calibri"/>
            </a:endParaRPr>
          </a:p>
          <a:p>
            <a:pPr marL="0" marR="0" lvl="0" indent="0" algn="l" rtl="0">
              <a:lnSpc>
                <a:spcPct val="92000"/>
              </a:lnSpc>
              <a:spcBef>
                <a:spcPts val="0"/>
              </a:spcBef>
              <a:spcAft>
                <a:spcPts val="0"/>
              </a:spcAft>
              <a:buClr>
                <a:srgbClr val="000000"/>
              </a:buClr>
              <a:buSzPts val="500"/>
              <a:buFont typeface="Arial"/>
              <a:buNone/>
            </a:pPr>
            <a:endParaRPr sz="500" b="0" i="0" u="none" strike="noStrike" cap="none">
              <a:solidFill>
                <a:srgbClr val="01123F"/>
              </a:solidFill>
              <a:latin typeface="Calibri"/>
              <a:ea typeface="Calibri"/>
              <a:cs typeface="Calibri"/>
              <a:sym typeface="Calibri"/>
            </a:endParaRPr>
          </a:p>
          <a:p>
            <a:pPr marL="114300" marR="0" lvl="0" indent="-88900" algn="l" rtl="0">
              <a:lnSpc>
                <a:spcPct val="92000"/>
              </a:lnSpc>
              <a:spcBef>
                <a:spcPts val="0"/>
              </a:spcBef>
              <a:spcAft>
                <a:spcPts val="0"/>
              </a:spcAft>
              <a:buClr>
                <a:srgbClr val="01123F"/>
              </a:buClr>
              <a:buSzPts val="500"/>
              <a:buFont typeface="Poppins Light"/>
              <a:buChar char="●"/>
            </a:pPr>
            <a:r>
              <a:rPr lang="en" sz="800" b="0" i="0" u="none" strike="noStrike" cap="none">
                <a:solidFill>
                  <a:srgbClr val="01123F"/>
                </a:solidFill>
                <a:latin typeface="Calibri"/>
                <a:ea typeface="Calibri"/>
                <a:cs typeface="Calibri"/>
                <a:sym typeface="Calibri"/>
              </a:rPr>
              <a:t>Standardize policies and prioritization across security teams</a:t>
            </a:r>
            <a:endParaRPr sz="800" b="0" i="0" u="none" strike="noStrike" cap="none">
              <a:solidFill>
                <a:srgbClr val="01123F"/>
              </a:solidFill>
              <a:latin typeface="Calibri"/>
              <a:ea typeface="Calibri"/>
              <a:cs typeface="Calibri"/>
              <a:sym typeface="Calibri"/>
            </a:endParaRPr>
          </a:p>
        </p:txBody>
      </p:sp>
      <p:cxnSp>
        <p:nvCxnSpPr>
          <p:cNvPr id="265" name="Google Shape;265;p48"/>
          <p:cNvCxnSpPr/>
          <p:nvPr/>
        </p:nvCxnSpPr>
        <p:spPr>
          <a:xfrm rot="10800000">
            <a:off x="8809850" y="306800"/>
            <a:ext cx="0" cy="4836700"/>
          </a:xfrm>
          <a:prstGeom prst="straightConnector1">
            <a:avLst/>
          </a:prstGeom>
          <a:noFill/>
          <a:ln w="9525" cap="flat" cmpd="sng">
            <a:solidFill>
              <a:srgbClr val="0254EC"/>
            </a:solidFill>
            <a:prstDash val="solid"/>
            <a:round/>
            <a:headEnd type="none" w="sm" len="sm"/>
            <a:tailEnd type="none" w="sm" len="sm"/>
          </a:ln>
        </p:spPr>
      </p:cxnSp>
      <p:sp>
        <p:nvSpPr>
          <p:cNvPr id="266" name="Google Shape;266;p48"/>
          <p:cNvSpPr txBox="1"/>
          <p:nvPr/>
        </p:nvSpPr>
        <p:spPr>
          <a:xfrm>
            <a:off x="6929000" y="3465890"/>
            <a:ext cx="1732800" cy="800189"/>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en" sz="1000" b="0" i="0" u="none" strike="noStrike" cap="none">
                <a:solidFill>
                  <a:schemeClr val="dk1"/>
                </a:solidFill>
                <a:latin typeface="Calibri"/>
                <a:ea typeface="Calibri"/>
                <a:cs typeface="Calibri"/>
                <a:sym typeface="Calibri"/>
              </a:rPr>
              <a:t>Goal: Risk is continuously mitigated and remediated by default </a:t>
            </a:r>
            <a:endParaRPr sz="10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000"/>
              <a:buFont typeface="Arial"/>
              <a:buNone/>
            </a:pPr>
            <a:endParaRPr sz="1000" b="0" i="0" u="none" strike="noStrike" cap="none">
              <a:solidFill>
                <a:schemeClr val="dk1"/>
              </a:solidFill>
              <a:latin typeface="Calibri"/>
              <a:ea typeface="Calibri"/>
              <a:cs typeface="Calibri"/>
              <a:sym typeface="Calibri"/>
            </a:endParaRPr>
          </a:p>
        </p:txBody>
      </p:sp>
      <p:cxnSp>
        <p:nvCxnSpPr>
          <p:cNvPr id="267" name="Google Shape;267;p48"/>
          <p:cNvCxnSpPr/>
          <p:nvPr/>
        </p:nvCxnSpPr>
        <p:spPr>
          <a:xfrm>
            <a:off x="6804671" y="3366612"/>
            <a:ext cx="2005500" cy="0"/>
          </a:xfrm>
          <a:prstGeom prst="straightConnector1">
            <a:avLst/>
          </a:prstGeom>
          <a:noFill/>
          <a:ln w="9525" cap="flat" cmpd="sng">
            <a:solidFill>
              <a:srgbClr val="0254EC"/>
            </a:solidFill>
            <a:prstDash val="solid"/>
            <a:round/>
            <a:headEnd type="none" w="sm" len="sm"/>
            <a:tailEnd type="none" w="sm" len="sm"/>
          </a:ln>
        </p:spPr>
      </p:cxnSp>
      <p:cxnSp>
        <p:nvCxnSpPr>
          <p:cNvPr id="268" name="Google Shape;268;p48"/>
          <p:cNvCxnSpPr/>
          <p:nvPr/>
        </p:nvCxnSpPr>
        <p:spPr>
          <a:xfrm>
            <a:off x="805008" y="4367296"/>
            <a:ext cx="2005500" cy="0"/>
          </a:xfrm>
          <a:prstGeom prst="straightConnector1">
            <a:avLst/>
          </a:prstGeom>
          <a:noFill/>
          <a:ln w="9525" cap="flat" cmpd="sng">
            <a:solidFill>
              <a:srgbClr val="0254EC"/>
            </a:solidFill>
            <a:prstDash val="solid"/>
            <a:round/>
            <a:headEnd type="none" w="sm" len="sm"/>
            <a:tailEnd type="none" w="sm" len="sm"/>
          </a:ln>
        </p:spPr>
      </p:cxnSp>
      <p:cxnSp>
        <p:nvCxnSpPr>
          <p:cNvPr id="269" name="Google Shape;269;p48"/>
          <p:cNvCxnSpPr/>
          <p:nvPr/>
        </p:nvCxnSpPr>
        <p:spPr>
          <a:xfrm>
            <a:off x="4808759" y="3675191"/>
            <a:ext cx="2000400" cy="0"/>
          </a:xfrm>
          <a:prstGeom prst="straightConnector1">
            <a:avLst/>
          </a:prstGeom>
          <a:noFill/>
          <a:ln w="9525" cap="flat" cmpd="sng">
            <a:solidFill>
              <a:srgbClr val="0254EC"/>
            </a:solidFill>
            <a:prstDash val="solid"/>
            <a:round/>
            <a:headEnd type="none" w="sm" len="sm"/>
            <a:tailEnd type="none" w="sm" len="sm"/>
          </a:ln>
        </p:spPr>
      </p:cxnSp>
      <p:cxnSp>
        <p:nvCxnSpPr>
          <p:cNvPr id="270" name="Google Shape;270;p48"/>
          <p:cNvCxnSpPr/>
          <p:nvPr/>
        </p:nvCxnSpPr>
        <p:spPr>
          <a:xfrm>
            <a:off x="2820861" y="4060188"/>
            <a:ext cx="1982700" cy="0"/>
          </a:xfrm>
          <a:prstGeom prst="straightConnector1">
            <a:avLst/>
          </a:prstGeom>
          <a:noFill/>
          <a:ln w="9525" cap="flat" cmpd="sng">
            <a:solidFill>
              <a:srgbClr val="0254EC"/>
            </a:solidFill>
            <a:prstDash val="solid"/>
            <a:round/>
            <a:headEnd type="none" w="sm" len="sm"/>
            <a:tailEnd type="none" w="sm" len="sm"/>
          </a:ln>
        </p:spPr>
      </p:cxnSp>
      <p:sp>
        <p:nvSpPr>
          <p:cNvPr id="271" name="Google Shape;271;p48"/>
          <p:cNvSpPr txBox="1"/>
          <p:nvPr/>
        </p:nvSpPr>
        <p:spPr>
          <a:xfrm>
            <a:off x="904675" y="4435122"/>
            <a:ext cx="1732800" cy="6465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en" sz="1000" b="0" i="0" u="none" strike="noStrike" cap="none">
                <a:solidFill>
                  <a:schemeClr val="dk1"/>
                </a:solidFill>
                <a:latin typeface="Calibri"/>
                <a:ea typeface="Calibri"/>
                <a:cs typeface="Calibri"/>
                <a:sym typeface="Calibri"/>
              </a:rPr>
              <a:t>Goal: Full visibility into vulnerabilities across all environments</a:t>
            </a:r>
            <a:endParaRPr sz="1000" b="0" i="0" u="none" strike="noStrike" cap="none">
              <a:solidFill>
                <a:schemeClr val="dk1"/>
              </a:solidFill>
              <a:latin typeface="Calibri"/>
              <a:ea typeface="Calibri"/>
              <a:cs typeface="Calibri"/>
              <a:sym typeface="Calibri"/>
            </a:endParaRPr>
          </a:p>
        </p:txBody>
      </p:sp>
      <p:sp>
        <p:nvSpPr>
          <p:cNvPr id="272" name="Google Shape;272;p48"/>
          <p:cNvSpPr txBox="1"/>
          <p:nvPr/>
        </p:nvSpPr>
        <p:spPr>
          <a:xfrm>
            <a:off x="2942638" y="4164084"/>
            <a:ext cx="1732800" cy="492412"/>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en" sz="1000" b="0" i="0" u="none" strike="noStrike" cap="none">
                <a:solidFill>
                  <a:schemeClr val="dk1"/>
                </a:solidFill>
                <a:latin typeface="Calibri"/>
                <a:ea typeface="Calibri"/>
                <a:cs typeface="Calibri"/>
                <a:sym typeface="Calibri"/>
              </a:rPr>
              <a:t>Goal: Engineers have what they need to remediate </a:t>
            </a:r>
            <a:endParaRPr sz="1000" b="0" i="0" u="none" strike="noStrike" cap="none">
              <a:solidFill>
                <a:schemeClr val="dk1"/>
              </a:solidFill>
              <a:latin typeface="Calibri"/>
              <a:ea typeface="Calibri"/>
              <a:cs typeface="Calibri"/>
              <a:sym typeface="Calibri"/>
            </a:endParaRPr>
          </a:p>
        </p:txBody>
      </p:sp>
      <p:sp>
        <p:nvSpPr>
          <p:cNvPr id="273" name="Google Shape;273;p48"/>
          <p:cNvSpPr txBox="1"/>
          <p:nvPr/>
        </p:nvSpPr>
        <p:spPr>
          <a:xfrm>
            <a:off x="4934925" y="3774490"/>
            <a:ext cx="1732800" cy="492412"/>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en" sz="1000" b="0" i="0" u="none" strike="noStrike" cap="none">
                <a:solidFill>
                  <a:schemeClr val="dk1"/>
                </a:solidFill>
                <a:latin typeface="Calibri"/>
                <a:ea typeface="Calibri"/>
                <a:cs typeface="Calibri"/>
                <a:sym typeface="Calibri"/>
              </a:rPr>
              <a:t>Goal: Security is a natural part of development</a:t>
            </a:r>
            <a:endParaRPr sz="1000" b="0" i="0" u="none" strike="noStrike" cap="none">
              <a:solidFill>
                <a:schemeClr val="dk1"/>
              </a:solidFill>
              <a:latin typeface="Calibri"/>
              <a:ea typeface="Calibri"/>
              <a:cs typeface="Calibri"/>
              <a:sym typeface="Calibri"/>
            </a:endParaRPr>
          </a:p>
        </p:txBody>
      </p:sp>
      <p:sp>
        <p:nvSpPr>
          <p:cNvPr id="274" name="Google Shape;274;p48"/>
          <p:cNvSpPr/>
          <p:nvPr/>
        </p:nvSpPr>
        <p:spPr>
          <a:xfrm>
            <a:off x="3440152" y="629773"/>
            <a:ext cx="1453800" cy="252300"/>
          </a:xfrm>
          <a:prstGeom prst="roundRect">
            <a:avLst>
              <a:gd name="adj" fmla="val 50000"/>
            </a:avLst>
          </a:prstGeom>
          <a:solidFill>
            <a:srgbClr val="FFFFFF"/>
          </a:solidFill>
          <a:ln w="11350" cap="flat" cmpd="sng">
            <a:solidFill>
              <a:srgbClr val="CADAFF"/>
            </a:solidFill>
            <a:prstDash val="solid"/>
            <a:miter lim="0"/>
            <a:headEnd type="none" w="sm" len="sm"/>
            <a:tailEnd type="none" w="sm" len="sm"/>
          </a:ln>
        </p:spPr>
        <p:txBody>
          <a:bodyPr spcFirstLastPara="1" wrap="square" lIns="61300" tIns="30650" rIns="61300" bIns="30650" anchor="t" anchorCtr="0">
            <a:noAutofit/>
          </a:bodyPr>
          <a:lstStyle/>
          <a:p>
            <a:pPr marL="0" marR="0" lvl="0" indent="0" algn="ctr" rtl="0">
              <a:lnSpc>
                <a:spcPct val="100000"/>
              </a:lnSpc>
              <a:spcBef>
                <a:spcPts val="0"/>
              </a:spcBef>
              <a:spcAft>
                <a:spcPts val="0"/>
              </a:spcAft>
              <a:buClr>
                <a:srgbClr val="0153EB"/>
              </a:buClr>
              <a:buSzPts val="596"/>
              <a:buFont typeface="Calibri"/>
              <a:buNone/>
            </a:pPr>
            <a:endParaRPr sz="596" b="1" i="0" u="none" strike="noStrike" cap="none">
              <a:solidFill>
                <a:srgbClr val="000000"/>
              </a:solidFill>
              <a:latin typeface="Calibri"/>
              <a:ea typeface="Calibri"/>
              <a:cs typeface="Calibri"/>
              <a:sym typeface="Calibri"/>
            </a:endParaRPr>
          </a:p>
        </p:txBody>
      </p:sp>
      <p:sp>
        <p:nvSpPr>
          <p:cNvPr id="275" name="Google Shape;275;p48"/>
          <p:cNvSpPr txBox="1"/>
          <p:nvPr/>
        </p:nvSpPr>
        <p:spPr>
          <a:xfrm>
            <a:off x="3725258" y="635426"/>
            <a:ext cx="1289400" cy="247800"/>
          </a:xfrm>
          <a:prstGeom prst="rect">
            <a:avLst/>
          </a:prstGeom>
          <a:noFill/>
          <a:ln>
            <a:noFill/>
          </a:ln>
        </p:spPr>
        <p:txBody>
          <a:bodyPr spcFirstLastPara="1" wrap="square" lIns="0" tIns="40875" rIns="81750" bIns="40875" anchor="t" anchorCtr="0">
            <a:spAutoFit/>
          </a:bodyPr>
          <a:lstStyle/>
          <a:p>
            <a:pPr marL="0" marR="0" lvl="0" indent="0" algn="l" rtl="0">
              <a:lnSpc>
                <a:spcPct val="100000"/>
              </a:lnSpc>
              <a:spcBef>
                <a:spcPts val="0"/>
              </a:spcBef>
              <a:spcAft>
                <a:spcPts val="0"/>
              </a:spcAft>
              <a:buClr>
                <a:srgbClr val="0153EB"/>
              </a:buClr>
              <a:buSzPts val="1073"/>
              <a:buFont typeface="DM Sans Medium"/>
              <a:buNone/>
            </a:pPr>
            <a:r>
              <a:rPr lang="en" sz="1073" b="0" i="0" u="none" strike="noStrike" cap="none">
                <a:solidFill>
                  <a:srgbClr val="0153EB"/>
                </a:solidFill>
                <a:latin typeface="Calibri"/>
                <a:ea typeface="Calibri"/>
                <a:cs typeface="Calibri"/>
                <a:sym typeface="Calibri"/>
              </a:rPr>
              <a:t>Where are you?</a:t>
            </a:r>
            <a:endParaRPr sz="1311" b="0" i="0" u="none" strike="noStrike" cap="none">
              <a:solidFill>
                <a:srgbClr val="000000"/>
              </a:solidFill>
              <a:latin typeface="Calibri"/>
              <a:ea typeface="Calibri"/>
              <a:cs typeface="Calibri"/>
              <a:sym typeface="Calibri"/>
            </a:endParaRPr>
          </a:p>
        </p:txBody>
      </p:sp>
      <p:pic>
        <p:nvPicPr>
          <p:cNvPr id="276" name="Google Shape;276;p48" title="icon.png"/>
          <p:cNvPicPr preferRelativeResize="0"/>
          <p:nvPr/>
        </p:nvPicPr>
        <p:blipFill rotWithShape="1">
          <a:blip r:embed="rId4">
            <a:alphaModFix/>
          </a:blip>
          <a:srcRect/>
          <a:stretch/>
        </p:blipFill>
        <p:spPr>
          <a:xfrm>
            <a:off x="3377536" y="617823"/>
            <a:ext cx="272612" cy="272612"/>
          </a:xfrm>
          <a:prstGeom prst="rect">
            <a:avLst/>
          </a:prstGeom>
          <a:noFill/>
          <a:ln>
            <a:noFill/>
          </a:ln>
        </p:spPr>
      </p:pic>
      <p:pic>
        <p:nvPicPr>
          <p:cNvPr id="277" name="Google Shape;277;p48" title="Group 1000004543_1.png"/>
          <p:cNvPicPr preferRelativeResize="0"/>
          <p:nvPr/>
        </p:nvPicPr>
        <p:blipFill rotWithShape="1">
          <a:blip r:embed="rId5">
            <a:alphaModFix/>
          </a:blip>
          <a:srcRect/>
          <a:stretch/>
        </p:blipFill>
        <p:spPr>
          <a:xfrm>
            <a:off x="685650" y="2277531"/>
            <a:ext cx="883400" cy="883400"/>
          </a:xfrm>
          <a:prstGeom prst="rect">
            <a:avLst/>
          </a:prstGeom>
          <a:noFill/>
          <a:ln>
            <a:noFill/>
          </a:ln>
        </p:spPr>
      </p:pic>
      <p:pic>
        <p:nvPicPr>
          <p:cNvPr id="278" name="Google Shape;278;p48" title="Group 1000004545.png"/>
          <p:cNvPicPr preferRelativeResize="0"/>
          <p:nvPr/>
        </p:nvPicPr>
        <p:blipFill rotWithShape="1">
          <a:blip r:embed="rId6">
            <a:alphaModFix/>
          </a:blip>
          <a:srcRect/>
          <a:stretch/>
        </p:blipFill>
        <p:spPr>
          <a:xfrm>
            <a:off x="2702325" y="1693376"/>
            <a:ext cx="883400" cy="883400"/>
          </a:xfrm>
          <a:prstGeom prst="rect">
            <a:avLst/>
          </a:prstGeom>
          <a:noFill/>
          <a:ln>
            <a:noFill/>
          </a:ln>
        </p:spPr>
      </p:pic>
      <p:pic>
        <p:nvPicPr>
          <p:cNvPr id="279" name="Google Shape;279;p48" title="Group 1000004546.png"/>
          <p:cNvPicPr preferRelativeResize="0"/>
          <p:nvPr/>
        </p:nvPicPr>
        <p:blipFill rotWithShape="1">
          <a:blip r:embed="rId7">
            <a:alphaModFix/>
          </a:blip>
          <a:srcRect/>
          <a:stretch/>
        </p:blipFill>
        <p:spPr>
          <a:xfrm>
            <a:off x="4685600" y="1077600"/>
            <a:ext cx="883400" cy="883400"/>
          </a:xfrm>
          <a:prstGeom prst="rect">
            <a:avLst/>
          </a:prstGeom>
          <a:noFill/>
          <a:ln>
            <a:noFill/>
          </a:ln>
        </p:spPr>
      </p:pic>
      <p:grpSp>
        <p:nvGrpSpPr>
          <p:cNvPr id="280" name="Google Shape;280;p48"/>
          <p:cNvGrpSpPr/>
          <p:nvPr/>
        </p:nvGrpSpPr>
        <p:grpSpPr>
          <a:xfrm>
            <a:off x="6717625" y="465775"/>
            <a:ext cx="883400" cy="883400"/>
            <a:chOff x="6717625" y="465775"/>
            <a:chExt cx="883400" cy="883400"/>
          </a:xfrm>
        </p:grpSpPr>
        <p:pic>
          <p:nvPicPr>
            <p:cNvPr id="281" name="Google Shape;281;p48" title="Group 1000004546.png"/>
            <p:cNvPicPr preferRelativeResize="0"/>
            <p:nvPr/>
          </p:nvPicPr>
          <p:blipFill rotWithShape="1">
            <a:blip r:embed="rId7">
              <a:alphaModFix/>
            </a:blip>
            <a:srcRect/>
            <a:stretch/>
          </p:blipFill>
          <p:spPr>
            <a:xfrm>
              <a:off x="6717625" y="465775"/>
              <a:ext cx="883400" cy="883400"/>
            </a:xfrm>
            <a:prstGeom prst="rect">
              <a:avLst/>
            </a:prstGeom>
            <a:noFill/>
            <a:ln>
              <a:noFill/>
            </a:ln>
          </p:spPr>
        </p:pic>
        <p:sp>
          <p:nvSpPr>
            <p:cNvPr id="282" name="Google Shape;282;p48"/>
            <p:cNvSpPr/>
            <p:nvPr/>
          </p:nvSpPr>
          <p:spPr>
            <a:xfrm>
              <a:off x="6911825" y="635000"/>
              <a:ext cx="495000" cy="4950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pic>
          <p:nvPicPr>
            <p:cNvPr id="283" name="Google Shape;283;p48" descr="A blue and pink logo&#10;&#10;AI-generated content may be incorrect."/>
            <p:cNvPicPr preferRelativeResize="0"/>
            <p:nvPr/>
          </p:nvPicPr>
          <p:blipFill rotWithShape="1">
            <a:blip r:embed="rId8">
              <a:alphaModFix/>
            </a:blip>
            <a:srcRect/>
            <a:stretch/>
          </p:blipFill>
          <p:spPr>
            <a:xfrm>
              <a:off x="6913025" y="617974"/>
              <a:ext cx="492600" cy="492600"/>
            </a:xfrm>
            <a:prstGeom prst="rect">
              <a:avLst/>
            </a:prstGeom>
            <a:noFill/>
            <a:ln>
              <a:noFill/>
            </a:ln>
          </p:spPr>
        </p:pic>
      </p:grpSp>
      <p:sp>
        <p:nvSpPr>
          <p:cNvPr id="284" name="Google Shape;284;p48"/>
          <p:cNvSpPr txBox="1">
            <a:spLocks noGrp="1"/>
          </p:cNvSpPr>
          <p:nvPr>
            <p:ph type="title" idx="4294967295"/>
          </p:nvPr>
        </p:nvSpPr>
        <p:spPr>
          <a:xfrm>
            <a:off x="301950" y="201625"/>
            <a:ext cx="2915100" cy="883500"/>
          </a:xfrm>
          <a:prstGeom prst="rect">
            <a:avLst/>
          </a:prstGeom>
          <a:noFill/>
          <a:ln>
            <a:noFill/>
          </a:ln>
        </p:spPr>
        <p:txBody>
          <a:bodyPr spcFirstLastPara="1" wrap="square" lIns="68575" tIns="34275" rIns="68575" bIns="34275" anchor="ctr" anchorCtr="0">
            <a:noAutofit/>
          </a:bodyPr>
          <a:lstStyle/>
          <a:p>
            <a:pPr marL="0" lvl="0" indent="0" algn="l" rtl="0">
              <a:lnSpc>
                <a:spcPct val="100000"/>
              </a:lnSpc>
              <a:spcBef>
                <a:spcPts val="0"/>
              </a:spcBef>
              <a:spcAft>
                <a:spcPts val="0"/>
              </a:spcAft>
              <a:buClr>
                <a:schemeClr val="dk1"/>
              </a:buClr>
              <a:buSzPts val="1800"/>
              <a:buFont typeface="DM Sans"/>
              <a:buNone/>
            </a:pPr>
            <a:r>
              <a:rPr lang="en" sz="2420">
                <a:latin typeface="Calibri"/>
                <a:ea typeface="Calibri"/>
                <a:cs typeface="Calibri"/>
                <a:sym typeface="Calibri"/>
              </a:rPr>
              <a:t>Wiz Adoption &amp; Democratization</a:t>
            </a:r>
            <a:endParaRPr sz="2420">
              <a:latin typeface="Calibri"/>
              <a:ea typeface="Calibri"/>
              <a:cs typeface="Calibri"/>
              <a:sym typeface="Calibri"/>
            </a:endParaRPr>
          </a:p>
          <a:p>
            <a:pPr marL="0" lvl="0" indent="0" algn="l" rtl="0">
              <a:lnSpc>
                <a:spcPct val="100000"/>
              </a:lnSpc>
              <a:spcBef>
                <a:spcPts val="0"/>
              </a:spcBef>
              <a:spcAft>
                <a:spcPts val="0"/>
              </a:spcAft>
              <a:buSzPts val="2800"/>
              <a:buNone/>
            </a:pPr>
            <a:r>
              <a:rPr lang="en" sz="2420">
                <a:latin typeface="Calibri"/>
                <a:ea typeface="Calibri"/>
                <a:cs typeface="Calibri"/>
                <a:sym typeface="Calibri"/>
              </a:rPr>
              <a:t>Maturity Model </a:t>
            </a:r>
            <a:endParaRPr sz="2420">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pic>
        <p:nvPicPr>
          <p:cNvPr id="290" name="Google Shape;290;p49"/>
          <p:cNvPicPr preferRelativeResize="0"/>
          <p:nvPr/>
        </p:nvPicPr>
        <p:blipFill rotWithShape="1">
          <a:blip r:embed="rId3">
            <a:alphaModFix/>
          </a:blip>
          <a:srcRect/>
          <a:stretch/>
        </p:blipFill>
        <p:spPr>
          <a:xfrm>
            <a:off x="99275" y="814525"/>
            <a:ext cx="2694900" cy="4186399"/>
          </a:xfrm>
          <a:prstGeom prst="rect">
            <a:avLst/>
          </a:prstGeom>
          <a:noFill/>
          <a:ln w="9525" cap="flat" cmpd="sng">
            <a:solidFill>
              <a:schemeClr val="accent1"/>
            </a:solidFill>
            <a:prstDash val="solid"/>
            <a:round/>
            <a:headEnd type="none" w="sm" len="sm"/>
            <a:tailEnd type="none" w="sm" len="sm"/>
          </a:ln>
        </p:spPr>
      </p:pic>
      <p:sp>
        <p:nvSpPr>
          <p:cNvPr id="291" name="Google Shape;291;p49"/>
          <p:cNvSpPr txBox="1">
            <a:spLocks noGrp="1"/>
          </p:cNvSpPr>
          <p:nvPr>
            <p:ph type="title" idx="4294967295"/>
          </p:nvPr>
        </p:nvSpPr>
        <p:spPr>
          <a:xfrm>
            <a:off x="0" y="221125"/>
            <a:ext cx="9144300" cy="367200"/>
          </a:xfrm>
          <a:prstGeom prst="rect">
            <a:avLst/>
          </a:prstGeom>
          <a:noFill/>
          <a:ln>
            <a:noFill/>
          </a:ln>
        </p:spPr>
        <p:txBody>
          <a:bodyPr spcFirstLastPara="1" wrap="square" lIns="68575" tIns="34275" rIns="68575" bIns="34275" anchor="ctr" anchorCtr="0">
            <a:noAutofit/>
          </a:bodyPr>
          <a:lstStyle/>
          <a:p>
            <a:pPr marL="0" lvl="0" indent="0" algn="ctr" rtl="0">
              <a:lnSpc>
                <a:spcPct val="90000"/>
              </a:lnSpc>
              <a:spcBef>
                <a:spcPts val="0"/>
              </a:spcBef>
              <a:spcAft>
                <a:spcPts val="0"/>
              </a:spcAft>
              <a:buClr>
                <a:schemeClr val="dk1"/>
              </a:buClr>
              <a:buSzPts val="1800"/>
              <a:buFont typeface="DM Sans"/>
              <a:buNone/>
            </a:pPr>
            <a:r>
              <a:rPr lang="en" sz="2420">
                <a:latin typeface="Calibri"/>
                <a:ea typeface="Calibri"/>
                <a:cs typeface="Calibri"/>
                <a:sym typeface="Calibri"/>
              </a:rPr>
              <a:t>Cloud and AI Visibility Snapshot</a:t>
            </a:r>
            <a:endParaRPr sz="2420">
              <a:latin typeface="Calibri"/>
              <a:ea typeface="Calibri"/>
              <a:cs typeface="Calibri"/>
              <a:sym typeface="Calibri"/>
            </a:endParaRPr>
          </a:p>
        </p:txBody>
      </p:sp>
      <p:pic>
        <p:nvPicPr>
          <p:cNvPr id="292" name="Google Shape;292;p49"/>
          <p:cNvPicPr preferRelativeResize="0"/>
          <p:nvPr/>
        </p:nvPicPr>
        <p:blipFill rotWithShape="1">
          <a:blip r:embed="rId4">
            <a:alphaModFix/>
          </a:blip>
          <a:srcRect/>
          <a:stretch/>
        </p:blipFill>
        <p:spPr>
          <a:xfrm>
            <a:off x="296060" y="1339164"/>
            <a:ext cx="216750" cy="132020"/>
          </a:xfrm>
          <a:prstGeom prst="rect">
            <a:avLst/>
          </a:prstGeom>
          <a:noFill/>
          <a:ln>
            <a:noFill/>
          </a:ln>
        </p:spPr>
      </p:pic>
      <p:sp>
        <p:nvSpPr>
          <p:cNvPr id="293" name="Google Shape;293;p49"/>
          <p:cNvSpPr txBox="1"/>
          <p:nvPr/>
        </p:nvSpPr>
        <p:spPr>
          <a:xfrm>
            <a:off x="594173" y="1306063"/>
            <a:ext cx="2120100" cy="197400"/>
          </a:xfrm>
          <a:prstGeom prst="rect">
            <a:avLst/>
          </a:prstGeom>
          <a:noFill/>
          <a:ln>
            <a:noFill/>
          </a:ln>
        </p:spPr>
        <p:txBody>
          <a:bodyPr spcFirstLastPara="1" wrap="square" lIns="55875" tIns="27925" rIns="55875" bIns="27925" anchor="t" anchorCtr="0">
            <a:noAutofit/>
          </a:bodyPr>
          <a:lstStyle/>
          <a:p>
            <a:pPr marL="0" marR="0" lvl="0" indent="0" algn="l" rtl="0">
              <a:lnSpc>
                <a:spcPct val="100000"/>
              </a:lnSpc>
              <a:spcBef>
                <a:spcPts val="0"/>
              </a:spcBef>
              <a:spcAft>
                <a:spcPts val="0"/>
              </a:spcAft>
              <a:buClr>
                <a:srgbClr val="00113E"/>
              </a:buClr>
              <a:buSzPts val="855"/>
              <a:buFont typeface="DM Sans"/>
              <a:buNone/>
            </a:pPr>
            <a:r>
              <a:rPr lang="en" sz="900" b="0" i="0" u="none" strike="noStrike" cap="none">
                <a:solidFill>
                  <a:srgbClr val="00113E"/>
                </a:solidFill>
                <a:latin typeface="Calibri"/>
                <a:ea typeface="Calibri"/>
                <a:cs typeface="Calibri"/>
                <a:sym typeface="Calibri"/>
              </a:rPr>
              <a:t>{{C_AWS}} AWS Connectors</a:t>
            </a:r>
            <a:endParaRPr sz="900" b="0" i="0" u="none" strike="noStrike" cap="none">
              <a:solidFill>
                <a:srgbClr val="000000"/>
              </a:solidFill>
              <a:latin typeface="Calibri"/>
              <a:ea typeface="Calibri"/>
              <a:cs typeface="Calibri"/>
              <a:sym typeface="Calibri"/>
            </a:endParaRPr>
          </a:p>
        </p:txBody>
      </p:sp>
      <p:pic>
        <p:nvPicPr>
          <p:cNvPr id="294" name="Google Shape;294;p49" descr="Kubernetes Logo transparent PNG - StickPNG"/>
          <p:cNvPicPr preferRelativeResize="0"/>
          <p:nvPr/>
        </p:nvPicPr>
        <p:blipFill rotWithShape="1">
          <a:blip r:embed="rId5">
            <a:alphaModFix/>
          </a:blip>
          <a:srcRect/>
          <a:stretch/>
        </p:blipFill>
        <p:spPr>
          <a:xfrm>
            <a:off x="291295" y="2333701"/>
            <a:ext cx="214875" cy="211565"/>
          </a:xfrm>
          <a:prstGeom prst="rect">
            <a:avLst/>
          </a:prstGeom>
          <a:noFill/>
          <a:ln>
            <a:noFill/>
          </a:ln>
        </p:spPr>
      </p:pic>
      <p:sp>
        <p:nvSpPr>
          <p:cNvPr id="295" name="Google Shape;295;p49"/>
          <p:cNvSpPr txBox="1"/>
          <p:nvPr/>
        </p:nvSpPr>
        <p:spPr>
          <a:xfrm>
            <a:off x="594176" y="2267228"/>
            <a:ext cx="2158200" cy="197400"/>
          </a:xfrm>
          <a:prstGeom prst="rect">
            <a:avLst/>
          </a:prstGeom>
          <a:noFill/>
          <a:ln>
            <a:noFill/>
          </a:ln>
        </p:spPr>
        <p:txBody>
          <a:bodyPr spcFirstLastPara="1" wrap="square" lIns="55875" tIns="27925" rIns="55875" bIns="27925" anchor="t" anchorCtr="0">
            <a:noAutofit/>
          </a:bodyPr>
          <a:lstStyle/>
          <a:p>
            <a:pPr marL="0" marR="0" lvl="0" indent="0" algn="l" rtl="0">
              <a:lnSpc>
                <a:spcPct val="100000"/>
              </a:lnSpc>
              <a:spcBef>
                <a:spcPts val="0"/>
              </a:spcBef>
              <a:spcAft>
                <a:spcPts val="0"/>
              </a:spcAft>
              <a:buClr>
                <a:srgbClr val="00113E"/>
              </a:buClr>
              <a:buSzPts val="855"/>
              <a:buFont typeface="DM Sans"/>
              <a:buNone/>
            </a:pPr>
            <a:r>
              <a:rPr lang="en" sz="900" b="0" i="0" u="none" strike="noStrike" cap="none">
                <a:solidFill>
                  <a:srgbClr val="00113E"/>
                </a:solidFill>
                <a:latin typeface="Calibri"/>
                <a:ea typeface="Calibri"/>
                <a:cs typeface="Calibri"/>
                <a:sym typeface="Calibri"/>
              </a:rPr>
              <a:t>{{K8S}} K8s Clusters</a:t>
            </a:r>
            <a:br>
              <a:rPr lang="en" sz="900" b="0" i="0" u="none" strike="noStrike" cap="none">
                <a:solidFill>
                  <a:srgbClr val="00113E"/>
                </a:solidFill>
                <a:latin typeface="Calibri"/>
                <a:ea typeface="Calibri"/>
                <a:cs typeface="Calibri"/>
                <a:sym typeface="Calibri"/>
              </a:rPr>
            </a:br>
            <a:r>
              <a:rPr lang="en" sz="900" b="0" i="0" u="none" strike="noStrike" cap="none">
                <a:solidFill>
                  <a:srgbClr val="00113E"/>
                </a:solidFill>
                <a:latin typeface="Calibri"/>
                <a:ea typeface="Calibri"/>
                <a:cs typeface="Calibri"/>
                <a:sym typeface="Calibri"/>
              </a:rPr>
              <a:t>{{KG_NC}} Not Connected via Connector</a:t>
            </a:r>
            <a:endParaRPr sz="900" b="0" i="0" u="none" strike="noStrike" cap="none">
              <a:solidFill>
                <a:srgbClr val="000000"/>
              </a:solidFill>
              <a:latin typeface="Calibri"/>
              <a:ea typeface="Calibri"/>
              <a:cs typeface="Calibri"/>
              <a:sym typeface="Calibri"/>
            </a:endParaRPr>
          </a:p>
        </p:txBody>
      </p:sp>
      <p:grpSp>
        <p:nvGrpSpPr>
          <p:cNvPr id="296" name="Google Shape;296;p49"/>
          <p:cNvGrpSpPr/>
          <p:nvPr/>
        </p:nvGrpSpPr>
        <p:grpSpPr>
          <a:xfrm>
            <a:off x="309832" y="2763999"/>
            <a:ext cx="189207" cy="194205"/>
            <a:chOff x="6171974" y="3205262"/>
            <a:chExt cx="189207" cy="191978"/>
          </a:xfrm>
        </p:grpSpPr>
        <p:sp>
          <p:nvSpPr>
            <p:cNvPr id="297" name="Google Shape;297;p49"/>
            <p:cNvSpPr/>
            <p:nvPr/>
          </p:nvSpPr>
          <p:spPr>
            <a:xfrm>
              <a:off x="6171974" y="3205262"/>
              <a:ext cx="107899" cy="107875"/>
            </a:xfrm>
            <a:custGeom>
              <a:avLst/>
              <a:gdLst/>
              <a:ahLst/>
              <a:cxnLst/>
              <a:rect l="l" t="t" r="r" b="b"/>
              <a:pathLst>
                <a:path w="1078992" h="1078750" extrusionOk="0">
                  <a:moveTo>
                    <a:pt x="71003" y="0"/>
                  </a:moveTo>
                  <a:lnTo>
                    <a:pt x="1007989" y="0"/>
                  </a:lnTo>
                  <a:cubicBezTo>
                    <a:pt x="1047203" y="0"/>
                    <a:pt x="1078992" y="31789"/>
                    <a:pt x="1078992" y="71003"/>
                  </a:cubicBezTo>
                  <a:lnTo>
                    <a:pt x="1078992" y="324079"/>
                  </a:lnTo>
                  <a:lnTo>
                    <a:pt x="377206" y="324079"/>
                  </a:lnTo>
                  <a:cubicBezTo>
                    <a:pt x="339490" y="324079"/>
                    <a:pt x="308916" y="354653"/>
                    <a:pt x="308916" y="392369"/>
                  </a:cubicBezTo>
                  <a:lnTo>
                    <a:pt x="308916" y="1078750"/>
                  </a:lnTo>
                  <a:lnTo>
                    <a:pt x="71003" y="1078750"/>
                  </a:lnTo>
                  <a:cubicBezTo>
                    <a:pt x="31789" y="1078750"/>
                    <a:pt x="0" y="1046961"/>
                    <a:pt x="0" y="1007747"/>
                  </a:cubicBezTo>
                  <a:lnTo>
                    <a:pt x="0" y="71003"/>
                  </a:lnTo>
                  <a:cubicBezTo>
                    <a:pt x="0" y="31789"/>
                    <a:pt x="31789" y="0"/>
                    <a:pt x="71003" y="0"/>
                  </a:cubicBezTo>
                  <a:close/>
                </a:path>
              </a:pathLst>
            </a:custGeom>
            <a:solidFill>
              <a:srgbClr val="014FF7"/>
            </a:solidFill>
            <a:ln>
              <a:noFill/>
            </a:ln>
          </p:spPr>
          <p:txBody>
            <a:bodyPr spcFirstLastPara="1" wrap="square" lIns="47650" tIns="23800" rIns="47650" bIns="23800" anchor="ctr" anchorCtr="0">
              <a:noAutofit/>
            </a:bodyPr>
            <a:lstStyle/>
            <a:p>
              <a:pPr marL="0" marR="0" lvl="0" indent="0" algn="ctr" rtl="0">
                <a:lnSpc>
                  <a:spcPct val="100000"/>
                </a:lnSpc>
                <a:spcBef>
                  <a:spcPts val="0"/>
                </a:spcBef>
                <a:spcAft>
                  <a:spcPts val="0"/>
                </a:spcAft>
                <a:buClr>
                  <a:srgbClr val="FFFFFF"/>
                </a:buClr>
                <a:buSzPts val="938"/>
                <a:buFont typeface="Calibri"/>
                <a:buNone/>
              </a:pPr>
              <a:endParaRPr sz="938" b="0" i="0" u="none" strike="noStrike" cap="none">
                <a:solidFill>
                  <a:srgbClr val="00113E"/>
                </a:solidFill>
                <a:latin typeface="Calibri"/>
                <a:ea typeface="Calibri"/>
                <a:cs typeface="Calibri"/>
                <a:sym typeface="Calibri"/>
              </a:endParaRPr>
            </a:p>
          </p:txBody>
        </p:sp>
        <p:sp>
          <p:nvSpPr>
            <p:cNvPr id="298" name="Google Shape;298;p49"/>
            <p:cNvSpPr/>
            <p:nvPr/>
          </p:nvSpPr>
          <p:spPr>
            <a:xfrm>
              <a:off x="6212578" y="3247251"/>
              <a:ext cx="107899" cy="107875"/>
            </a:xfrm>
            <a:custGeom>
              <a:avLst/>
              <a:gdLst/>
              <a:ahLst/>
              <a:cxnLst/>
              <a:rect l="l" t="t" r="r" b="b"/>
              <a:pathLst>
                <a:path w="1078992" h="1078750" extrusionOk="0">
                  <a:moveTo>
                    <a:pt x="71003" y="0"/>
                  </a:moveTo>
                  <a:lnTo>
                    <a:pt x="1007989" y="0"/>
                  </a:lnTo>
                  <a:cubicBezTo>
                    <a:pt x="1047203" y="0"/>
                    <a:pt x="1078992" y="31789"/>
                    <a:pt x="1078992" y="71003"/>
                  </a:cubicBezTo>
                  <a:lnTo>
                    <a:pt x="1078992" y="324079"/>
                  </a:lnTo>
                  <a:lnTo>
                    <a:pt x="377205" y="324079"/>
                  </a:lnTo>
                  <a:cubicBezTo>
                    <a:pt x="339489" y="324079"/>
                    <a:pt x="308915" y="354653"/>
                    <a:pt x="308915" y="392369"/>
                  </a:cubicBezTo>
                  <a:lnTo>
                    <a:pt x="308915" y="1078750"/>
                  </a:lnTo>
                  <a:lnTo>
                    <a:pt x="71003" y="1078750"/>
                  </a:lnTo>
                  <a:cubicBezTo>
                    <a:pt x="31789" y="1078750"/>
                    <a:pt x="0" y="1046961"/>
                    <a:pt x="0" y="1007747"/>
                  </a:cubicBezTo>
                  <a:lnTo>
                    <a:pt x="0" y="71003"/>
                  </a:lnTo>
                  <a:cubicBezTo>
                    <a:pt x="0" y="31789"/>
                    <a:pt x="31789" y="0"/>
                    <a:pt x="71003" y="0"/>
                  </a:cubicBezTo>
                  <a:close/>
                </a:path>
              </a:pathLst>
            </a:custGeom>
            <a:solidFill>
              <a:srgbClr val="014FF7"/>
            </a:solidFill>
            <a:ln>
              <a:noFill/>
            </a:ln>
          </p:spPr>
          <p:txBody>
            <a:bodyPr spcFirstLastPara="1" wrap="square" lIns="47650" tIns="23800" rIns="47650" bIns="23800" anchor="ctr" anchorCtr="0">
              <a:noAutofit/>
            </a:bodyPr>
            <a:lstStyle/>
            <a:p>
              <a:pPr marL="0" marR="0" lvl="0" indent="0" algn="ctr" rtl="0">
                <a:lnSpc>
                  <a:spcPct val="100000"/>
                </a:lnSpc>
                <a:spcBef>
                  <a:spcPts val="0"/>
                </a:spcBef>
                <a:spcAft>
                  <a:spcPts val="0"/>
                </a:spcAft>
                <a:buClr>
                  <a:srgbClr val="FFFFFF"/>
                </a:buClr>
                <a:buSzPts val="938"/>
                <a:buFont typeface="Calibri"/>
                <a:buNone/>
              </a:pPr>
              <a:endParaRPr sz="938" b="0" i="0" u="none" strike="noStrike" cap="none">
                <a:solidFill>
                  <a:srgbClr val="00113E"/>
                </a:solidFill>
                <a:latin typeface="Calibri"/>
                <a:ea typeface="Calibri"/>
                <a:cs typeface="Calibri"/>
                <a:sym typeface="Calibri"/>
              </a:endParaRPr>
            </a:p>
          </p:txBody>
        </p:sp>
        <p:sp>
          <p:nvSpPr>
            <p:cNvPr id="299" name="Google Shape;299;p49"/>
            <p:cNvSpPr/>
            <p:nvPr/>
          </p:nvSpPr>
          <p:spPr>
            <a:xfrm>
              <a:off x="6253181" y="3289240"/>
              <a:ext cx="108000" cy="108000"/>
            </a:xfrm>
            <a:prstGeom prst="roundRect">
              <a:avLst>
                <a:gd name="adj" fmla="val 6582"/>
              </a:avLst>
            </a:prstGeom>
            <a:solidFill>
              <a:srgbClr val="014FF7"/>
            </a:solidFill>
            <a:ln>
              <a:noFill/>
            </a:ln>
          </p:spPr>
          <p:txBody>
            <a:bodyPr spcFirstLastPara="1" wrap="square" lIns="47650" tIns="23800" rIns="47650" bIns="23800" anchor="ctr" anchorCtr="0">
              <a:noAutofit/>
            </a:bodyPr>
            <a:lstStyle/>
            <a:p>
              <a:pPr marL="0" marR="0" lvl="0" indent="0" algn="ctr" rtl="0">
                <a:lnSpc>
                  <a:spcPct val="100000"/>
                </a:lnSpc>
                <a:spcBef>
                  <a:spcPts val="0"/>
                </a:spcBef>
                <a:spcAft>
                  <a:spcPts val="0"/>
                </a:spcAft>
                <a:buClr>
                  <a:srgbClr val="FFFFFF"/>
                </a:buClr>
                <a:buSzPts val="938"/>
                <a:buFont typeface="Calibri"/>
                <a:buNone/>
              </a:pPr>
              <a:endParaRPr sz="938" b="0" i="0" u="none" strike="noStrike" cap="none">
                <a:solidFill>
                  <a:srgbClr val="00113E"/>
                </a:solidFill>
                <a:latin typeface="Calibri"/>
                <a:ea typeface="Calibri"/>
                <a:cs typeface="Calibri"/>
                <a:sym typeface="Calibri"/>
              </a:endParaRPr>
            </a:p>
          </p:txBody>
        </p:sp>
      </p:grpSp>
      <p:sp>
        <p:nvSpPr>
          <p:cNvPr id="300" name="Google Shape;300;p49"/>
          <p:cNvSpPr txBox="1"/>
          <p:nvPr/>
        </p:nvSpPr>
        <p:spPr>
          <a:xfrm>
            <a:off x="594175" y="2710232"/>
            <a:ext cx="2085900" cy="197400"/>
          </a:xfrm>
          <a:prstGeom prst="rect">
            <a:avLst/>
          </a:prstGeom>
          <a:noFill/>
          <a:ln>
            <a:noFill/>
          </a:ln>
        </p:spPr>
        <p:txBody>
          <a:bodyPr spcFirstLastPara="1" wrap="square" lIns="55875" tIns="27925" rIns="55875" bIns="27925" anchor="t" anchorCtr="0">
            <a:noAutofit/>
          </a:bodyPr>
          <a:lstStyle/>
          <a:p>
            <a:pPr marL="0" marR="0" lvl="0" indent="0" algn="l" rtl="0">
              <a:lnSpc>
                <a:spcPct val="100000"/>
              </a:lnSpc>
              <a:spcBef>
                <a:spcPts val="0"/>
              </a:spcBef>
              <a:spcAft>
                <a:spcPts val="0"/>
              </a:spcAft>
              <a:buClr>
                <a:srgbClr val="00113E"/>
              </a:buClr>
              <a:buSzPts val="855"/>
              <a:buFont typeface="DM Sans"/>
              <a:buNone/>
            </a:pPr>
            <a:r>
              <a:rPr lang="en" sz="900" b="0" i="0" u="none" strike="noStrike" cap="none">
                <a:solidFill>
                  <a:schemeClr val="dk1"/>
                </a:solidFill>
                <a:latin typeface="Calibri"/>
                <a:ea typeface="Calibri"/>
                <a:cs typeface="Calibri"/>
                <a:sym typeface="Calibri"/>
              </a:rPr>
              <a:t>{{C_OTH}} Others</a:t>
            </a:r>
            <a:br>
              <a:rPr lang="en" sz="900" b="0" i="0" u="none" strike="noStrike" cap="none">
                <a:solidFill>
                  <a:schemeClr val="dk1"/>
                </a:solidFill>
                <a:latin typeface="Calibri"/>
                <a:ea typeface="Calibri"/>
                <a:cs typeface="Calibri"/>
                <a:sym typeface="Calibri"/>
              </a:rPr>
            </a:br>
            <a:r>
              <a:rPr lang="en" sz="800" b="0" i="0" u="none" strike="noStrike" cap="none">
                <a:solidFill>
                  <a:schemeClr val="dk1"/>
                </a:solidFill>
                <a:latin typeface="Calibri"/>
                <a:ea typeface="Calibri"/>
                <a:cs typeface="Calibri"/>
                <a:sym typeface="Calibri"/>
              </a:rPr>
              <a:t>{{C_OTH_NAMES}}</a:t>
            </a:r>
            <a:br>
              <a:rPr lang="en" sz="900" b="0" i="0" u="none" strike="noStrike" cap="none">
                <a:solidFill>
                  <a:schemeClr val="dk1"/>
                </a:solidFill>
                <a:latin typeface="Calibri"/>
                <a:ea typeface="Calibri"/>
                <a:cs typeface="Calibri"/>
                <a:sym typeface="Calibri"/>
              </a:rPr>
            </a:br>
            <a:endParaRPr sz="900" b="0" i="0" u="none" strike="noStrike" cap="none">
              <a:solidFill>
                <a:schemeClr val="dk1"/>
              </a:solidFill>
              <a:latin typeface="Calibri"/>
              <a:ea typeface="Calibri"/>
              <a:cs typeface="Calibri"/>
              <a:sym typeface="Calibri"/>
            </a:endParaRPr>
          </a:p>
        </p:txBody>
      </p:sp>
      <p:grpSp>
        <p:nvGrpSpPr>
          <p:cNvPr id="301" name="Google Shape;301;p49"/>
          <p:cNvGrpSpPr/>
          <p:nvPr/>
        </p:nvGrpSpPr>
        <p:grpSpPr>
          <a:xfrm>
            <a:off x="318778" y="3899121"/>
            <a:ext cx="171314" cy="178215"/>
            <a:chOff x="11835920" y="1617571"/>
            <a:chExt cx="5866906" cy="6041208"/>
          </a:xfrm>
        </p:grpSpPr>
        <p:sp>
          <p:nvSpPr>
            <p:cNvPr id="302" name="Google Shape;302;p49"/>
            <p:cNvSpPr/>
            <p:nvPr/>
          </p:nvSpPr>
          <p:spPr>
            <a:xfrm>
              <a:off x="13171525" y="1625031"/>
              <a:ext cx="1490700" cy="944700"/>
            </a:xfrm>
            <a:prstGeom prst="rect">
              <a:avLst/>
            </a:prstGeom>
            <a:solidFill>
              <a:srgbClr val="15DCE4"/>
            </a:solidFill>
            <a:ln>
              <a:noFill/>
            </a:ln>
          </p:spPr>
          <p:txBody>
            <a:bodyPr spcFirstLastPara="1" wrap="square" lIns="40650" tIns="20325" rIns="40650" bIns="20325" anchor="ctr" anchorCtr="0">
              <a:noAutofit/>
            </a:bodyPr>
            <a:lstStyle/>
            <a:p>
              <a:pPr marL="0" marR="0" lvl="0" indent="0" algn="ctr" rtl="0">
                <a:lnSpc>
                  <a:spcPct val="100000"/>
                </a:lnSpc>
                <a:spcBef>
                  <a:spcPts val="0"/>
                </a:spcBef>
                <a:spcAft>
                  <a:spcPts val="0"/>
                </a:spcAft>
                <a:buClr>
                  <a:srgbClr val="FFFFFF"/>
                </a:buClr>
                <a:buSzPts val="801"/>
                <a:buFont typeface="Calibri"/>
                <a:buNone/>
              </a:pPr>
              <a:endParaRPr sz="801" b="0" i="0" u="none" strike="noStrike" cap="none">
                <a:solidFill>
                  <a:srgbClr val="00113E"/>
                </a:solidFill>
                <a:latin typeface="Calibri"/>
                <a:ea typeface="Calibri"/>
                <a:cs typeface="Calibri"/>
                <a:sym typeface="Calibri"/>
              </a:endParaRPr>
            </a:p>
          </p:txBody>
        </p:sp>
        <p:sp>
          <p:nvSpPr>
            <p:cNvPr id="303" name="Google Shape;303;p49"/>
            <p:cNvSpPr/>
            <p:nvPr/>
          </p:nvSpPr>
          <p:spPr>
            <a:xfrm rot="4145691">
              <a:off x="12227504" y="4096971"/>
              <a:ext cx="6050917" cy="1078706"/>
            </a:xfrm>
            <a:prstGeom prst="rect">
              <a:avLst/>
            </a:prstGeom>
            <a:solidFill>
              <a:srgbClr val="15DCE4"/>
            </a:solidFill>
            <a:ln>
              <a:noFill/>
            </a:ln>
          </p:spPr>
          <p:txBody>
            <a:bodyPr spcFirstLastPara="1" wrap="square" lIns="40650" tIns="20325" rIns="40650" bIns="20325" anchor="ctr" anchorCtr="0">
              <a:noAutofit/>
            </a:bodyPr>
            <a:lstStyle/>
            <a:p>
              <a:pPr marL="0" marR="0" lvl="0" indent="0" algn="ctr" rtl="0">
                <a:lnSpc>
                  <a:spcPct val="100000"/>
                </a:lnSpc>
                <a:spcBef>
                  <a:spcPts val="0"/>
                </a:spcBef>
                <a:spcAft>
                  <a:spcPts val="0"/>
                </a:spcAft>
                <a:buClr>
                  <a:srgbClr val="FFFFFF"/>
                </a:buClr>
                <a:buSzPts val="801"/>
                <a:buFont typeface="Calibri"/>
                <a:buNone/>
              </a:pPr>
              <a:endParaRPr sz="801" b="0" i="0" u="none" strike="noStrike" cap="none">
                <a:solidFill>
                  <a:srgbClr val="00113E"/>
                </a:solidFill>
                <a:latin typeface="Calibri"/>
                <a:ea typeface="Calibri"/>
                <a:cs typeface="Calibri"/>
                <a:sym typeface="Calibri"/>
              </a:endParaRPr>
            </a:p>
          </p:txBody>
        </p:sp>
        <p:sp>
          <p:nvSpPr>
            <p:cNvPr id="304" name="Google Shape;304;p49"/>
            <p:cNvSpPr/>
            <p:nvPr/>
          </p:nvSpPr>
          <p:spPr>
            <a:xfrm rot="9723288">
              <a:off x="15609080" y="6301883"/>
              <a:ext cx="1975610" cy="1078787"/>
            </a:xfrm>
            <a:prstGeom prst="rect">
              <a:avLst/>
            </a:prstGeom>
            <a:solidFill>
              <a:srgbClr val="15DCE4"/>
            </a:solidFill>
            <a:ln>
              <a:noFill/>
            </a:ln>
          </p:spPr>
          <p:txBody>
            <a:bodyPr spcFirstLastPara="1" wrap="square" lIns="40650" tIns="20325" rIns="40650" bIns="20325" anchor="ctr" anchorCtr="0">
              <a:noAutofit/>
            </a:bodyPr>
            <a:lstStyle/>
            <a:p>
              <a:pPr marL="0" marR="0" lvl="0" indent="0" algn="ctr" rtl="0">
                <a:lnSpc>
                  <a:spcPct val="100000"/>
                </a:lnSpc>
                <a:spcBef>
                  <a:spcPts val="0"/>
                </a:spcBef>
                <a:spcAft>
                  <a:spcPts val="0"/>
                </a:spcAft>
                <a:buClr>
                  <a:srgbClr val="FFFFFF"/>
                </a:buClr>
                <a:buSzPts val="801"/>
                <a:buFont typeface="Calibri"/>
                <a:buNone/>
              </a:pPr>
              <a:endParaRPr sz="801" b="0" i="0" u="none" strike="noStrike" cap="none">
                <a:solidFill>
                  <a:srgbClr val="00113E"/>
                </a:solidFill>
                <a:latin typeface="Calibri"/>
                <a:ea typeface="Calibri"/>
                <a:cs typeface="Calibri"/>
                <a:sym typeface="Calibri"/>
              </a:endParaRPr>
            </a:p>
          </p:txBody>
        </p:sp>
        <p:sp>
          <p:nvSpPr>
            <p:cNvPr id="305" name="Google Shape;305;p49"/>
            <p:cNvSpPr/>
            <p:nvPr/>
          </p:nvSpPr>
          <p:spPr>
            <a:xfrm rot="7393903">
              <a:off x="14175210" y="3530494"/>
              <a:ext cx="644860" cy="604337"/>
            </a:xfrm>
            <a:prstGeom prst="rect">
              <a:avLst/>
            </a:prstGeom>
            <a:solidFill>
              <a:srgbClr val="15DCE4"/>
            </a:solidFill>
            <a:ln>
              <a:noFill/>
            </a:ln>
          </p:spPr>
          <p:txBody>
            <a:bodyPr spcFirstLastPara="1" wrap="square" lIns="40650" tIns="20325" rIns="40650" bIns="20325" anchor="ctr" anchorCtr="0">
              <a:noAutofit/>
            </a:bodyPr>
            <a:lstStyle/>
            <a:p>
              <a:pPr marL="0" marR="0" lvl="0" indent="0" algn="ctr" rtl="0">
                <a:lnSpc>
                  <a:spcPct val="100000"/>
                </a:lnSpc>
                <a:spcBef>
                  <a:spcPts val="0"/>
                </a:spcBef>
                <a:spcAft>
                  <a:spcPts val="0"/>
                </a:spcAft>
                <a:buClr>
                  <a:srgbClr val="FFFFFF"/>
                </a:buClr>
                <a:buSzPts val="801"/>
                <a:buFont typeface="Calibri"/>
                <a:buNone/>
              </a:pPr>
              <a:endParaRPr sz="801" b="0" i="0" u="none" strike="noStrike" cap="none">
                <a:solidFill>
                  <a:srgbClr val="00113E"/>
                </a:solidFill>
                <a:latin typeface="Calibri"/>
                <a:ea typeface="Calibri"/>
                <a:cs typeface="Calibri"/>
                <a:sym typeface="Calibri"/>
              </a:endParaRPr>
            </a:p>
          </p:txBody>
        </p:sp>
        <p:sp>
          <p:nvSpPr>
            <p:cNvPr id="306" name="Google Shape;306;p49"/>
            <p:cNvSpPr/>
            <p:nvPr/>
          </p:nvSpPr>
          <p:spPr>
            <a:xfrm>
              <a:off x="11835920" y="3725119"/>
              <a:ext cx="3579000" cy="3592200"/>
            </a:xfrm>
            <a:prstGeom prst="parallelogram">
              <a:avLst>
                <a:gd name="adj" fmla="val 66161"/>
              </a:avLst>
            </a:prstGeom>
            <a:solidFill>
              <a:srgbClr val="15DCE4"/>
            </a:solidFill>
            <a:ln>
              <a:noFill/>
            </a:ln>
          </p:spPr>
          <p:txBody>
            <a:bodyPr spcFirstLastPara="1" wrap="square" lIns="40650" tIns="20325" rIns="40650" bIns="20325" anchor="ctr" anchorCtr="0">
              <a:noAutofit/>
            </a:bodyPr>
            <a:lstStyle/>
            <a:p>
              <a:pPr marL="0" marR="0" lvl="0" indent="0" algn="ctr" rtl="0">
                <a:lnSpc>
                  <a:spcPct val="100000"/>
                </a:lnSpc>
                <a:spcBef>
                  <a:spcPts val="0"/>
                </a:spcBef>
                <a:spcAft>
                  <a:spcPts val="0"/>
                </a:spcAft>
                <a:buClr>
                  <a:srgbClr val="FFFFFF"/>
                </a:buClr>
                <a:buSzPts val="801"/>
                <a:buFont typeface="Calibri"/>
                <a:buNone/>
              </a:pPr>
              <a:endParaRPr sz="801" b="0" i="0" u="none" strike="noStrike" cap="none">
                <a:solidFill>
                  <a:srgbClr val="00113E"/>
                </a:solidFill>
                <a:latin typeface="Calibri"/>
                <a:ea typeface="Calibri"/>
                <a:cs typeface="Calibri"/>
                <a:sym typeface="Calibri"/>
              </a:endParaRPr>
            </a:p>
          </p:txBody>
        </p:sp>
      </p:grpSp>
      <p:sp>
        <p:nvSpPr>
          <p:cNvPr id="307" name="Google Shape;307;p49"/>
          <p:cNvSpPr txBox="1"/>
          <p:nvPr/>
        </p:nvSpPr>
        <p:spPr>
          <a:xfrm>
            <a:off x="594173" y="3867490"/>
            <a:ext cx="2085900" cy="197400"/>
          </a:xfrm>
          <a:prstGeom prst="rect">
            <a:avLst/>
          </a:prstGeom>
          <a:noFill/>
          <a:ln>
            <a:noFill/>
          </a:ln>
        </p:spPr>
        <p:txBody>
          <a:bodyPr spcFirstLastPara="1" wrap="square" lIns="55875" tIns="27925" rIns="55875" bIns="27925" anchor="t" anchorCtr="0">
            <a:noAutofit/>
          </a:bodyPr>
          <a:lstStyle/>
          <a:p>
            <a:pPr marL="0" marR="0" lvl="0" indent="0" algn="l" rtl="0">
              <a:lnSpc>
                <a:spcPct val="100000"/>
              </a:lnSpc>
              <a:spcBef>
                <a:spcPts val="0"/>
              </a:spcBef>
              <a:spcAft>
                <a:spcPts val="0"/>
              </a:spcAft>
              <a:buClr>
                <a:srgbClr val="00113E"/>
              </a:buClr>
              <a:buSzPts val="855"/>
              <a:buFont typeface="DM Sans"/>
              <a:buNone/>
            </a:pPr>
            <a:r>
              <a:rPr lang="en" sz="900" b="0" i="0" u="none" strike="noStrike" cap="none">
                <a:solidFill>
                  <a:srgbClr val="00113E"/>
                </a:solidFill>
                <a:latin typeface="Calibri"/>
                <a:ea typeface="Calibri"/>
                <a:cs typeface="Calibri"/>
                <a:sym typeface="Calibri"/>
              </a:rPr>
              <a:t>{{SERVERLESS_FN_COUNT}} Serverless Functions</a:t>
            </a:r>
            <a:endParaRPr sz="900" b="0" i="0" u="none" strike="noStrike" cap="none">
              <a:solidFill>
                <a:srgbClr val="000000"/>
              </a:solidFill>
              <a:latin typeface="Calibri"/>
              <a:ea typeface="Calibri"/>
              <a:cs typeface="Calibri"/>
              <a:sym typeface="Calibri"/>
            </a:endParaRPr>
          </a:p>
        </p:txBody>
      </p:sp>
      <p:sp>
        <p:nvSpPr>
          <p:cNvPr id="308" name="Google Shape;308;p49"/>
          <p:cNvSpPr txBox="1"/>
          <p:nvPr/>
        </p:nvSpPr>
        <p:spPr>
          <a:xfrm>
            <a:off x="594173" y="1626385"/>
            <a:ext cx="2120100" cy="197400"/>
          </a:xfrm>
          <a:prstGeom prst="rect">
            <a:avLst/>
          </a:prstGeom>
          <a:noFill/>
          <a:ln>
            <a:noFill/>
          </a:ln>
        </p:spPr>
        <p:txBody>
          <a:bodyPr spcFirstLastPara="1" wrap="square" lIns="55875" tIns="27925" rIns="55875" bIns="27925" anchor="t" anchorCtr="0">
            <a:noAutofit/>
          </a:bodyPr>
          <a:lstStyle/>
          <a:p>
            <a:pPr marL="0" marR="0" lvl="0" indent="0" algn="l" rtl="0">
              <a:lnSpc>
                <a:spcPct val="100000"/>
              </a:lnSpc>
              <a:spcBef>
                <a:spcPts val="0"/>
              </a:spcBef>
              <a:spcAft>
                <a:spcPts val="0"/>
              </a:spcAft>
              <a:buClr>
                <a:srgbClr val="00113E"/>
              </a:buClr>
              <a:buSzPts val="855"/>
              <a:buFont typeface="DM Sans"/>
              <a:buNone/>
            </a:pPr>
            <a:r>
              <a:rPr lang="en" sz="900" b="0" i="0" u="none" strike="noStrike" cap="none">
                <a:solidFill>
                  <a:srgbClr val="00113E"/>
                </a:solidFill>
                <a:latin typeface="Calibri"/>
                <a:ea typeface="Calibri"/>
                <a:cs typeface="Calibri"/>
                <a:sym typeface="Calibri"/>
              </a:rPr>
              <a:t>{{C_GCP}} GCP Connectors</a:t>
            </a:r>
            <a:endParaRPr sz="900" b="0" i="0" u="none" strike="noStrike" cap="none">
              <a:solidFill>
                <a:srgbClr val="000000"/>
              </a:solidFill>
              <a:latin typeface="Calibri"/>
              <a:ea typeface="Calibri"/>
              <a:cs typeface="Calibri"/>
              <a:sym typeface="Calibri"/>
            </a:endParaRPr>
          </a:p>
        </p:txBody>
      </p:sp>
      <p:pic>
        <p:nvPicPr>
          <p:cNvPr id="309" name="Google Shape;309;p49" descr="Google Cloud Platform · GitHub"/>
          <p:cNvPicPr preferRelativeResize="0"/>
          <p:nvPr/>
        </p:nvPicPr>
        <p:blipFill rotWithShape="1">
          <a:blip r:embed="rId6">
            <a:alphaModFix/>
          </a:blip>
          <a:srcRect/>
          <a:stretch/>
        </p:blipFill>
        <p:spPr>
          <a:xfrm>
            <a:off x="299754" y="1614903"/>
            <a:ext cx="209362" cy="211780"/>
          </a:xfrm>
          <a:prstGeom prst="rect">
            <a:avLst/>
          </a:prstGeom>
          <a:noFill/>
          <a:ln>
            <a:noFill/>
          </a:ln>
        </p:spPr>
      </p:pic>
      <p:sp>
        <p:nvSpPr>
          <p:cNvPr id="310" name="Google Shape;310;p49"/>
          <p:cNvSpPr txBox="1"/>
          <p:nvPr/>
        </p:nvSpPr>
        <p:spPr>
          <a:xfrm>
            <a:off x="594173" y="1958244"/>
            <a:ext cx="2051700" cy="197400"/>
          </a:xfrm>
          <a:prstGeom prst="rect">
            <a:avLst/>
          </a:prstGeom>
          <a:noFill/>
          <a:ln>
            <a:noFill/>
          </a:ln>
        </p:spPr>
        <p:txBody>
          <a:bodyPr spcFirstLastPara="1" wrap="square" lIns="55875" tIns="27925" rIns="55875" bIns="27925" anchor="t" anchorCtr="0">
            <a:noAutofit/>
          </a:bodyPr>
          <a:lstStyle/>
          <a:p>
            <a:pPr marL="0" marR="0" lvl="0" indent="0" algn="l" rtl="0">
              <a:lnSpc>
                <a:spcPct val="100000"/>
              </a:lnSpc>
              <a:spcBef>
                <a:spcPts val="0"/>
              </a:spcBef>
              <a:spcAft>
                <a:spcPts val="0"/>
              </a:spcAft>
              <a:buClr>
                <a:srgbClr val="00113E"/>
              </a:buClr>
              <a:buSzPts val="855"/>
              <a:buFont typeface="DM Sans"/>
              <a:buNone/>
            </a:pPr>
            <a:r>
              <a:rPr lang="en" sz="900" b="0" i="0" u="none" strike="noStrike" cap="none">
                <a:solidFill>
                  <a:srgbClr val="00113E"/>
                </a:solidFill>
                <a:latin typeface="Calibri"/>
                <a:ea typeface="Calibri"/>
                <a:cs typeface="Calibri"/>
                <a:sym typeface="Calibri"/>
              </a:rPr>
              <a:t>{{C_AZ}} Azure Connectors</a:t>
            </a:r>
            <a:endParaRPr sz="900" b="0" i="0" u="none" strike="noStrike" cap="none">
              <a:solidFill>
                <a:srgbClr val="000000"/>
              </a:solidFill>
              <a:latin typeface="Calibri"/>
              <a:ea typeface="Calibri"/>
              <a:cs typeface="Calibri"/>
              <a:sym typeface="Calibri"/>
            </a:endParaRPr>
          </a:p>
        </p:txBody>
      </p:sp>
      <p:pic>
        <p:nvPicPr>
          <p:cNvPr id="311" name="Google Shape;311;p49"/>
          <p:cNvPicPr preferRelativeResize="0"/>
          <p:nvPr/>
        </p:nvPicPr>
        <p:blipFill rotWithShape="1">
          <a:blip r:embed="rId7">
            <a:alphaModFix/>
          </a:blip>
          <a:srcRect/>
          <a:stretch/>
        </p:blipFill>
        <p:spPr>
          <a:xfrm>
            <a:off x="299673" y="1970401"/>
            <a:ext cx="209525" cy="185367"/>
          </a:xfrm>
          <a:prstGeom prst="rect">
            <a:avLst/>
          </a:prstGeom>
          <a:noFill/>
          <a:ln>
            <a:noFill/>
          </a:ln>
        </p:spPr>
      </p:pic>
      <p:grpSp>
        <p:nvGrpSpPr>
          <p:cNvPr id="312" name="Google Shape;312;p49"/>
          <p:cNvGrpSpPr/>
          <p:nvPr/>
        </p:nvGrpSpPr>
        <p:grpSpPr>
          <a:xfrm>
            <a:off x="240579" y="3445870"/>
            <a:ext cx="327712" cy="372880"/>
            <a:chOff x="6153425" y="3541954"/>
            <a:chExt cx="540155" cy="607594"/>
          </a:xfrm>
        </p:grpSpPr>
        <p:grpSp>
          <p:nvGrpSpPr>
            <p:cNvPr id="313" name="Google Shape;313;p49"/>
            <p:cNvGrpSpPr/>
            <p:nvPr/>
          </p:nvGrpSpPr>
          <p:grpSpPr>
            <a:xfrm>
              <a:off x="6302419" y="3759933"/>
              <a:ext cx="246143" cy="246517"/>
              <a:chOff x="6996063" y="371043"/>
              <a:chExt cx="3423407" cy="3428610"/>
            </a:xfrm>
          </p:grpSpPr>
          <p:grpSp>
            <p:nvGrpSpPr>
              <p:cNvPr id="314" name="Google Shape;314;p49"/>
              <p:cNvGrpSpPr/>
              <p:nvPr/>
            </p:nvGrpSpPr>
            <p:grpSpPr>
              <a:xfrm>
                <a:off x="7365704" y="1326099"/>
                <a:ext cx="2559934" cy="2230430"/>
                <a:chOff x="7359949" y="1328909"/>
                <a:chExt cx="2559934" cy="2230430"/>
              </a:xfrm>
            </p:grpSpPr>
            <p:sp>
              <p:nvSpPr>
                <p:cNvPr id="315" name="Google Shape;315;p49"/>
                <p:cNvSpPr/>
                <p:nvPr/>
              </p:nvSpPr>
              <p:spPr>
                <a:xfrm rot="-1800156">
                  <a:off x="7697610" y="1838146"/>
                  <a:ext cx="901729" cy="1592176"/>
                </a:xfrm>
                <a:prstGeom prst="diamond">
                  <a:avLst/>
                </a:prstGeom>
                <a:solidFill>
                  <a:srgbClr val="0FB2F2"/>
                </a:solidFill>
                <a:ln>
                  <a:noFill/>
                </a:ln>
              </p:spPr>
              <p:txBody>
                <a:bodyPr spcFirstLastPara="1" wrap="square" lIns="33900" tIns="16950" rIns="33900" bIns="16950" anchor="ctr" anchorCtr="0">
                  <a:noAutofit/>
                </a:bodyPr>
                <a:lstStyle/>
                <a:p>
                  <a:pPr marL="0" marR="0" lvl="0" indent="0" algn="ctr" rtl="0">
                    <a:lnSpc>
                      <a:spcPct val="100000"/>
                    </a:lnSpc>
                    <a:spcBef>
                      <a:spcPts val="0"/>
                    </a:spcBef>
                    <a:spcAft>
                      <a:spcPts val="0"/>
                    </a:spcAft>
                    <a:buClr>
                      <a:srgbClr val="FFFFFF"/>
                    </a:buClr>
                    <a:buSzPts val="667"/>
                    <a:buFont typeface="Calibri"/>
                    <a:buNone/>
                  </a:pPr>
                  <a:endParaRPr sz="485" b="0" i="0" u="none" strike="noStrike" cap="none">
                    <a:solidFill>
                      <a:srgbClr val="00113E"/>
                    </a:solidFill>
                    <a:latin typeface="Calibri"/>
                    <a:ea typeface="Calibri"/>
                    <a:cs typeface="Calibri"/>
                    <a:sym typeface="Calibri"/>
                  </a:endParaRPr>
                </a:p>
              </p:txBody>
            </p:sp>
            <p:sp>
              <p:nvSpPr>
                <p:cNvPr id="316" name="Google Shape;316;p49"/>
                <p:cNvSpPr/>
                <p:nvPr/>
              </p:nvSpPr>
              <p:spPr>
                <a:xfrm rot="5400000">
                  <a:off x="8189014" y="983759"/>
                  <a:ext cx="901800" cy="1592100"/>
                </a:xfrm>
                <a:prstGeom prst="diamond">
                  <a:avLst/>
                </a:prstGeom>
                <a:solidFill>
                  <a:srgbClr val="0FB2F2"/>
                </a:solidFill>
                <a:ln>
                  <a:noFill/>
                </a:ln>
              </p:spPr>
              <p:txBody>
                <a:bodyPr spcFirstLastPara="1" wrap="square" lIns="33900" tIns="16950" rIns="33900" bIns="16950" anchor="ctr" anchorCtr="0">
                  <a:noAutofit/>
                </a:bodyPr>
                <a:lstStyle/>
                <a:p>
                  <a:pPr marL="0" marR="0" lvl="0" indent="0" algn="ctr" rtl="0">
                    <a:lnSpc>
                      <a:spcPct val="100000"/>
                    </a:lnSpc>
                    <a:spcBef>
                      <a:spcPts val="0"/>
                    </a:spcBef>
                    <a:spcAft>
                      <a:spcPts val="0"/>
                    </a:spcAft>
                    <a:buClr>
                      <a:srgbClr val="FFFFFF"/>
                    </a:buClr>
                    <a:buSzPts val="667"/>
                    <a:buFont typeface="Calibri"/>
                    <a:buNone/>
                  </a:pPr>
                  <a:endParaRPr sz="485" b="0" i="0" u="none" strike="noStrike" cap="none">
                    <a:solidFill>
                      <a:srgbClr val="00113E"/>
                    </a:solidFill>
                    <a:latin typeface="Calibri"/>
                    <a:ea typeface="Calibri"/>
                    <a:cs typeface="Calibri"/>
                    <a:sym typeface="Calibri"/>
                  </a:endParaRPr>
                </a:p>
              </p:txBody>
            </p:sp>
            <p:sp>
              <p:nvSpPr>
                <p:cNvPr id="317" name="Google Shape;317;p49"/>
                <p:cNvSpPr/>
                <p:nvPr/>
              </p:nvSpPr>
              <p:spPr>
                <a:xfrm rot="-8999844">
                  <a:off x="8680494" y="1848387"/>
                  <a:ext cx="901729" cy="1592176"/>
                </a:xfrm>
                <a:prstGeom prst="diamond">
                  <a:avLst/>
                </a:prstGeom>
                <a:solidFill>
                  <a:srgbClr val="0FB2F2"/>
                </a:solidFill>
                <a:ln>
                  <a:noFill/>
                </a:ln>
              </p:spPr>
              <p:txBody>
                <a:bodyPr spcFirstLastPara="1" wrap="square" lIns="33900" tIns="16950" rIns="33900" bIns="16950" anchor="ctr" anchorCtr="0">
                  <a:noAutofit/>
                </a:bodyPr>
                <a:lstStyle/>
                <a:p>
                  <a:pPr marL="0" marR="0" lvl="0" indent="0" algn="ctr" rtl="0">
                    <a:lnSpc>
                      <a:spcPct val="100000"/>
                    </a:lnSpc>
                    <a:spcBef>
                      <a:spcPts val="0"/>
                    </a:spcBef>
                    <a:spcAft>
                      <a:spcPts val="0"/>
                    </a:spcAft>
                    <a:buClr>
                      <a:srgbClr val="FFFFFF"/>
                    </a:buClr>
                    <a:buSzPts val="667"/>
                    <a:buFont typeface="Calibri"/>
                    <a:buNone/>
                  </a:pPr>
                  <a:endParaRPr sz="485" b="0" i="0" u="none" strike="noStrike" cap="none">
                    <a:solidFill>
                      <a:srgbClr val="00113E"/>
                    </a:solidFill>
                    <a:latin typeface="Calibri"/>
                    <a:ea typeface="Calibri"/>
                    <a:cs typeface="Calibri"/>
                    <a:sym typeface="Calibri"/>
                  </a:endParaRPr>
                </a:p>
              </p:txBody>
            </p:sp>
          </p:grpSp>
          <p:sp>
            <p:nvSpPr>
              <p:cNvPr id="318" name="Google Shape;318;p49"/>
              <p:cNvSpPr/>
              <p:nvPr/>
            </p:nvSpPr>
            <p:spPr>
              <a:xfrm rot="5400000">
                <a:off x="6993462" y="373644"/>
                <a:ext cx="3428610" cy="3423407"/>
              </a:xfrm>
              <a:custGeom>
                <a:avLst/>
                <a:gdLst/>
                <a:ahLst/>
                <a:cxnLst/>
                <a:rect l="l" t="t" r="r" b="b"/>
                <a:pathLst>
                  <a:path w="4021830" h="3547572" extrusionOk="0">
                    <a:moveTo>
                      <a:pt x="438870" y="1773786"/>
                    </a:moveTo>
                    <a:lnTo>
                      <a:pt x="1231625" y="3181575"/>
                    </a:lnTo>
                    <a:lnTo>
                      <a:pt x="2790205" y="3181575"/>
                    </a:lnTo>
                    <a:lnTo>
                      <a:pt x="3582960" y="1773786"/>
                    </a:lnTo>
                    <a:lnTo>
                      <a:pt x="2790205" y="365997"/>
                    </a:lnTo>
                    <a:lnTo>
                      <a:pt x="1231625" y="365997"/>
                    </a:lnTo>
                    <a:close/>
                    <a:moveTo>
                      <a:pt x="0" y="1773786"/>
                    </a:moveTo>
                    <a:lnTo>
                      <a:pt x="998855" y="0"/>
                    </a:lnTo>
                    <a:lnTo>
                      <a:pt x="3022975" y="0"/>
                    </a:lnTo>
                    <a:lnTo>
                      <a:pt x="4021830" y="1773786"/>
                    </a:lnTo>
                    <a:lnTo>
                      <a:pt x="3022975" y="3547572"/>
                    </a:lnTo>
                    <a:lnTo>
                      <a:pt x="998855" y="3547572"/>
                    </a:lnTo>
                    <a:close/>
                  </a:path>
                </a:pathLst>
              </a:custGeom>
              <a:solidFill>
                <a:srgbClr val="0FB2F2"/>
              </a:solidFill>
              <a:ln>
                <a:noFill/>
              </a:ln>
            </p:spPr>
            <p:txBody>
              <a:bodyPr spcFirstLastPara="1" wrap="square" lIns="33900" tIns="16950" rIns="33900" bIns="16950" anchor="ctr" anchorCtr="0">
                <a:noAutofit/>
              </a:bodyPr>
              <a:lstStyle/>
              <a:p>
                <a:pPr marL="0" marR="0" lvl="0" indent="0" algn="ctr" rtl="0">
                  <a:lnSpc>
                    <a:spcPct val="100000"/>
                  </a:lnSpc>
                  <a:spcBef>
                    <a:spcPts val="0"/>
                  </a:spcBef>
                  <a:spcAft>
                    <a:spcPts val="0"/>
                  </a:spcAft>
                  <a:buClr>
                    <a:srgbClr val="FFFFFF"/>
                  </a:buClr>
                  <a:buSzPts val="667"/>
                  <a:buFont typeface="Calibri"/>
                  <a:buNone/>
                </a:pPr>
                <a:endParaRPr sz="485" b="0" i="0" u="none" strike="noStrike" cap="none">
                  <a:solidFill>
                    <a:srgbClr val="00113E"/>
                  </a:solidFill>
                  <a:latin typeface="Calibri"/>
                  <a:ea typeface="Calibri"/>
                  <a:cs typeface="Calibri"/>
                  <a:sym typeface="Calibri"/>
                </a:endParaRPr>
              </a:p>
            </p:txBody>
          </p:sp>
          <p:sp>
            <p:nvSpPr>
              <p:cNvPr id="319" name="Google Shape;319;p49"/>
              <p:cNvSpPr/>
              <p:nvPr/>
            </p:nvSpPr>
            <p:spPr>
              <a:xfrm>
                <a:off x="8550588" y="665584"/>
                <a:ext cx="190200" cy="854100"/>
              </a:xfrm>
              <a:prstGeom prst="rect">
                <a:avLst/>
              </a:prstGeom>
              <a:solidFill>
                <a:srgbClr val="0FB2F2"/>
              </a:solidFill>
              <a:ln>
                <a:noFill/>
              </a:ln>
            </p:spPr>
            <p:txBody>
              <a:bodyPr spcFirstLastPara="1" wrap="square" lIns="33900" tIns="16950" rIns="33900" bIns="16950" anchor="ctr" anchorCtr="0">
                <a:noAutofit/>
              </a:bodyPr>
              <a:lstStyle/>
              <a:p>
                <a:pPr marL="0" marR="0" lvl="0" indent="0" algn="ctr" rtl="0">
                  <a:lnSpc>
                    <a:spcPct val="100000"/>
                  </a:lnSpc>
                  <a:spcBef>
                    <a:spcPts val="0"/>
                  </a:spcBef>
                  <a:spcAft>
                    <a:spcPts val="0"/>
                  </a:spcAft>
                  <a:buClr>
                    <a:srgbClr val="FFFFFF"/>
                  </a:buClr>
                  <a:buSzPts val="667"/>
                  <a:buFont typeface="Calibri"/>
                  <a:buNone/>
                </a:pPr>
                <a:endParaRPr sz="485" b="0" i="0" u="none" strike="noStrike" cap="none">
                  <a:solidFill>
                    <a:srgbClr val="00113E"/>
                  </a:solidFill>
                  <a:latin typeface="Calibri"/>
                  <a:ea typeface="Calibri"/>
                  <a:cs typeface="Calibri"/>
                  <a:sym typeface="Calibri"/>
                </a:endParaRPr>
              </a:p>
            </p:txBody>
          </p:sp>
          <p:sp>
            <p:nvSpPr>
              <p:cNvPr id="320" name="Google Shape;320;p49"/>
              <p:cNvSpPr/>
              <p:nvPr/>
            </p:nvSpPr>
            <p:spPr>
              <a:xfrm rot="7200163">
                <a:off x="9706081" y="2593755"/>
                <a:ext cx="190184" cy="853876"/>
              </a:xfrm>
              <a:prstGeom prst="rect">
                <a:avLst/>
              </a:prstGeom>
              <a:solidFill>
                <a:srgbClr val="0FB2F2"/>
              </a:solidFill>
              <a:ln>
                <a:noFill/>
              </a:ln>
            </p:spPr>
            <p:txBody>
              <a:bodyPr spcFirstLastPara="1" wrap="square" lIns="33900" tIns="16950" rIns="33900" bIns="16950" anchor="ctr" anchorCtr="0">
                <a:noAutofit/>
              </a:bodyPr>
              <a:lstStyle/>
              <a:p>
                <a:pPr marL="0" marR="0" lvl="0" indent="0" algn="ctr" rtl="0">
                  <a:lnSpc>
                    <a:spcPct val="100000"/>
                  </a:lnSpc>
                  <a:spcBef>
                    <a:spcPts val="0"/>
                  </a:spcBef>
                  <a:spcAft>
                    <a:spcPts val="0"/>
                  </a:spcAft>
                  <a:buClr>
                    <a:srgbClr val="FFFFFF"/>
                  </a:buClr>
                  <a:buSzPts val="667"/>
                  <a:buFont typeface="Calibri"/>
                  <a:buNone/>
                </a:pPr>
                <a:endParaRPr sz="485" b="0" i="0" u="none" strike="noStrike" cap="none">
                  <a:solidFill>
                    <a:srgbClr val="00113E"/>
                  </a:solidFill>
                  <a:latin typeface="Calibri"/>
                  <a:ea typeface="Calibri"/>
                  <a:cs typeface="Calibri"/>
                  <a:sym typeface="Calibri"/>
                </a:endParaRPr>
              </a:p>
            </p:txBody>
          </p:sp>
          <p:sp>
            <p:nvSpPr>
              <p:cNvPr id="321" name="Google Shape;321;p49"/>
              <p:cNvSpPr/>
              <p:nvPr/>
            </p:nvSpPr>
            <p:spPr>
              <a:xfrm rot="-7200163">
                <a:off x="7397547" y="2579190"/>
                <a:ext cx="190184" cy="853876"/>
              </a:xfrm>
              <a:prstGeom prst="rect">
                <a:avLst/>
              </a:prstGeom>
              <a:solidFill>
                <a:srgbClr val="0FB2F2"/>
              </a:solidFill>
              <a:ln>
                <a:noFill/>
              </a:ln>
            </p:spPr>
            <p:txBody>
              <a:bodyPr spcFirstLastPara="1" wrap="square" lIns="33900" tIns="16950" rIns="33900" bIns="16950" anchor="ctr" anchorCtr="0">
                <a:noAutofit/>
              </a:bodyPr>
              <a:lstStyle/>
              <a:p>
                <a:pPr marL="0" marR="0" lvl="0" indent="0" algn="ctr" rtl="0">
                  <a:lnSpc>
                    <a:spcPct val="100000"/>
                  </a:lnSpc>
                  <a:spcBef>
                    <a:spcPts val="0"/>
                  </a:spcBef>
                  <a:spcAft>
                    <a:spcPts val="0"/>
                  </a:spcAft>
                  <a:buClr>
                    <a:srgbClr val="FFFFFF"/>
                  </a:buClr>
                  <a:buSzPts val="667"/>
                  <a:buFont typeface="Calibri"/>
                  <a:buNone/>
                </a:pPr>
                <a:endParaRPr sz="485" b="0" i="0" u="none" strike="noStrike" cap="none">
                  <a:solidFill>
                    <a:srgbClr val="00113E"/>
                  </a:solidFill>
                  <a:latin typeface="Calibri"/>
                  <a:ea typeface="Calibri"/>
                  <a:cs typeface="Calibri"/>
                  <a:sym typeface="Calibri"/>
                </a:endParaRPr>
              </a:p>
            </p:txBody>
          </p:sp>
        </p:grpSp>
        <p:pic>
          <p:nvPicPr>
            <p:cNvPr id="322" name="Google Shape;322;p49" descr="Serverless Containers | Scaleway"/>
            <p:cNvPicPr preferRelativeResize="0"/>
            <p:nvPr/>
          </p:nvPicPr>
          <p:blipFill rotWithShape="1">
            <a:blip r:embed="rId8">
              <a:alphaModFix/>
            </a:blip>
            <a:srcRect/>
            <a:stretch/>
          </p:blipFill>
          <p:spPr>
            <a:xfrm>
              <a:off x="6153425" y="3541954"/>
              <a:ext cx="540155" cy="607594"/>
            </a:xfrm>
            <a:prstGeom prst="rect">
              <a:avLst/>
            </a:prstGeom>
            <a:noFill/>
            <a:ln>
              <a:noFill/>
            </a:ln>
          </p:spPr>
        </p:pic>
      </p:grpSp>
      <p:pic>
        <p:nvPicPr>
          <p:cNvPr id="323" name="Google Shape;323;p49" descr="A blue hexagon with white text&#10;&#10;Description automatically generated"/>
          <p:cNvPicPr preferRelativeResize="0"/>
          <p:nvPr/>
        </p:nvPicPr>
        <p:blipFill rotWithShape="1">
          <a:blip r:embed="rId9">
            <a:alphaModFix/>
          </a:blip>
          <a:srcRect/>
          <a:stretch/>
        </p:blipFill>
        <p:spPr>
          <a:xfrm>
            <a:off x="281180" y="3165533"/>
            <a:ext cx="246510" cy="211566"/>
          </a:xfrm>
          <a:prstGeom prst="rect">
            <a:avLst/>
          </a:prstGeom>
          <a:noFill/>
          <a:ln>
            <a:noFill/>
          </a:ln>
        </p:spPr>
      </p:pic>
      <p:sp>
        <p:nvSpPr>
          <p:cNvPr id="324" name="Google Shape;324;p49"/>
          <p:cNvSpPr txBox="1"/>
          <p:nvPr/>
        </p:nvSpPr>
        <p:spPr>
          <a:xfrm>
            <a:off x="602752" y="3174368"/>
            <a:ext cx="2085900" cy="197400"/>
          </a:xfrm>
          <a:prstGeom prst="rect">
            <a:avLst/>
          </a:prstGeom>
          <a:noFill/>
          <a:ln>
            <a:noFill/>
          </a:ln>
        </p:spPr>
        <p:txBody>
          <a:bodyPr spcFirstLastPara="1" wrap="square" lIns="55875" tIns="27925" rIns="55875" bIns="27925" anchor="t" anchorCtr="0">
            <a:noAutofit/>
          </a:bodyPr>
          <a:lstStyle/>
          <a:p>
            <a:pPr marL="0" marR="0" lvl="0" indent="0" algn="l" rtl="0">
              <a:lnSpc>
                <a:spcPct val="100000"/>
              </a:lnSpc>
              <a:spcBef>
                <a:spcPts val="0"/>
              </a:spcBef>
              <a:spcAft>
                <a:spcPts val="0"/>
              </a:spcAft>
              <a:buClr>
                <a:srgbClr val="FF0000"/>
              </a:buClr>
              <a:buSzPts val="855"/>
              <a:buFont typeface="DM Sans"/>
              <a:buNone/>
            </a:pPr>
            <a:r>
              <a:rPr lang="en" sz="900" b="0" i="0" u="none" strike="noStrike" cap="none" dirty="0">
                <a:solidFill>
                  <a:srgbClr val="00113E"/>
                </a:solidFill>
                <a:latin typeface="Calibri"/>
                <a:ea typeface="Calibri"/>
                <a:cs typeface="Calibri"/>
                <a:sym typeface="Calibri"/>
              </a:rPr>
              <a:t>{{CH_TOT}} Container </a:t>
            </a:r>
            <a:r>
              <a:rPr lang="en" sz="900" dirty="0">
                <a:solidFill>
                  <a:srgbClr val="00113E"/>
                </a:solidFill>
                <a:latin typeface="Calibri"/>
                <a:ea typeface="Calibri"/>
                <a:cs typeface="Calibri"/>
                <a:sym typeface="Calibri"/>
              </a:rPr>
              <a:t>Hosts</a:t>
            </a:r>
            <a:endParaRPr sz="900" b="0" i="0" u="none" strike="noStrike" cap="none" dirty="0">
              <a:solidFill>
                <a:srgbClr val="000000"/>
              </a:solidFill>
              <a:latin typeface="Calibri"/>
              <a:ea typeface="Calibri"/>
              <a:cs typeface="Calibri"/>
              <a:sym typeface="Calibri"/>
            </a:endParaRPr>
          </a:p>
        </p:txBody>
      </p:sp>
      <p:sp>
        <p:nvSpPr>
          <p:cNvPr id="325" name="Google Shape;325;p49"/>
          <p:cNvSpPr txBox="1"/>
          <p:nvPr/>
        </p:nvSpPr>
        <p:spPr>
          <a:xfrm>
            <a:off x="99325" y="902925"/>
            <a:ext cx="2694900" cy="313200"/>
          </a:xfrm>
          <a:prstGeom prst="rect">
            <a:avLst/>
          </a:prstGeom>
          <a:noFill/>
          <a:ln>
            <a:noFill/>
          </a:ln>
        </p:spPr>
        <p:txBody>
          <a:bodyPr spcFirstLastPara="1" wrap="square" lIns="68575" tIns="34275" rIns="68575" bIns="34275" anchor="t" anchorCtr="0">
            <a:normAutofit/>
          </a:bodyPr>
          <a:lstStyle/>
          <a:p>
            <a:pPr marL="0" marR="0" lvl="0" indent="0" algn="ctr" rtl="0">
              <a:lnSpc>
                <a:spcPct val="90000"/>
              </a:lnSpc>
              <a:spcBef>
                <a:spcPts val="0"/>
              </a:spcBef>
              <a:spcAft>
                <a:spcPts val="0"/>
              </a:spcAft>
              <a:buClr>
                <a:schemeClr val="dk2"/>
              </a:buClr>
              <a:buSzPts val="1500"/>
              <a:buFont typeface="Arial"/>
              <a:buNone/>
            </a:pPr>
            <a:r>
              <a:rPr lang="en" sz="1400" b="0" i="0" u="none" strike="noStrike" cap="none">
                <a:solidFill>
                  <a:schemeClr val="dk1"/>
                </a:solidFill>
                <a:latin typeface="Calibri"/>
                <a:ea typeface="Calibri"/>
                <a:cs typeface="Calibri"/>
                <a:sym typeface="Calibri"/>
              </a:rPr>
              <a:t>Cloud Visibility</a:t>
            </a:r>
            <a:endParaRPr sz="1400" b="0" i="0" u="none" strike="noStrike" cap="none">
              <a:solidFill>
                <a:schemeClr val="dk1"/>
              </a:solidFill>
              <a:latin typeface="Calibri"/>
              <a:ea typeface="Calibri"/>
              <a:cs typeface="Calibri"/>
              <a:sym typeface="Calibri"/>
            </a:endParaRPr>
          </a:p>
        </p:txBody>
      </p:sp>
      <p:sp>
        <p:nvSpPr>
          <p:cNvPr id="326" name="Google Shape;326;p49"/>
          <p:cNvSpPr txBox="1"/>
          <p:nvPr/>
        </p:nvSpPr>
        <p:spPr>
          <a:xfrm>
            <a:off x="594175" y="3523023"/>
            <a:ext cx="2085900" cy="197400"/>
          </a:xfrm>
          <a:prstGeom prst="rect">
            <a:avLst/>
          </a:prstGeom>
          <a:noFill/>
          <a:ln>
            <a:noFill/>
          </a:ln>
        </p:spPr>
        <p:txBody>
          <a:bodyPr spcFirstLastPara="1" wrap="square" lIns="55875" tIns="27925" rIns="55875" bIns="27925" anchor="t" anchorCtr="0">
            <a:noAutofit/>
          </a:bodyPr>
          <a:lstStyle/>
          <a:p>
            <a:pPr marL="0" marR="0" lvl="0" indent="0" algn="l" rtl="0">
              <a:lnSpc>
                <a:spcPct val="100000"/>
              </a:lnSpc>
              <a:spcBef>
                <a:spcPts val="0"/>
              </a:spcBef>
              <a:spcAft>
                <a:spcPts val="0"/>
              </a:spcAft>
              <a:buClr>
                <a:srgbClr val="00113E"/>
              </a:buClr>
              <a:buSzPts val="855"/>
              <a:buFont typeface="DM Sans"/>
              <a:buNone/>
            </a:pPr>
            <a:r>
              <a:rPr lang="en" sz="900" b="0" i="0" u="none" strike="noStrike" cap="none">
                <a:solidFill>
                  <a:srgbClr val="00113E"/>
                </a:solidFill>
                <a:latin typeface="Calibri"/>
                <a:ea typeface="Calibri"/>
                <a:cs typeface="Calibri"/>
                <a:sym typeface="Calibri"/>
              </a:rPr>
              <a:t>{{SERVERLESS_CT_COUNT}} Serverless Containers</a:t>
            </a:r>
            <a:endParaRPr sz="900" b="0" i="0" u="none" strike="noStrike" cap="none">
              <a:solidFill>
                <a:srgbClr val="00113E"/>
              </a:solidFill>
              <a:latin typeface="Calibri"/>
              <a:ea typeface="Calibri"/>
              <a:cs typeface="Calibri"/>
              <a:sym typeface="Calibri"/>
            </a:endParaRPr>
          </a:p>
        </p:txBody>
      </p:sp>
      <p:sp>
        <p:nvSpPr>
          <p:cNvPr id="327" name="Google Shape;327;p49"/>
          <p:cNvSpPr txBox="1"/>
          <p:nvPr/>
        </p:nvSpPr>
        <p:spPr>
          <a:xfrm>
            <a:off x="593145" y="4603900"/>
            <a:ext cx="2147700" cy="197400"/>
          </a:xfrm>
          <a:prstGeom prst="rect">
            <a:avLst/>
          </a:prstGeom>
          <a:noFill/>
          <a:ln>
            <a:noFill/>
          </a:ln>
        </p:spPr>
        <p:txBody>
          <a:bodyPr spcFirstLastPara="1" wrap="square" lIns="55875" tIns="27925" rIns="55875" bIns="27925" anchor="t" anchorCtr="0">
            <a:noAutofit/>
          </a:bodyPr>
          <a:lstStyle/>
          <a:p>
            <a:pPr marL="0" marR="0" lvl="0" indent="0" algn="l" rtl="0">
              <a:lnSpc>
                <a:spcPct val="100000"/>
              </a:lnSpc>
              <a:spcBef>
                <a:spcPts val="0"/>
              </a:spcBef>
              <a:spcAft>
                <a:spcPts val="0"/>
              </a:spcAft>
              <a:buClr>
                <a:srgbClr val="00113E"/>
              </a:buClr>
              <a:buSzPts val="855"/>
              <a:buFont typeface="DM Sans"/>
              <a:buNone/>
            </a:pPr>
            <a:r>
              <a:rPr lang="en" sz="900" b="0" i="0" u="none" strike="noStrike" cap="none">
                <a:solidFill>
                  <a:srgbClr val="00113E"/>
                </a:solidFill>
                <a:latin typeface="Calibri"/>
                <a:ea typeface="Calibri"/>
                <a:cs typeface="Calibri"/>
                <a:sym typeface="Calibri"/>
              </a:rPr>
              <a:t>{{L_SE}} </a:t>
            </a:r>
            <a:br>
              <a:rPr lang="en" sz="900" b="0" i="0" u="none" strike="noStrike" cap="none">
                <a:solidFill>
                  <a:srgbClr val="00113E"/>
                </a:solidFill>
                <a:latin typeface="Calibri"/>
                <a:ea typeface="Calibri"/>
                <a:cs typeface="Calibri"/>
                <a:sym typeface="Calibri"/>
              </a:rPr>
            </a:br>
            <a:r>
              <a:rPr lang="en" sz="900" b="0" i="0" u="none" strike="noStrike" cap="none">
                <a:solidFill>
                  <a:srgbClr val="00113E"/>
                </a:solidFill>
                <a:latin typeface="Calibri"/>
                <a:ea typeface="Calibri"/>
                <a:cs typeface="Calibri"/>
                <a:sym typeface="Calibri"/>
              </a:rPr>
              <a:t>Wiz Runtime Sensors Deployed</a:t>
            </a:r>
            <a:endParaRPr sz="900" b="0" i="0" u="none" strike="noStrike" cap="none">
              <a:solidFill>
                <a:srgbClr val="000000"/>
              </a:solidFill>
              <a:latin typeface="Calibri"/>
              <a:ea typeface="Calibri"/>
              <a:cs typeface="Calibri"/>
              <a:sym typeface="Calibri"/>
            </a:endParaRPr>
          </a:p>
        </p:txBody>
      </p:sp>
      <p:pic>
        <p:nvPicPr>
          <p:cNvPr id="328" name="Google Shape;328;p49"/>
          <p:cNvPicPr preferRelativeResize="0"/>
          <p:nvPr/>
        </p:nvPicPr>
        <p:blipFill rotWithShape="1">
          <a:blip r:embed="rId10">
            <a:alphaModFix/>
          </a:blip>
          <a:srcRect/>
          <a:stretch/>
        </p:blipFill>
        <p:spPr>
          <a:xfrm>
            <a:off x="285915" y="4606907"/>
            <a:ext cx="216750" cy="245654"/>
          </a:xfrm>
          <a:prstGeom prst="rect">
            <a:avLst/>
          </a:prstGeom>
          <a:noFill/>
          <a:ln>
            <a:noFill/>
          </a:ln>
        </p:spPr>
      </p:pic>
      <p:sp>
        <p:nvSpPr>
          <p:cNvPr id="329" name="Google Shape;329;p49"/>
          <p:cNvSpPr txBox="1"/>
          <p:nvPr/>
        </p:nvSpPr>
        <p:spPr>
          <a:xfrm>
            <a:off x="590675" y="4214860"/>
            <a:ext cx="2213400" cy="197400"/>
          </a:xfrm>
          <a:prstGeom prst="rect">
            <a:avLst/>
          </a:prstGeom>
          <a:noFill/>
          <a:ln>
            <a:noFill/>
          </a:ln>
        </p:spPr>
        <p:txBody>
          <a:bodyPr spcFirstLastPara="1" wrap="square" lIns="55875" tIns="27925" rIns="55875" bIns="27925" anchor="t" anchorCtr="0">
            <a:noAutofit/>
          </a:bodyPr>
          <a:lstStyle/>
          <a:p>
            <a:pPr marL="0" marR="0" lvl="0" indent="0" algn="l" rtl="0">
              <a:lnSpc>
                <a:spcPct val="100000"/>
              </a:lnSpc>
              <a:spcBef>
                <a:spcPts val="0"/>
              </a:spcBef>
              <a:spcAft>
                <a:spcPts val="0"/>
              </a:spcAft>
              <a:buClr>
                <a:srgbClr val="00113E"/>
              </a:buClr>
              <a:buSzPts val="855"/>
              <a:buFont typeface="DM Sans"/>
              <a:buNone/>
            </a:pPr>
            <a:r>
              <a:rPr lang="en" sz="900" b="0" i="0" u="none" strike="noStrike" cap="none">
                <a:solidFill>
                  <a:srgbClr val="00113E"/>
                </a:solidFill>
                <a:latin typeface="Calibri"/>
                <a:ea typeface="Calibri"/>
                <a:cs typeface="Calibri"/>
                <a:sym typeface="Calibri"/>
              </a:rPr>
              <a:t>{{CON_WE}} Connectors With Cloud Events</a:t>
            </a:r>
            <a:br>
              <a:rPr lang="en" sz="900" b="0" i="0" u="none" strike="noStrike" cap="none">
                <a:solidFill>
                  <a:srgbClr val="00113E"/>
                </a:solidFill>
                <a:latin typeface="Calibri"/>
                <a:ea typeface="Calibri"/>
                <a:cs typeface="Calibri"/>
                <a:sym typeface="Calibri"/>
              </a:rPr>
            </a:br>
            <a:r>
              <a:rPr lang="en" sz="900" b="0" i="0" u="none" strike="noStrike" cap="none">
                <a:solidFill>
                  <a:srgbClr val="00113E"/>
                </a:solidFill>
                <a:latin typeface="Calibri"/>
                <a:ea typeface="Calibri"/>
                <a:cs typeface="Calibri"/>
                <a:sym typeface="Calibri"/>
              </a:rPr>
              <a:t>{{CON_NE}} Connectors Without</a:t>
            </a:r>
            <a:endParaRPr sz="900" b="0" i="0" u="none" strike="noStrike" cap="none">
              <a:solidFill>
                <a:srgbClr val="000000"/>
              </a:solidFill>
              <a:latin typeface="Calibri"/>
              <a:ea typeface="Calibri"/>
              <a:cs typeface="Calibri"/>
              <a:sym typeface="Calibri"/>
            </a:endParaRPr>
          </a:p>
        </p:txBody>
      </p:sp>
      <p:pic>
        <p:nvPicPr>
          <p:cNvPr id="330" name="Google Shape;330;p49"/>
          <p:cNvPicPr preferRelativeResize="0"/>
          <p:nvPr/>
        </p:nvPicPr>
        <p:blipFill rotWithShape="1">
          <a:blip r:embed="rId11">
            <a:alphaModFix/>
          </a:blip>
          <a:srcRect/>
          <a:stretch/>
        </p:blipFill>
        <p:spPr>
          <a:xfrm>
            <a:off x="260656" y="4232746"/>
            <a:ext cx="287558" cy="276456"/>
          </a:xfrm>
          <a:prstGeom prst="rect">
            <a:avLst/>
          </a:prstGeom>
          <a:noFill/>
          <a:ln>
            <a:noFill/>
          </a:ln>
        </p:spPr>
      </p:pic>
      <p:pic>
        <p:nvPicPr>
          <p:cNvPr id="331" name="Google Shape;331;p49"/>
          <p:cNvPicPr preferRelativeResize="0"/>
          <p:nvPr/>
        </p:nvPicPr>
        <p:blipFill rotWithShape="1">
          <a:blip r:embed="rId3">
            <a:alphaModFix/>
          </a:blip>
          <a:srcRect/>
          <a:stretch/>
        </p:blipFill>
        <p:spPr>
          <a:xfrm>
            <a:off x="2972000" y="820225"/>
            <a:ext cx="2879650" cy="2923377"/>
          </a:xfrm>
          <a:prstGeom prst="rect">
            <a:avLst/>
          </a:prstGeom>
          <a:noFill/>
          <a:ln w="9525" cap="flat" cmpd="sng">
            <a:solidFill>
              <a:schemeClr val="accent1"/>
            </a:solidFill>
            <a:prstDash val="solid"/>
            <a:round/>
            <a:headEnd type="none" w="sm" len="sm"/>
            <a:tailEnd type="none" w="sm" len="sm"/>
          </a:ln>
        </p:spPr>
      </p:pic>
      <p:sp>
        <p:nvSpPr>
          <p:cNvPr id="332" name="Google Shape;332;p49"/>
          <p:cNvSpPr txBox="1"/>
          <p:nvPr/>
        </p:nvSpPr>
        <p:spPr>
          <a:xfrm>
            <a:off x="2972075" y="829568"/>
            <a:ext cx="2879700" cy="313200"/>
          </a:xfrm>
          <a:prstGeom prst="rect">
            <a:avLst/>
          </a:prstGeom>
          <a:noFill/>
          <a:ln>
            <a:noFill/>
          </a:ln>
        </p:spPr>
        <p:txBody>
          <a:bodyPr spcFirstLastPara="1" wrap="square" lIns="68575" tIns="34275" rIns="68575" bIns="34275" anchor="t" anchorCtr="0">
            <a:normAutofit/>
          </a:bodyPr>
          <a:lstStyle/>
          <a:p>
            <a:pPr marL="0" marR="0" lvl="0" indent="0" algn="ctr" rtl="0">
              <a:lnSpc>
                <a:spcPct val="90000"/>
              </a:lnSpc>
              <a:spcBef>
                <a:spcPts val="0"/>
              </a:spcBef>
              <a:spcAft>
                <a:spcPts val="0"/>
              </a:spcAft>
              <a:buClr>
                <a:schemeClr val="dk2"/>
              </a:buClr>
              <a:buSzPts val="1500"/>
              <a:buFont typeface="Arial"/>
              <a:buNone/>
            </a:pPr>
            <a:r>
              <a:rPr lang="en" sz="1400" b="0" i="0" u="sng" strike="noStrike" cap="none">
                <a:solidFill>
                  <a:schemeClr val="hlink"/>
                </a:solidFill>
                <a:latin typeface="Calibri"/>
                <a:ea typeface="Calibri"/>
                <a:cs typeface="Calibri"/>
                <a:sym typeface="Calibri"/>
                <a:hlinkClick r:id="rId12"/>
              </a:rPr>
              <a:t>Deployments / Connectors</a:t>
            </a:r>
            <a:r>
              <a:rPr lang="en" sz="1400" b="0" i="0" u="none" strike="noStrike" cap="none">
                <a:solidFill>
                  <a:srgbClr val="0254EC"/>
                </a:solidFill>
                <a:latin typeface="Calibri"/>
                <a:ea typeface="Calibri"/>
                <a:cs typeface="Calibri"/>
                <a:sym typeface="Calibri"/>
              </a:rPr>
              <a:t> </a:t>
            </a:r>
            <a:r>
              <a:rPr lang="en" sz="1500" b="0" i="0" u="none" strike="noStrike" cap="none">
                <a:solidFill>
                  <a:schemeClr val="hlink"/>
                </a:solidFill>
                <a:uFill>
                  <a:noFill/>
                </a:uFill>
                <a:latin typeface="Calibri"/>
                <a:ea typeface="Calibri"/>
                <a:cs typeface="Calibri"/>
                <a:sym typeface="Calibri"/>
                <a:hlinkClick r:id="rId13"/>
              </a:rPr>
              <a:t>↗</a:t>
            </a:r>
            <a:endParaRPr sz="1400" b="0" i="0" u="none" strike="noStrike" cap="none">
              <a:solidFill>
                <a:srgbClr val="0254EC"/>
              </a:solidFill>
              <a:latin typeface="Calibri"/>
              <a:ea typeface="Calibri"/>
              <a:cs typeface="Calibri"/>
              <a:sym typeface="Calibri"/>
            </a:endParaRPr>
          </a:p>
        </p:txBody>
      </p:sp>
      <p:sp>
        <p:nvSpPr>
          <p:cNvPr id="333" name="Google Shape;333;p49"/>
          <p:cNvSpPr/>
          <p:nvPr/>
        </p:nvSpPr>
        <p:spPr>
          <a:xfrm>
            <a:off x="4494205" y="1157402"/>
            <a:ext cx="1168200" cy="429900"/>
          </a:xfrm>
          <a:prstGeom prst="roundRect">
            <a:avLst>
              <a:gd name="adj" fmla="val 16667"/>
            </a:avLst>
          </a:prstGeom>
          <a:solidFill>
            <a:srgbClr val="F7FAFF"/>
          </a:solidFill>
          <a:ln w="9525" cap="flat" cmpd="sng">
            <a:solidFill>
              <a:srgbClr val="6296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700"/>
              <a:buFont typeface="Arial"/>
              <a:buNone/>
            </a:pPr>
            <a:r>
              <a:rPr lang="en" sz="700" b="0" i="0" u="none" strike="noStrike" cap="none" dirty="0">
                <a:solidFill>
                  <a:srgbClr val="00113E"/>
                </a:solidFill>
                <a:latin typeface="Calibri"/>
                <a:ea typeface="Calibri"/>
                <a:cs typeface="Calibri"/>
                <a:sym typeface="Calibri"/>
              </a:rPr>
              <a:t>{{CON_EN}} </a:t>
            </a:r>
            <a:br>
              <a:rPr lang="en" sz="700" b="0" i="0" u="none" strike="noStrike" cap="none" dirty="0">
                <a:solidFill>
                  <a:srgbClr val="00113E"/>
                </a:solidFill>
                <a:latin typeface="Calibri"/>
                <a:ea typeface="Calibri"/>
                <a:cs typeface="Calibri"/>
                <a:sym typeface="Calibri"/>
              </a:rPr>
            </a:br>
            <a:r>
              <a:rPr lang="en" sz="700" b="0" i="0" u="none" strike="noStrike" cap="none" dirty="0">
                <a:solidFill>
                  <a:srgbClr val="00113E"/>
                </a:solidFill>
                <a:latin typeface="Calibri"/>
                <a:ea typeface="Calibri"/>
                <a:cs typeface="Calibri"/>
                <a:sym typeface="Calibri"/>
              </a:rPr>
              <a:t>Active Cloud Connectors</a:t>
            </a:r>
            <a:endParaRPr sz="700" b="0" i="0" u="none" strike="noStrike" cap="none" dirty="0">
              <a:solidFill>
                <a:srgbClr val="00113E"/>
              </a:solidFill>
              <a:latin typeface="Calibri"/>
              <a:ea typeface="Calibri"/>
              <a:cs typeface="Calibri"/>
              <a:sym typeface="Calibri"/>
            </a:endParaRPr>
          </a:p>
        </p:txBody>
      </p:sp>
      <p:sp>
        <p:nvSpPr>
          <p:cNvPr id="334" name="Google Shape;334;p49"/>
          <p:cNvSpPr/>
          <p:nvPr/>
        </p:nvSpPr>
        <p:spPr>
          <a:xfrm>
            <a:off x="4494205" y="1683395"/>
            <a:ext cx="1168200" cy="429900"/>
          </a:xfrm>
          <a:prstGeom prst="roundRect">
            <a:avLst>
              <a:gd name="adj" fmla="val 16667"/>
            </a:avLst>
          </a:prstGeom>
          <a:solidFill>
            <a:srgbClr val="F7FAFF"/>
          </a:solidFill>
          <a:ln w="9525" cap="flat" cmpd="sng">
            <a:solidFill>
              <a:srgbClr val="6296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700"/>
              <a:buFont typeface="Arial"/>
              <a:buNone/>
            </a:pPr>
            <a:r>
              <a:rPr lang="en" sz="700" b="0" i="0" u="none" strike="noStrike" cap="none">
                <a:solidFill>
                  <a:srgbClr val="00113E"/>
                </a:solidFill>
                <a:latin typeface="Calibri"/>
                <a:ea typeface="Calibri"/>
                <a:cs typeface="Calibri"/>
                <a:sym typeface="Calibri"/>
              </a:rPr>
              <a:t>{{CON_VCS}}</a:t>
            </a:r>
            <a:br>
              <a:rPr lang="en" sz="700" b="0" i="0" u="none" strike="noStrike" cap="none">
                <a:solidFill>
                  <a:srgbClr val="00113E"/>
                </a:solidFill>
                <a:latin typeface="Calibri"/>
                <a:ea typeface="Calibri"/>
                <a:cs typeface="Calibri"/>
                <a:sym typeface="Calibri"/>
              </a:rPr>
            </a:br>
            <a:r>
              <a:rPr lang="en" sz="700" b="0" i="0" u="none" strike="noStrike" cap="none">
                <a:solidFill>
                  <a:srgbClr val="00113E"/>
                </a:solidFill>
                <a:latin typeface="Calibri"/>
                <a:ea typeface="Calibri"/>
                <a:cs typeface="Calibri"/>
                <a:sym typeface="Calibri"/>
              </a:rPr>
              <a:t>VCS Connectors</a:t>
            </a:r>
            <a:endParaRPr sz="700" b="0" i="0" u="none" strike="noStrike" cap="none">
              <a:solidFill>
                <a:srgbClr val="00113E"/>
              </a:solidFill>
              <a:latin typeface="Calibri"/>
              <a:ea typeface="Calibri"/>
              <a:cs typeface="Calibri"/>
              <a:sym typeface="Calibri"/>
            </a:endParaRPr>
          </a:p>
        </p:txBody>
      </p:sp>
      <p:sp>
        <p:nvSpPr>
          <p:cNvPr id="335" name="Google Shape;335;p49"/>
          <p:cNvSpPr/>
          <p:nvPr/>
        </p:nvSpPr>
        <p:spPr>
          <a:xfrm>
            <a:off x="3195369" y="1153399"/>
            <a:ext cx="1168200" cy="427800"/>
          </a:xfrm>
          <a:prstGeom prst="roundRect">
            <a:avLst>
              <a:gd name="adj" fmla="val 16667"/>
            </a:avLst>
          </a:prstGeom>
          <a:solidFill>
            <a:srgbClr val="F7FAFF"/>
          </a:solidFill>
          <a:ln w="9525" cap="flat" cmpd="sng">
            <a:solidFill>
              <a:srgbClr val="6296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700"/>
              <a:buFont typeface="Arial"/>
              <a:buNone/>
            </a:pPr>
            <a:r>
              <a:rPr lang="en" sz="700" b="0" i="0" u="none" strike="noStrike" cap="none" dirty="0">
                <a:solidFill>
                  <a:srgbClr val="00113E"/>
                </a:solidFill>
                <a:latin typeface="Calibri"/>
                <a:ea typeface="Calibri"/>
                <a:cs typeface="Calibri"/>
                <a:sym typeface="Calibri"/>
              </a:rPr>
              <a:t>{{CON_TOT}} </a:t>
            </a:r>
            <a:br>
              <a:rPr lang="en" sz="700" b="0" i="0" u="none" strike="noStrike" cap="none" dirty="0">
                <a:solidFill>
                  <a:srgbClr val="00113E"/>
                </a:solidFill>
                <a:latin typeface="Calibri"/>
                <a:ea typeface="Calibri"/>
                <a:cs typeface="Calibri"/>
                <a:sym typeface="Calibri"/>
              </a:rPr>
            </a:br>
            <a:r>
              <a:rPr lang="en" sz="700" b="0" i="0" u="none" strike="noStrike" cap="none" dirty="0">
                <a:solidFill>
                  <a:srgbClr val="00113E"/>
                </a:solidFill>
                <a:latin typeface="Calibri"/>
                <a:ea typeface="Calibri"/>
                <a:cs typeface="Calibri"/>
                <a:sym typeface="Calibri"/>
              </a:rPr>
              <a:t>Total Cloud Connectors</a:t>
            </a:r>
            <a:endParaRPr sz="700" b="0" i="0" u="none" strike="noStrike" cap="none" dirty="0">
              <a:solidFill>
                <a:srgbClr val="00113E"/>
              </a:solidFill>
              <a:latin typeface="Calibri"/>
              <a:ea typeface="Calibri"/>
              <a:cs typeface="Calibri"/>
              <a:sym typeface="Calibri"/>
            </a:endParaRPr>
          </a:p>
        </p:txBody>
      </p:sp>
      <p:sp>
        <p:nvSpPr>
          <p:cNvPr id="336" name="Google Shape;336;p49"/>
          <p:cNvSpPr/>
          <p:nvPr/>
        </p:nvSpPr>
        <p:spPr>
          <a:xfrm>
            <a:off x="3195369" y="1681109"/>
            <a:ext cx="1168200" cy="427800"/>
          </a:xfrm>
          <a:prstGeom prst="roundRect">
            <a:avLst>
              <a:gd name="adj" fmla="val 16667"/>
            </a:avLst>
          </a:prstGeom>
          <a:solidFill>
            <a:srgbClr val="F7FAFF"/>
          </a:solidFill>
          <a:ln w="9525" cap="flat" cmpd="sng">
            <a:solidFill>
              <a:srgbClr val="6296FF"/>
            </a:solidFill>
            <a:prstDash val="solid"/>
            <a:round/>
            <a:headEnd type="none" w="sm" len="sm"/>
            <a:tailEnd type="none" w="sm" len="sm"/>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700"/>
              <a:buFont typeface="Arial"/>
              <a:buNone/>
            </a:pPr>
            <a:r>
              <a:rPr lang="en" sz="700" b="0" i="0" u="none" strike="noStrike" cap="none">
                <a:solidFill>
                  <a:srgbClr val="00113E"/>
                </a:solidFill>
                <a:latin typeface="Calibri"/>
                <a:ea typeface="Calibri"/>
                <a:cs typeface="Calibri"/>
                <a:sym typeface="Calibri"/>
              </a:rPr>
              <a:t>{{OUT_DEP}} </a:t>
            </a:r>
            <a:br>
              <a:rPr lang="en" sz="700" b="0" i="0" u="none" strike="noStrike" cap="none">
                <a:solidFill>
                  <a:srgbClr val="00113E"/>
                </a:solidFill>
                <a:latin typeface="Calibri"/>
                <a:ea typeface="Calibri"/>
                <a:cs typeface="Calibri"/>
                <a:sym typeface="Calibri"/>
              </a:rPr>
            </a:br>
            <a:r>
              <a:rPr lang="en" sz="700" b="0" i="0" u="none" strike="noStrike" cap="none">
                <a:solidFill>
                  <a:srgbClr val="00113E"/>
                </a:solidFill>
                <a:latin typeface="Calibri"/>
                <a:ea typeface="Calibri"/>
                <a:cs typeface="Calibri"/>
                <a:sym typeface="Calibri"/>
              </a:rPr>
              <a:t>Outpost Deployments</a:t>
            </a:r>
            <a:endParaRPr sz="700" b="0" i="0" u="none" strike="noStrike" cap="none">
              <a:solidFill>
                <a:srgbClr val="00113E"/>
              </a:solidFill>
              <a:latin typeface="Calibri"/>
              <a:ea typeface="Calibri"/>
              <a:cs typeface="Calibri"/>
              <a:sym typeface="Calibri"/>
            </a:endParaRPr>
          </a:p>
        </p:txBody>
      </p:sp>
      <p:sp>
        <p:nvSpPr>
          <p:cNvPr id="337" name="Google Shape;337;p49"/>
          <p:cNvSpPr/>
          <p:nvPr/>
        </p:nvSpPr>
        <p:spPr>
          <a:xfrm>
            <a:off x="3201552" y="2208819"/>
            <a:ext cx="1168200" cy="429900"/>
          </a:xfrm>
          <a:prstGeom prst="roundRect">
            <a:avLst>
              <a:gd name="adj" fmla="val 16667"/>
            </a:avLst>
          </a:prstGeom>
          <a:solidFill>
            <a:srgbClr val="F7FAFF"/>
          </a:solidFill>
          <a:ln w="9525" cap="flat" cmpd="sng">
            <a:solidFill>
              <a:srgbClr val="6296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700"/>
              <a:buFont typeface="Arial"/>
              <a:buNone/>
            </a:pPr>
            <a:r>
              <a:rPr lang="en" sz="700" b="0" i="0" u="none" strike="noStrike" cap="none" dirty="0">
                <a:solidFill>
                  <a:srgbClr val="00113E"/>
                </a:solidFill>
                <a:latin typeface="Calibri"/>
                <a:ea typeface="Calibri"/>
                <a:cs typeface="Calibri"/>
                <a:sym typeface="Calibri"/>
              </a:rPr>
              <a:t>{{CON_DIS}} </a:t>
            </a:r>
            <a:br>
              <a:rPr lang="en" sz="700" b="0" i="0" u="none" strike="noStrike" cap="none" dirty="0">
                <a:solidFill>
                  <a:srgbClr val="00113E"/>
                </a:solidFill>
                <a:latin typeface="Calibri"/>
                <a:ea typeface="Calibri"/>
                <a:cs typeface="Calibri"/>
                <a:sym typeface="Calibri"/>
              </a:rPr>
            </a:br>
            <a:r>
              <a:rPr lang="en" sz="700" b="0" i="0" u="none" strike="noStrike" cap="none" dirty="0">
                <a:solidFill>
                  <a:srgbClr val="00113E"/>
                </a:solidFill>
                <a:latin typeface="Calibri"/>
                <a:ea typeface="Calibri"/>
                <a:cs typeface="Calibri"/>
                <a:sym typeface="Calibri"/>
              </a:rPr>
              <a:t>Inactive Connectors</a:t>
            </a:r>
            <a:endParaRPr sz="700" b="0" i="0" u="none" strike="noStrike" cap="none" dirty="0">
              <a:solidFill>
                <a:srgbClr val="00113E"/>
              </a:solidFill>
              <a:latin typeface="Calibri"/>
              <a:ea typeface="Calibri"/>
              <a:cs typeface="Calibri"/>
              <a:sym typeface="Calibri"/>
            </a:endParaRPr>
          </a:p>
        </p:txBody>
      </p:sp>
      <p:sp>
        <p:nvSpPr>
          <p:cNvPr id="338" name="Google Shape;338;p49"/>
          <p:cNvSpPr/>
          <p:nvPr/>
        </p:nvSpPr>
        <p:spPr>
          <a:xfrm>
            <a:off x="4500405" y="2209388"/>
            <a:ext cx="1170300" cy="429900"/>
          </a:xfrm>
          <a:prstGeom prst="roundRect">
            <a:avLst>
              <a:gd name="adj" fmla="val 16667"/>
            </a:avLst>
          </a:prstGeom>
          <a:solidFill>
            <a:srgbClr val="F7FAFF"/>
          </a:solidFill>
          <a:ln w="9525" cap="flat" cmpd="sng">
            <a:solidFill>
              <a:srgbClr val="6296FF"/>
            </a:solidFill>
            <a:prstDash val="solid"/>
            <a:round/>
            <a:headEnd type="none" w="sm" len="sm"/>
            <a:tailEnd type="none" w="sm" len="sm"/>
          </a:ln>
        </p:spPr>
        <p:txBody>
          <a:bodyPr spcFirstLastPara="1" wrap="square" lIns="91175" tIns="91175" rIns="91175" bIns="91175" anchor="ctr" anchorCtr="0">
            <a:noAutofit/>
          </a:bodyPr>
          <a:lstStyle/>
          <a:p>
            <a:pPr marL="0" marR="0" lvl="0" indent="0" algn="ctr" rtl="0">
              <a:lnSpc>
                <a:spcPct val="100000"/>
              </a:lnSpc>
              <a:spcBef>
                <a:spcPts val="0"/>
              </a:spcBef>
              <a:spcAft>
                <a:spcPts val="0"/>
              </a:spcAft>
              <a:buClr>
                <a:srgbClr val="000000"/>
              </a:buClr>
              <a:buSzPts val="698"/>
              <a:buFont typeface="Arial"/>
              <a:buNone/>
            </a:pPr>
            <a:r>
              <a:rPr lang="en" sz="698" b="0" i="0" u="none" strike="noStrike" cap="none">
                <a:solidFill>
                  <a:srgbClr val="00113E"/>
                </a:solidFill>
                <a:latin typeface="Calibri"/>
                <a:ea typeface="Calibri"/>
                <a:cs typeface="Calibri"/>
                <a:sym typeface="Calibri"/>
              </a:rPr>
              <a:t>{{CON_BRO}}</a:t>
            </a:r>
            <a:br>
              <a:rPr lang="en" sz="698" b="0" i="0" u="none" strike="noStrike" cap="none">
                <a:solidFill>
                  <a:srgbClr val="00113E"/>
                </a:solidFill>
                <a:latin typeface="Calibri"/>
                <a:ea typeface="Calibri"/>
                <a:cs typeface="Calibri"/>
                <a:sym typeface="Calibri"/>
              </a:rPr>
            </a:br>
            <a:r>
              <a:rPr lang="en" sz="698" b="0" i="0" u="none" strike="noStrike" cap="none">
                <a:solidFill>
                  <a:srgbClr val="00113E"/>
                </a:solidFill>
                <a:latin typeface="Calibri"/>
                <a:ea typeface="Calibri"/>
                <a:cs typeface="Calibri"/>
                <a:sym typeface="Calibri"/>
              </a:rPr>
              <a:t>Broker Deployments</a:t>
            </a:r>
            <a:endParaRPr sz="698" b="0" i="0" u="none" strike="noStrike" cap="none">
              <a:solidFill>
                <a:srgbClr val="00113E"/>
              </a:solidFill>
              <a:latin typeface="Calibri"/>
              <a:ea typeface="Calibri"/>
              <a:cs typeface="Calibri"/>
              <a:sym typeface="Calibri"/>
            </a:endParaRPr>
          </a:p>
        </p:txBody>
      </p:sp>
      <p:sp>
        <p:nvSpPr>
          <p:cNvPr id="339" name="Google Shape;339;p49"/>
          <p:cNvSpPr/>
          <p:nvPr/>
        </p:nvSpPr>
        <p:spPr>
          <a:xfrm>
            <a:off x="3201552" y="2738628"/>
            <a:ext cx="1168200" cy="429900"/>
          </a:xfrm>
          <a:prstGeom prst="roundRect">
            <a:avLst>
              <a:gd name="adj" fmla="val 16667"/>
            </a:avLst>
          </a:prstGeom>
          <a:solidFill>
            <a:srgbClr val="F7FAFF"/>
          </a:solidFill>
          <a:ln w="9525" cap="flat" cmpd="sng">
            <a:solidFill>
              <a:srgbClr val="6296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700"/>
              <a:buFont typeface="Arial"/>
              <a:buNone/>
            </a:pPr>
            <a:r>
              <a:rPr lang="en" sz="700" b="0" i="0" u="none" strike="noStrike" cap="none">
                <a:solidFill>
                  <a:srgbClr val="00113E"/>
                </a:solidFill>
                <a:latin typeface="Calibri"/>
                <a:ea typeface="Calibri"/>
                <a:cs typeface="Calibri"/>
                <a:sym typeface="Calibri"/>
              </a:rPr>
              <a:t>{{CON_R}} </a:t>
            </a:r>
            <a:br>
              <a:rPr lang="en" sz="700" b="0" i="0" u="none" strike="noStrike" cap="none">
                <a:solidFill>
                  <a:srgbClr val="00113E"/>
                </a:solidFill>
                <a:latin typeface="Calibri"/>
                <a:ea typeface="Calibri"/>
                <a:cs typeface="Calibri"/>
                <a:sym typeface="Calibri"/>
              </a:rPr>
            </a:br>
            <a:r>
              <a:rPr lang="en" sz="700" b="0" i="0" u="none" strike="noStrike" cap="none">
                <a:solidFill>
                  <a:srgbClr val="00113E"/>
                </a:solidFill>
                <a:latin typeface="Calibri"/>
                <a:ea typeface="Calibri"/>
                <a:cs typeface="Calibri"/>
                <a:sym typeface="Calibri"/>
              </a:rPr>
              <a:t>Registry Connectors</a:t>
            </a:r>
            <a:endParaRPr sz="700" b="0" i="0" u="none" strike="noStrike" cap="none">
              <a:solidFill>
                <a:srgbClr val="00113E"/>
              </a:solidFill>
              <a:latin typeface="Calibri"/>
              <a:ea typeface="Calibri"/>
              <a:cs typeface="Calibri"/>
              <a:sym typeface="Calibri"/>
            </a:endParaRPr>
          </a:p>
        </p:txBody>
      </p:sp>
      <p:sp>
        <p:nvSpPr>
          <p:cNvPr id="340" name="Google Shape;340;p49"/>
          <p:cNvSpPr/>
          <p:nvPr/>
        </p:nvSpPr>
        <p:spPr>
          <a:xfrm>
            <a:off x="4500395" y="2735381"/>
            <a:ext cx="1168200" cy="429900"/>
          </a:xfrm>
          <a:prstGeom prst="roundRect">
            <a:avLst>
              <a:gd name="adj" fmla="val 16667"/>
            </a:avLst>
          </a:prstGeom>
          <a:solidFill>
            <a:srgbClr val="F7FAFF"/>
          </a:solidFill>
          <a:ln w="9525" cap="flat" cmpd="sng">
            <a:solidFill>
              <a:srgbClr val="6296FF"/>
            </a:solidFill>
            <a:prstDash val="solid"/>
            <a:round/>
            <a:headEnd type="none" w="sm" len="sm"/>
            <a:tailEnd type="none" w="sm" len="sm"/>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700"/>
              <a:buFont typeface="Arial"/>
              <a:buNone/>
            </a:pPr>
            <a:r>
              <a:rPr lang="en" sz="700" b="0" i="0" u="none" strike="noStrike" cap="none">
                <a:solidFill>
                  <a:srgbClr val="00113E"/>
                </a:solidFill>
                <a:latin typeface="Calibri"/>
                <a:ea typeface="Calibri"/>
                <a:cs typeface="Calibri"/>
                <a:sym typeface="Calibri"/>
              </a:rPr>
              <a:t>{{CON_K8S}} </a:t>
            </a:r>
            <a:br>
              <a:rPr lang="en" sz="700" b="0" i="0" u="none" strike="noStrike" cap="none">
                <a:solidFill>
                  <a:srgbClr val="00113E"/>
                </a:solidFill>
                <a:latin typeface="Calibri"/>
                <a:ea typeface="Calibri"/>
                <a:cs typeface="Calibri"/>
                <a:sym typeface="Calibri"/>
              </a:rPr>
            </a:br>
            <a:r>
              <a:rPr lang="en" sz="700" b="0" i="0" u="none" strike="noStrike" cap="none">
                <a:solidFill>
                  <a:srgbClr val="00113E"/>
                </a:solidFill>
                <a:latin typeface="Calibri"/>
                <a:ea typeface="Calibri"/>
                <a:cs typeface="Calibri"/>
                <a:sym typeface="Calibri"/>
              </a:rPr>
              <a:t>Kubernetes Connectors</a:t>
            </a:r>
            <a:endParaRPr sz="700" b="0" i="0" u="none" strike="noStrike" cap="none">
              <a:solidFill>
                <a:srgbClr val="00113E"/>
              </a:solidFill>
              <a:latin typeface="Calibri"/>
              <a:ea typeface="Calibri"/>
              <a:cs typeface="Calibri"/>
              <a:sym typeface="Calibri"/>
            </a:endParaRPr>
          </a:p>
        </p:txBody>
      </p:sp>
      <p:pic>
        <p:nvPicPr>
          <p:cNvPr id="341" name="Google Shape;341;p49"/>
          <p:cNvPicPr preferRelativeResize="0"/>
          <p:nvPr/>
        </p:nvPicPr>
        <p:blipFill rotWithShape="1">
          <a:blip r:embed="rId3">
            <a:alphaModFix/>
          </a:blip>
          <a:srcRect/>
          <a:stretch/>
        </p:blipFill>
        <p:spPr>
          <a:xfrm>
            <a:off x="5999925" y="828800"/>
            <a:ext cx="2958424" cy="2914801"/>
          </a:xfrm>
          <a:prstGeom prst="rect">
            <a:avLst/>
          </a:prstGeom>
          <a:noFill/>
          <a:ln w="9525" cap="flat" cmpd="sng">
            <a:solidFill>
              <a:schemeClr val="accent1"/>
            </a:solidFill>
            <a:prstDash val="solid"/>
            <a:round/>
            <a:headEnd type="none" w="sm" len="sm"/>
            <a:tailEnd type="none" w="sm" len="sm"/>
          </a:ln>
        </p:spPr>
      </p:pic>
      <p:sp>
        <p:nvSpPr>
          <p:cNvPr id="342" name="Google Shape;342;p49"/>
          <p:cNvSpPr txBox="1"/>
          <p:nvPr/>
        </p:nvSpPr>
        <p:spPr>
          <a:xfrm>
            <a:off x="6027633" y="838143"/>
            <a:ext cx="2901413" cy="313200"/>
          </a:xfrm>
          <a:prstGeom prst="rect">
            <a:avLst/>
          </a:prstGeom>
          <a:noFill/>
          <a:ln>
            <a:noFill/>
          </a:ln>
        </p:spPr>
        <p:txBody>
          <a:bodyPr spcFirstLastPara="1" wrap="square" lIns="68575" tIns="34275" rIns="68575" bIns="34275" anchor="t" anchorCtr="0">
            <a:normAutofit/>
          </a:bodyPr>
          <a:lstStyle/>
          <a:p>
            <a:pPr marL="0" marR="0" lvl="0" indent="0" algn="ctr" rtl="0">
              <a:lnSpc>
                <a:spcPct val="90000"/>
              </a:lnSpc>
              <a:spcBef>
                <a:spcPts val="0"/>
              </a:spcBef>
              <a:spcAft>
                <a:spcPts val="0"/>
              </a:spcAft>
              <a:buClr>
                <a:schemeClr val="dk2"/>
              </a:buClr>
              <a:buSzPts val="1500"/>
              <a:buFont typeface="Arial"/>
              <a:buNone/>
            </a:pPr>
            <a:r>
              <a:rPr lang="en" sz="1400" b="0" i="0" u="sng" strike="noStrike" cap="none">
                <a:solidFill>
                  <a:schemeClr val="hlink"/>
                </a:solidFill>
                <a:latin typeface="Calibri"/>
                <a:ea typeface="Calibri"/>
                <a:cs typeface="Calibri"/>
                <a:sym typeface="Calibri"/>
                <a:hlinkClick r:id="rId14"/>
              </a:rPr>
              <a:t>Cloud Events</a:t>
            </a:r>
            <a:r>
              <a:rPr lang="en" sz="1400" b="0" i="0" u="none" strike="noStrike" cap="none">
                <a:solidFill>
                  <a:srgbClr val="0254EC"/>
                </a:solidFill>
                <a:latin typeface="Calibri"/>
                <a:ea typeface="Calibri"/>
                <a:cs typeface="Calibri"/>
                <a:sym typeface="Calibri"/>
              </a:rPr>
              <a:t> </a:t>
            </a:r>
            <a:r>
              <a:rPr lang="en" sz="1500" b="0" i="0" u="none" strike="noStrike" cap="none">
                <a:solidFill>
                  <a:schemeClr val="hlink"/>
                </a:solidFill>
                <a:uFill>
                  <a:noFill/>
                </a:uFill>
                <a:latin typeface="Calibri"/>
                <a:ea typeface="Calibri"/>
                <a:cs typeface="Calibri"/>
                <a:sym typeface="Calibri"/>
                <a:hlinkClick r:id="rId13"/>
              </a:rPr>
              <a:t>↗</a:t>
            </a:r>
            <a:endParaRPr sz="1400" b="0" i="0" u="none" strike="noStrike" cap="none">
              <a:solidFill>
                <a:srgbClr val="0254EC"/>
              </a:solidFill>
              <a:latin typeface="Calibri"/>
              <a:ea typeface="Calibri"/>
              <a:cs typeface="Calibri"/>
              <a:sym typeface="Calibri"/>
            </a:endParaRPr>
          </a:p>
        </p:txBody>
      </p:sp>
      <p:sp>
        <p:nvSpPr>
          <p:cNvPr id="343" name="Google Shape;343;p49"/>
          <p:cNvSpPr txBox="1"/>
          <p:nvPr/>
        </p:nvSpPr>
        <p:spPr>
          <a:xfrm>
            <a:off x="6015229" y="1319738"/>
            <a:ext cx="2287200" cy="181200"/>
          </a:xfrm>
          <a:prstGeom prst="rect">
            <a:avLst/>
          </a:prstGeom>
          <a:noFill/>
          <a:ln>
            <a:noFill/>
          </a:ln>
        </p:spPr>
        <p:txBody>
          <a:bodyPr spcFirstLastPara="1" wrap="square" lIns="91225" tIns="91225" rIns="91225" bIns="91225"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333333"/>
                </a:solidFill>
                <a:latin typeface="Calibri"/>
                <a:ea typeface="Calibri"/>
                <a:cs typeface="Calibri"/>
                <a:sym typeface="Calibri"/>
              </a:rPr>
              <a:t>{{CLOUD_EVENTS_2}}</a:t>
            </a:r>
            <a:endParaRPr sz="800" b="0" i="0" u="none" strike="noStrike" cap="none">
              <a:solidFill>
                <a:srgbClr val="333333"/>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800"/>
              <a:buFont typeface="Arial"/>
              <a:buNone/>
            </a:pPr>
            <a:endParaRPr sz="800" b="0" i="0" u="none" strike="noStrike" cap="none">
              <a:solidFill>
                <a:srgbClr val="333333"/>
              </a:solidFill>
              <a:latin typeface="Calibri"/>
              <a:ea typeface="Calibri"/>
              <a:cs typeface="Calibri"/>
              <a:sym typeface="Calibri"/>
            </a:endParaRPr>
          </a:p>
        </p:txBody>
      </p:sp>
      <p:sp>
        <p:nvSpPr>
          <p:cNvPr id="344" name="Google Shape;344;p49"/>
          <p:cNvSpPr txBox="1"/>
          <p:nvPr/>
        </p:nvSpPr>
        <p:spPr>
          <a:xfrm>
            <a:off x="6015229" y="1514580"/>
            <a:ext cx="2287200" cy="181200"/>
          </a:xfrm>
          <a:prstGeom prst="rect">
            <a:avLst/>
          </a:prstGeom>
          <a:noFill/>
          <a:ln>
            <a:noFill/>
          </a:ln>
        </p:spPr>
        <p:txBody>
          <a:bodyPr spcFirstLastPara="1" wrap="square" lIns="91225" tIns="91225" rIns="91225" bIns="91225"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333333"/>
                </a:solidFill>
                <a:latin typeface="Calibri"/>
                <a:ea typeface="Calibri"/>
                <a:cs typeface="Calibri"/>
                <a:sym typeface="Calibri"/>
              </a:rPr>
              <a:t>{{CLOUD_EVENTS_3}}</a:t>
            </a:r>
            <a:endParaRPr sz="800" b="0" i="0" u="none" strike="noStrike" cap="none">
              <a:solidFill>
                <a:srgbClr val="333333"/>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800"/>
              <a:buFont typeface="Arial"/>
              <a:buNone/>
            </a:pPr>
            <a:endParaRPr sz="800" b="0" i="0" u="none" strike="noStrike" cap="none">
              <a:solidFill>
                <a:srgbClr val="333333"/>
              </a:solidFill>
              <a:latin typeface="Calibri"/>
              <a:ea typeface="Calibri"/>
              <a:cs typeface="Calibri"/>
              <a:sym typeface="Calibri"/>
            </a:endParaRPr>
          </a:p>
        </p:txBody>
      </p:sp>
      <p:sp>
        <p:nvSpPr>
          <p:cNvPr id="345" name="Google Shape;345;p49"/>
          <p:cNvSpPr txBox="1"/>
          <p:nvPr/>
        </p:nvSpPr>
        <p:spPr>
          <a:xfrm>
            <a:off x="6015229" y="1709422"/>
            <a:ext cx="2287200" cy="181200"/>
          </a:xfrm>
          <a:prstGeom prst="rect">
            <a:avLst/>
          </a:prstGeom>
          <a:noFill/>
          <a:ln>
            <a:noFill/>
          </a:ln>
        </p:spPr>
        <p:txBody>
          <a:bodyPr spcFirstLastPara="1" wrap="square" lIns="91225" tIns="91225" rIns="91225" bIns="91225"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333333"/>
                </a:solidFill>
                <a:latin typeface="Calibri"/>
                <a:ea typeface="Calibri"/>
                <a:cs typeface="Calibri"/>
                <a:sym typeface="Calibri"/>
              </a:rPr>
              <a:t>{{CLOUD_EVENTS_4}}</a:t>
            </a:r>
            <a:endParaRPr sz="800" b="0" i="0" u="none" strike="noStrike" cap="none">
              <a:solidFill>
                <a:srgbClr val="333333"/>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800"/>
              <a:buFont typeface="Arial"/>
              <a:buNone/>
            </a:pPr>
            <a:endParaRPr sz="800" b="0" i="0" u="none" strike="noStrike" cap="none">
              <a:solidFill>
                <a:srgbClr val="333333"/>
              </a:solidFill>
              <a:latin typeface="Calibri"/>
              <a:ea typeface="Calibri"/>
              <a:cs typeface="Calibri"/>
              <a:sym typeface="Calibri"/>
            </a:endParaRPr>
          </a:p>
        </p:txBody>
      </p:sp>
      <p:sp>
        <p:nvSpPr>
          <p:cNvPr id="346" name="Google Shape;346;p49"/>
          <p:cNvSpPr txBox="1"/>
          <p:nvPr/>
        </p:nvSpPr>
        <p:spPr>
          <a:xfrm>
            <a:off x="6015229" y="1904264"/>
            <a:ext cx="2287200" cy="181200"/>
          </a:xfrm>
          <a:prstGeom prst="rect">
            <a:avLst/>
          </a:prstGeom>
          <a:noFill/>
          <a:ln>
            <a:noFill/>
          </a:ln>
        </p:spPr>
        <p:txBody>
          <a:bodyPr spcFirstLastPara="1" wrap="square" lIns="91225" tIns="91225" rIns="91225" bIns="91225"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333333"/>
                </a:solidFill>
                <a:latin typeface="Calibri"/>
                <a:ea typeface="Calibri"/>
                <a:cs typeface="Calibri"/>
                <a:sym typeface="Calibri"/>
              </a:rPr>
              <a:t>{{CLOUD_EVENTS_5}}</a:t>
            </a:r>
            <a:endParaRPr sz="800" b="0" i="0" u="none" strike="noStrike" cap="none">
              <a:solidFill>
                <a:srgbClr val="333333"/>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800"/>
              <a:buFont typeface="Arial"/>
              <a:buNone/>
            </a:pPr>
            <a:endParaRPr sz="800" b="0" i="0" u="none" strike="noStrike" cap="none">
              <a:solidFill>
                <a:srgbClr val="333333"/>
              </a:solidFill>
              <a:latin typeface="Calibri"/>
              <a:ea typeface="Calibri"/>
              <a:cs typeface="Calibri"/>
              <a:sym typeface="Calibri"/>
            </a:endParaRPr>
          </a:p>
        </p:txBody>
      </p:sp>
      <p:sp>
        <p:nvSpPr>
          <p:cNvPr id="347" name="Google Shape;347;p49"/>
          <p:cNvSpPr txBox="1"/>
          <p:nvPr/>
        </p:nvSpPr>
        <p:spPr>
          <a:xfrm>
            <a:off x="6015229" y="2099106"/>
            <a:ext cx="2287200" cy="181200"/>
          </a:xfrm>
          <a:prstGeom prst="rect">
            <a:avLst/>
          </a:prstGeom>
          <a:noFill/>
          <a:ln>
            <a:noFill/>
          </a:ln>
        </p:spPr>
        <p:txBody>
          <a:bodyPr spcFirstLastPara="1" wrap="square" lIns="91225" tIns="91225" rIns="91225" bIns="91225"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333333"/>
                </a:solidFill>
                <a:latin typeface="Calibri"/>
                <a:ea typeface="Calibri"/>
                <a:cs typeface="Calibri"/>
                <a:sym typeface="Calibri"/>
              </a:rPr>
              <a:t>{{CLOUD_EVENTS_6}}</a:t>
            </a:r>
            <a:endParaRPr sz="800" b="0" i="0" u="none" strike="noStrike" cap="none">
              <a:solidFill>
                <a:srgbClr val="333333"/>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800"/>
              <a:buFont typeface="Arial"/>
              <a:buNone/>
            </a:pPr>
            <a:endParaRPr sz="800" b="0" i="0" u="none" strike="noStrike" cap="none">
              <a:solidFill>
                <a:srgbClr val="333333"/>
              </a:solidFill>
              <a:latin typeface="Calibri"/>
              <a:ea typeface="Calibri"/>
              <a:cs typeface="Calibri"/>
              <a:sym typeface="Calibri"/>
            </a:endParaRPr>
          </a:p>
        </p:txBody>
      </p:sp>
      <p:sp>
        <p:nvSpPr>
          <p:cNvPr id="348" name="Google Shape;348;p49"/>
          <p:cNvSpPr txBox="1"/>
          <p:nvPr/>
        </p:nvSpPr>
        <p:spPr>
          <a:xfrm>
            <a:off x="6015229" y="2293948"/>
            <a:ext cx="2287200" cy="181200"/>
          </a:xfrm>
          <a:prstGeom prst="rect">
            <a:avLst/>
          </a:prstGeom>
          <a:noFill/>
          <a:ln>
            <a:noFill/>
          </a:ln>
        </p:spPr>
        <p:txBody>
          <a:bodyPr spcFirstLastPara="1" wrap="square" lIns="91225" tIns="91225" rIns="91225" bIns="91225"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333333"/>
                </a:solidFill>
                <a:latin typeface="Calibri"/>
                <a:ea typeface="Calibri"/>
                <a:cs typeface="Calibri"/>
                <a:sym typeface="Calibri"/>
              </a:rPr>
              <a:t>{{CLOUD_EVENTS_7}}</a:t>
            </a:r>
            <a:endParaRPr sz="800" b="0" i="0" u="none" strike="noStrike" cap="none">
              <a:solidFill>
                <a:srgbClr val="333333"/>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800"/>
              <a:buFont typeface="Arial"/>
              <a:buNone/>
            </a:pPr>
            <a:endParaRPr sz="800" b="0" i="0" u="none" strike="noStrike" cap="none">
              <a:solidFill>
                <a:srgbClr val="333333"/>
              </a:solidFill>
              <a:latin typeface="Calibri"/>
              <a:ea typeface="Calibri"/>
              <a:cs typeface="Calibri"/>
              <a:sym typeface="Calibri"/>
            </a:endParaRPr>
          </a:p>
        </p:txBody>
      </p:sp>
      <p:sp>
        <p:nvSpPr>
          <p:cNvPr id="349" name="Google Shape;349;p49"/>
          <p:cNvSpPr txBox="1"/>
          <p:nvPr/>
        </p:nvSpPr>
        <p:spPr>
          <a:xfrm>
            <a:off x="6015229" y="2488790"/>
            <a:ext cx="2287200" cy="181200"/>
          </a:xfrm>
          <a:prstGeom prst="rect">
            <a:avLst/>
          </a:prstGeom>
          <a:noFill/>
          <a:ln>
            <a:noFill/>
          </a:ln>
        </p:spPr>
        <p:txBody>
          <a:bodyPr spcFirstLastPara="1" wrap="square" lIns="91225" tIns="91225" rIns="91225" bIns="91225"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333333"/>
                </a:solidFill>
                <a:latin typeface="Calibri"/>
                <a:ea typeface="Calibri"/>
                <a:cs typeface="Calibri"/>
                <a:sym typeface="Calibri"/>
              </a:rPr>
              <a:t>{{CLOUD_EVENTS_8}}</a:t>
            </a:r>
            <a:endParaRPr sz="800" b="0" i="0" u="none" strike="noStrike" cap="none">
              <a:solidFill>
                <a:srgbClr val="333333"/>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800"/>
              <a:buFont typeface="Arial"/>
              <a:buNone/>
            </a:pPr>
            <a:endParaRPr sz="800" b="0" i="0" u="none" strike="noStrike" cap="none">
              <a:solidFill>
                <a:srgbClr val="333333"/>
              </a:solidFill>
              <a:latin typeface="Calibri"/>
              <a:ea typeface="Calibri"/>
              <a:cs typeface="Calibri"/>
              <a:sym typeface="Calibri"/>
            </a:endParaRPr>
          </a:p>
        </p:txBody>
      </p:sp>
      <p:sp>
        <p:nvSpPr>
          <p:cNvPr id="350" name="Google Shape;350;p49"/>
          <p:cNvSpPr txBox="1"/>
          <p:nvPr/>
        </p:nvSpPr>
        <p:spPr>
          <a:xfrm>
            <a:off x="6015229" y="2683632"/>
            <a:ext cx="2287200" cy="181200"/>
          </a:xfrm>
          <a:prstGeom prst="rect">
            <a:avLst/>
          </a:prstGeom>
          <a:noFill/>
          <a:ln>
            <a:noFill/>
          </a:ln>
        </p:spPr>
        <p:txBody>
          <a:bodyPr spcFirstLastPara="1" wrap="square" lIns="91225" tIns="91225" rIns="91225" bIns="91225"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333333"/>
                </a:solidFill>
                <a:latin typeface="Calibri"/>
                <a:ea typeface="Calibri"/>
                <a:cs typeface="Calibri"/>
                <a:sym typeface="Calibri"/>
              </a:rPr>
              <a:t>{{CLOUD_EVENTS_9}}</a:t>
            </a:r>
            <a:endParaRPr sz="800" b="0" i="0" u="none" strike="noStrike" cap="none">
              <a:solidFill>
                <a:srgbClr val="333333"/>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800"/>
              <a:buFont typeface="Arial"/>
              <a:buNone/>
            </a:pPr>
            <a:endParaRPr sz="800" b="0" i="0" u="none" strike="noStrike" cap="none">
              <a:solidFill>
                <a:srgbClr val="333333"/>
              </a:solidFill>
              <a:latin typeface="Calibri"/>
              <a:ea typeface="Calibri"/>
              <a:cs typeface="Calibri"/>
              <a:sym typeface="Calibri"/>
            </a:endParaRPr>
          </a:p>
        </p:txBody>
      </p:sp>
      <p:sp>
        <p:nvSpPr>
          <p:cNvPr id="351" name="Google Shape;351;p49"/>
          <p:cNvSpPr txBox="1"/>
          <p:nvPr/>
        </p:nvSpPr>
        <p:spPr>
          <a:xfrm>
            <a:off x="6015229" y="2878474"/>
            <a:ext cx="2287200" cy="181200"/>
          </a:xfrm>
          <a:prstGeom prst="rect">
            <a:avLst/>
          </a:prstGeom>
          <a:noFill/>
          <a:ln>
            <a:noFill/>
          </a:ln>
        </p:spPr>
        <p:txBody>
          <a:bodyPr spcFirstLastPara="1" wrap="square" lIns="91225" tIns="91225" rIns="91225" bIns="91225"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333333"/>
                </a:solidFill>
                <a:latin typeface="Calibri"/>
                <a:ea typeface="Calibri"/>
                <a:cs typeface="Calibri"/>
                <a:sym typeface="Calibri"/>
              </a:rPr>
              <a:t>{{CLOUD_EVENTS_10}}</a:t>
            </a:r>
            <a:endParaRPr sz="800" b="0" i="0" u="none" strike="noStrike" cap="none">
              <a:solidFill>
                <a:srgbClr val="333333"/>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800"/>
              <a:buFont typeface="Arial"/>
              <a:buNone/>
            </a:pPr>
            <a:endParaRPr sz="800" b="0" i="0" u="none" strike="noStrike" cap="none">
              <a:solidFill>
                <a:srgbClr val="333333"/>
              </a:solidFill>
              <a:latin typeface="Calibri"/>
              <a:ea typeface="Calibri"/>
              <a:cs typeface="Calibri"/>
              <a:sym typeface="Calibri"/>
            </a:endParaRPr>
          </a:p>
        </p:txBody>
      </p:sp>
      <p:sp>
        <p:nvSpPr>
          <p:cNvPr id="352" name="Google Shape;352;p49"/>
          <p:cNvSpPr txBox="1"/>
          <p:nvPr/>
        </p:nvSpPr>
        <p:spPr>
          <a:xfrm>
            <a:off x="6015229" y="3073316"/>
            <a:ext cx="2287200" cy="181200"/>
          </a:xfrm>
          <a:prstGeom prst="rect">
            <a:avLst/>
          </a:prstGeom>
          <a:noFill/>
          <a:ln>
            <a:noFill/>
          </a:ln>
        </p:spPr>
        <p:txBody>
          <a:bodyPr spcFirstLastPara="1" wrap="square" lIns="91225" tIns="91225" rIns="91225" bIns="91225"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333333"/>
                </a:solidFill>
                <a:latin typeface="Calibri"/>
                <a:ea typeface="Calibri"/>
                <a:cs typeface="Calibri"/>
                <a:sym typeface="Calibri"/>
              </a:rPr>
              <a:t>{{CLOUD_EVENTS_11}}</a:t>
            </a:r>
            <a:endParaRPr sz="800" b="0" i="0" u="none" strike="noStrike" cap="none">
              <a:solidFill>
                <a:srgbClr val="333333"/>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800"/>
              <a:buFont typeface="Arial"/>
              <a:buNone/>
            </a:pPr>
            <a:endParaRPr sz="800" b="0" i="0" u="none" strike="noStrike" cap="none">
              <a:solidFill>
                <a:srgbClr val="333333"/>
              </a:solidFill>
              <a:latin typeface="Calibri"/>
              <a:ea typeface="Calibri"/>
              <a:cs typeface="Calibri"/>
              <a:sym typeface="Calibri"/>
            </a:endParaRPr>
          </a:p>
        </p:txBody>
      </p:sp>
      <p:sp>
        <p:nvSpPr>
          <p:cNvPr id="353" name="Google Shape;353;p49"/>
          <p:cNvSpPr txBox="1"/>
          <p:nvPr/>
        </p:nvSpPr>
        <p:spPr>
          <a:xfrm>
            <a:off x="6015229" y="3268158"/>
            <a:ext cx="2287200" cy="181200"/>
          </a:xfrm>
          <a:prstGeom prst="rect">
            <a:avLst/>
          </a:prstGeom>
          <a:noFill/>
          <a:ln>
            <a:noFill/>
          </a:ln>
        </p:spPr>
        <p:txBody>
          <a:bodyPr spcFirstLastPara="1" wrap="square" lIns="91225" tIns="91225" rIns="91225" bIns="91225" anchor="t" anchorCtr="0">
            <a:noAutofit/>
          </a:bodyPr>
          <a:lstStyle/>
          <a:p>
            <a:pPr marL="0" marR="0" lvl="0" indent="0" algn="l" rtl="0">
              <a:lnSpc>
                <a:spcPct val="100000"/>
              </a:lnSpc>
              <a:spcBef>
                <a:spcPts val="0"/>
              </a:spcBef>
              <a:spcAft>
                <a:spcPts val="0"/>
              </a:spcAft>
              <a:buClr>
                <a:srgbClr val="000000"/>
              </a:buClr>
              <a:buSzPts val="800"/>
              <a:buFont typeface="Arial"/>
              <a:buNone/>
            </a:pPr>
            <a:r>
              <a:rPr lang="en" sz="800" b="0" i="0" u="none" strike="noStrike" cap="none">
                <a:solidFill>
                  <a:srgbClr val="333333"/>
                </a:solidFill>
                <a:latin typeface="Calibri"/>
                <a:ea typeface="Calibri"/>
                <a:cs typeface="Calibri"/>
                <a:sym typeface="Calibri"/>
              </a:rPr>
              <a:t>{{CLOUD_EVENTS_12}}</a:t>
            </a:r>
            <a:endParaRPr sz="800" b="0" i="0" u="none" strike="noStrike" cap="none">
              <a:solidFill>
                <a:srgbClr val="333333"/>
              </a:solidFill>
              <a:latin typeface="Calibri"/>
              <a:ea typeface="Calibri"/>
              <a:cs typeface="Calibri"/>
              <a:sym typeface="Calibri"/>
            </a:endParaRPr>
          </a:p>
        </p:txBody>
      </p:sp>
      <p:sp>
        <p:nvSpPr>
          <p:cNvPr id="354" name="Google Shape;354;p49"/>
          <p:cNvSpPr txBox="1"/>
          <p:nvPr/>
        </p:nvSpPr>
        <p:spPr>
          <a:xfrm>
            <a:off x="6015228" y="1122408"/>
            <a:ext cx="2287200" cy="183900"/>
          </a:xfrm>
          <a:prstGeom prst="rect">
            <a:avLst/>
          </a:prstGeom>
          <a:noFill/>
          <a:ln>
            <a:noFill/>
          </a:ln>
        </p:spPr>
        <p:txBody>
          <a:bodyPr spcFirstLastPara="1" wrap="square" lIns="91225" tIns="91225" rIns="91225" bIns="91225" anchor="t" anchorCtr="0">
            <a:noAutofit/>
          </a:bodyPr>
          <a:lstStyle/>
          <a:p>
            <a:pPr marL="0" marR="0" lvl="0" indent="0" algn="l" rtl="0">
              <a:lnSpc>
                <a:spcPct val="100000"/>
              </a:lnSpc>
              <a:spcBef>
                <a:spcPts val="0"/>
              </a:spcBef>
              <a:spcAft>
                <a:spcPts val="0"/>
              </a:spcAft>
              <a:buClr>
                <a:srgbClr val="000000"/>
              </a:buClr>
              <a:buSzPts val="800"/>
              <a:buFont typeface="Arial"/>
              <a:buNone/>
            </a:pPr>
            <a:r>
              <a:rPr lang="en" sz="800" b="0" i="0" u="none" strike="noStrike" cap="none">
                <a:solidFill>
                  <a:srgbClr val="333333"/>
                </a:solidFill>
                <a:latin typeface="Calibri"/>
                <a:ea typeface="Calibri"/>
                <a:cs typeface="Calibri"/>
                <a:sym typeface="Calibri"/>
              </a:rPr>
              <a:t>{{CLOUD_EVENTS_1}}</a:t>
            </a:r>
            <a:endParaRPr sz="800" b="0" i="0" u="none" strike="noStrike" cap="none">
              <a:solidFill>
                <a:srgbClr val="333333"/>
              </a:solidFill>
              <a:latin typeface="Calibri"/>
              <a:ea typeface="Calibri"/>
              <a:cs typeface="Calibri"/>
              <a:sym typeface="Calibri"/>
            </a:endParaRPr>
          </a:p>
        </p:txBody>
      </p:sp>
      <p:sp>
        <p:nvSpPr>
          <p:cNvPr id="355" name="Google Shape;355;p49"/>
          <p:cNvSpPr txBox="1"/>
          <p:nvPr/>
        </p:nvSpPr>
        <p:spPr>
          <a:xfrm>
            <a:off x="7985429" y="1105704"/>
            <a:ext cx="798300" cy="183900"/>
          </a:xfrm>
          <a:prstGeom prst="rect">
            <a:avLst/>
          </a:prstGeom>
          <a:noFill/>
          <a:ln>
            <a:noFill/>
          </a:ln>
        </p:spPr>
        <p:txBody>
          <a:bodyPr spcFirstLastPara="1" wrap="square" lIns="91225" tIns="91225" rIns="91225" bIns="91225" anchor="t" anchorCtr="0">
            <a:noAutofit/>
          </a:bodyPr>
          <a:lstStyle/>
          <a:p>
            <a:pPr marL="0" marR="0" lvl="0" indent="0" algn="r" rtl="0">
              <a:lnSpc>
                <a:spcPct val="100000"/>
              </a:lnSpc>
              <a:spcBef>
                <a:spcPts val="0"/>
              </a:spcBef>
              <a:spcAft>
                <a:spcPts val="0"/>
              </a:spcAft>
              <a:buClr>
                <a:srgbClr val="000000"/>
              </a:buClr>
              <a:buSzPts val="800"/>
              <a:buFont typeface="Arial"/>
              <a:buNone/>
            </a:pPr>
            <a:r>
              <a:rPr lang="en" sz="800" b="0" i="0" u="none" strike="noStrike" cap="none">
                <a:solidFill>
                  <a:srgbClr val="333333"/>
                </a:solidFill>
                <a:latin typeface="Calibri"/>
                <a:ea typeface="Calibri"/>
                <a:cs typeface="Calibri"/>
                <a:sym typeface="Calibri"/>
              </a:rPr>
              <a:t>{{CE_1}}</a:t>
            </a:r>
            <a:endParaRPr sz="800" b="0" i="0" u="none" strike="noStrike" cap="none">
              <a:solidFill>
                <a:srgbClr val="333333"/>
              </a:solidFill>
              <a:latin typeface="Calibri"/>
              <a:ea typeface="Calibri"/>
              <a:cs typeface="Calibri"/>
              <a:sym typeface="Calibri"/>
            </a:endParaRPr>
          </a:p>
        </p:txBody>
      </p:sp>
      <p:sp>
        <p:nvSpPr>
          <p:cNvPr id="356" name="Google Shape;356;p49"/>
          <p:cNvSpPr txBox="1"/>
          <p:nvPr/>
        </p:nvSpPr>
        <p:spPr>
          <a:xfrm>
            <a:off x="7985429" y="1300773"/>
            <a:ext cx="798300" cy="183900"/>
          </a:xfrm>
          <a:prstGeom prst="rect">
            <a:avLst/>
          </a:prstGeom>
          <a:noFill/>
          <a:ln>
            <a:noFill/>
          </a:ln>
        </p:spPr>
        <p:txBody>
          <a:bodyPr spcFirstLastPara="1" wrap="square" lIns="91225" tIns="91225" rIns="91225" bIns="91225" anchor="t" anchorCtr="0">
            <a:noAutofit/>
          </a:bodyPr>
          <a:lstStyle/>
          <a:p>
            <a:pPr marL="0" marR="0" lvl="0" indent="0" algn="r" rtl="0">
              <a:lnSpc>
                <a:spcPct val="100000"/>
              </a:lnSpc>
              <a:spcBef>
                <a:spcPts val="0"/>
              </a:spcBef>
              <a:spcAft>
                <a:spcPts val="0"/>
              </a:spcAft>
              <a:buClr>
                <a:srgbClr val="000000"/>
              </a:buClr>
              <a:buSzPts val="800"/>
              <a:buFont typeface="Arial"/>
              <a:buNone/>
            </a:pPr>
            <a:r>
              <a:rPr lang="en" sz="800" b="0" i="0" u="none" strike="noStrike" cap="none">
                <a:solidFill>
                  <a:srgbClr val="333333"/>
                </a:solidFill>
                <a:latin typeface="Calibri"/>
                <a:ea typeface="Calibri"/>
                <a:cs typeface="Calibri"/>
                <a:sym typeface="Calibri"/>
              </a:rPr>
              <a:t>{{CE_2}}</a:t>
            </a:r>
            <a:endParaRPr sz="800" b="0" i="0" u="none" strike="noStrike" cap="none">
              <a:solidFill>
                <a:srgbClr val="333333"/>
              </a:solidFill>
              <a:latin typeface="Calibri"/>
              <a:ea typeface="Calibri"/>
              <a:cs typeface="Calibri"/>
              <a:sym typeface="Calibri"/>
            </a:endParaRPr>
          </a:p>
        </p:txBody>
      </p:sp>
      <p:sp>
        <p:nvSpPr>
          <p:cNvPr id="357" name="Google Shape;357;p49"/>
          <p:cNvSpPr txBox="1"/>
          <p:nvPr/>
        </p:nvSpPr>
        <p:spPr>
          <a:xfrm>
            <a:off x="7985429" y="1495843"/>
            <a:ext cx="798300" cy="183900"/>
          </a:xfrm>
          <a:prstGeom prst="rect">
            <a:avLst/>
          </a:prstGeom>
          <a:noFill/>
          <a:ln>
            <a:noFill/>
          </a:ln>
        </p:spPr>
        <p:txBody>
          <a:bodyPr spcFirstLastPara="1" wrap="square" lIns="91225" tIns="91225" rIns="91225" bIns="91225" anchor="t" anchorCtr="0">
            <a:noAutofit/>
          </a:bodyPr>
          <a:lstStyle/>
          <a:p>
            <a:pPr marL="0" marR="0" lvl="0" indent="0" algn="r" rtl="0">
              <a:lnSpc>
                <a:spcPct val="100000"/>
              </a:lnSpc>
              <a:spcBef>
                <a:spcPts val="0"/>
              </a:spcBef>
              <a:spcAft>
                <a:spcPts val="0"/>
              </a:spcAft>
              <a:buClr>
                <a:srgbClr val="000000"/>
              </a:buClr>
              <a:buSzPts val="800"/>
              <a:buFont typeface="Arial"/>
              <a:buNone/>
            </a:pPr>
            <a:r>
              <a:rPr lang="en" sz="800" b="0" i="0" u="none" strike="noStrike" cap="none">
                <a:solidFill>
                  <a:srgbClr val="333333"/>
                </a:solidFill>
                <a:latin typeface="Calibri"/>
                <a:ea typeface="Calibri"/>
                <a:cs typeface="Calibri"/>
                <a:sym typeface="Calibri"/>
              </a:rPr>
              <a:t>{{CE_3}}</a:t>
            </a:r>
            <a:endParaRPr sz="800" b="0" i="0" u="none" strike="noStrike" cap="none">
              <a:solidFill>
                <a:srgbClr val="333333"/>
              </a:solidFill>
              <a:latin typeface="Calibri"/>
              <a:ea typeface="Calibri"/>
              <a:cs typeface="Calibri"/>
              <a:sym typeface="Calibri"/>
            </a:endParaRPr>
          </a:p>
        </p:txBody>
      </p:sp>
      <p:sp>
        <p:nvSpPr>
          <p:cNvPr id="358" name="Google Shape;358;p49"/>
          <p:cNvSpPr txBox="1"/>
          <p:nvPr/>
        </p:nvSpPr>
        <p:spPr>
          <a:xfrm>
            <a:off x="7985429" y="1690912"/>
            <a:ext cx="798300" cy="183900"/>
          </a:xfrm>
          <a:prstGeom prst="rect">
            <a:avLst/>
          </a:prstGeom>
          <a:noFill/>
          <a:ln>
            <a:noFill/>
          </a:ln>
        </p:spPr>
        <p:txBody>
          <a:bodyPr spcFirstLastPara="1" wrap="square" lIns="91225" tIns="91225" rIns="91225" bIns="91225" anchor="t" anchorCtr="0">
            <a:noAutofit/>
          </a:bodyPr>
          <a:lstStyle/>
          <a:p>
            <a:pPr marL="0" marR="0" lvl="0" indent="0" algn="r" rtl="0">
              <a:lnSpc>
                <a:spcPct val="100000"/>
              </a:lnSpc>
              <a:spcBef>
                <a:spcPts val="0"/>
              </a:spcBef>
              <a:spcAft>
                <a:spcPts val="0"/>
              </a:spcAft>
              <a:buClr>
                <a:srgbClr val="000000"/>
              </a:buClr>
              <a:buSzPts val="800"/>
              <a:buFont typeface="Arial"/>
              <a:buNone/>
            </a:pPr>
            <a:r>
              <a:rPr lang="en" sz="800" b="0" i="0" u="none" strike="noStrike" cap="none">
                <a:solidFill>
                  <a:srgbClr val="333333"/>
                </a:solidFill>
                <a:latin typeface="Calibri"/>
                <a:ea typeface="Calibri"/>
                <a:cs typeface="Calibri"/>
                <a:sym typeface="Calibri"/>
              </a:rPr>
              <a:t>{{CE_4}}</a:t>
            </a:r>
            <a:endParaRPr sz="800" b="0" i="0" u="none" strike="noStrike" cap="none">
              <a:solidFill>
                <a:srgbClr val="333333"/>
              </a:solidFill>
              <a:latin typeface="Calibri"/>
              <a:ea typeface="Calibri"/>
              <a:cs typeface="Calibri"/>
              <a:sym typeface="Calibri"/>
            </a:endParaRPr>
          </a:p>
        </p:txBody>
      </p:sp>
      <p:sp>
        <p:nvSpPr>
          <p:cNvPr id="359" name="Google Shape;359;p49"/>
          <p:cNvSpPr txBox="1"/>
          <p:nvPr/>
        </p:nvSpPr>
        <p:spPr>
          <a:xfrm>
            <a:off x="7985429" y="1885981"/>
            <a:ext cx="798300" cy="183900"/>
          </a:xfrm>
          <a:prstGeom prst="rect">
            <a:avLst/>
          </a:prstGeom>
          <a:noFill/>
          <a:ln>
            <a:noFill/>
          </a:ln>
        </p:spPr>
        <p:txBody>
          <a:bodyPr spcFirstLastPara="1" wrap="square" lIns="91225" tIns="91225" rIns="91225" bIns="91225" anchor="t" anchorCtr="0">
            <a:noAutofit/>
          </a:bodyPr>
          <a:lstStyle/>
          <a:p>
            <a:pPr marL="0" marR="0" lvl="0" indent="0" algn="r" rtl="0">
              <a:lnSpc>
                <a:spcPct val="100000"/>
              </a:lnSpc>
              <a:spcBef>
                <a:spcPts val="0"/>
              </a:spcBef>
              <a:spcAft>
                <a:spcPts val="0"/>
              </a:spcAft>
              <a:buClr>
                <a:srgbClr val="000000"/>
              </a:buClr>
              <a:buSzPts val="800"/>
              <a:buFont typeface="Arial"/>
              <a:buNone/>
            </a:pPr>
            <a:r>
              <a:rPr lang="en" sz="800" b="0" i="0" u="none" strike="noStrike" cap="none">
                <a:solidFill>
                  <a:srgbClr val="333333"/>
                </a:solidFill>
                <a:latin typeface="Calibri"/>
                <a:ea typeface="Calibri"/>
                <a:cs typeface="Calibri"/>
                <a:sym typeface="Calibri"/>
              </a:rPr>
              <a:t>{{CE_5}}</a:t>
            </a:r>
            <a:endParaRPr sz="800" b="0" i="0" u="none" strike="noStrike" cap="none">
              <a:solidFill>
                <a:srgbClr val="333333"/>
              </a:solidFill>
              <a:latin typeface="Calibri"/>
              <a:ea typeface="Calibri"/>
              <a:cs typeface="Calibri"/>
              <a:sym typeface="Calibri"/>
            </a:endParaRPr>
          </a:p>
        </p:txBody>
      </p:sp>
      <p:sp>
        <p:nvSpPr>
          <p:cNvPr id="360" name="Google Shape;360;p49"/>
          <p:cNvSpPr txBox="1"/>
          <p:nvPr/>
        </p:nvSpPr>
        <p:spPr>
          <a:xfrm>
            <a:off x="7985429" y="2081050"/>
            <a:ext cx="798300" cy="183900"/>
          </a:xfrm>
          <a:prstGeom prst="rect">
            <a:avLst/>
          </a:prstGeom>
          <a:noFill/>
          <a:ln>
            <a:noFill/>
          </a:ln>
        </p:spPr>
        <p:txBody>
          <a:bodyPr spcFirstLastPara="1" wrap="square" lIns="91225" tIns="91225" rIns="91225" bIns="91225" anchor="t" anchorCtr="0">
            <a:noAutofit/>
          </a:bodyPr>
          <a:lstStyle/>
          <a:p>
            <a:pPr marL="0" marR="0" lvl="0" indent="0" algn="r" rtl="0">
              <a:lnSpc>
                <a:spcPct val="100000"/>
              </a:lnSpc>
              <a:spcBef>
                <a:spcPts val="0"/>
              </a:spcBef>
              <a:spcAft>
                <a:spcPts val="0"/>
              </a:spcAft>
              <a:buClr>
                <a:srgbClr val="000000"/>
              </a:buClr>
              <a:buSzPts val="800"/>
              <a:buFont typeface="Arial"/>
              <a:buNone/>
            </a:pPr>
            <a:r>
              <a:rPr lang="en" sz="800" b="0" i="0" u="none" strike="noStrike" cap="none">
                <a:solidFill>
                  <a:srgbClr val="333333"/>
                </a:solidFill>
                <a:latin typeface="Calibri"/>
                <a:ea typeface="Calibri"/>
                <a:cs typeface="Calibri"/>
                <a:sym typeface="Calibri"/>
              </a:rPr>
              <a:t>{{CE_6}}</a:t>
            </a:r>
            <a:endParaRPr sz="800" b="0" i="0" u="none" strike="noStrike" cap="none">
              <a:solidFill>
                <a:srgbClr val="333333"/>
              </a:solidFill>
              <a:latin typeface="Calibri"/>
              <a:ea typeface="Calibri"/>
              <a:cs typeface="Calibri"/>
              <a:sym typeface="Calibri"/>
            </a:endParaRPr>
          </a:p>
        </p:txBody>
      </p:sp>
      <p:sp>
        <p:nvSpPr>
          <p:cNvPr id="361" name="Google Shape;361;p49"/>
          <p:cNvSpPr txBox="1"/>
          <p:nvPr/>
        </p:nvSpPr>
        <p:spPr>
          <a:xfrm>
            <a:off x="7985429" y="2276120"/>
            <a:ext cx="798300" cy="183900"/>
          </a:xfrm>
          <a:prstGeom prst="rect">
            <a:avLst/>
          </a:prstGeom>
          <a:noFill/>
          <a:ln>
            <a:noFill/>
          </a:ln>
        </p:spPr>
        <p:txBody>
          <a:bodyPr spcFirstLastPara="1" wrap="square" lIns="91225" tIns="91225" rIns="91225" bIns="91225" anchor="t" anchorCtr="0">
            <a:noAutofit/>
          </a:bodyPr>
          <a:lstStyle/>
          <a:p>
            <a:pPr marL="0" marR="0" lvl="0" indent="0" algn="r" rtl="0">
              <a:lnSpc>
                <a:spcPct val="100000"/>
              </a:lnSpc>
              <a:spcBef>
                <a:spcPts val="0"/>
              </a:spcBef>
              <a:spcAft>
                <a:spcPts val="0"/>
              </a:spcAft>
              <a:buClr>
                <a:srgbClr val="000000"/>
              </a:buClr>
              <a:buSzPts val="800"/>
              <a:buFont typeface="Arial"/>
              <a:buNone/>
            </a:pPr>
            <a:r>
              <a:rPr lang="en" sz="800" b="0" i="0" u="none" strike="noStrike" cap="none">
                <a:solidFill>
                  <a:srgbClr val="333333"/>
                </a:solidFill>
                <a:latin typeface="Calibri"/>
                <a:ea typeface="Calibri"/>
                <a:cs typeface="Calibri"/>
                <a:sym typeface="Calibri"/>
              </a:rPr>
              <a:t>{{CE_7}}</a:t>
            </a:r>
            <a:endParaRPr sz="800" b="0" i="0" u="none" strike="noStrike" cap="none">
              <a:solidFill>
                <a:srgbClr val="333333"/>
              </a:solidFill>
              <a:latin typeface="Calibri"/>
              <a:ea typeface="Calibri"/>
              <a:cs typeface="Calibri"/>
              <a:sym typeface="Calibri"/>
            </a:endParaRPr>
          </a:p>
        </p:txBody>
      </p:sp>
      <p:sp>
        <p:nvSpPr>
          <p:cNvPr id="362" name="Google Shape;362;p49"/>
          <p:cNvSpPr txBox="1"/>
          <p:nvPr/>
        </p:nvSpPr>
        <p:spPr>
          <a:xfrm>
            <a:off x="7985429" y="2471189"/>
            <a:ext cx="798300" cy="183900"/>
          </a:xfrm>
          <a:prstGeom prst="rect">
            <a:avLst/>
          </a:prstGeom>
          <a:noFill/>
          <a:ln>
            <a:noFill/>
          </a:ln>
        </p:spPr>
        <p:txBody>
          <a:bodyPr spcFirstLastPara="1" wrap="square" lIns="91225" tIns="91225" rIns="91225" bIns="91225" anchor="t" anchorCtr="0">
            <a:noAutofit/>
          </a:bodyPr>
          <a:lstStyle/>
          <a:p>
            <a:pPr marL="0" marR="0" lvl="0" indent="0" algn="r" rtl="0">
              <a:lnSpc>
                <a:spcPct val="100000"/>
              </a:lnSpc>
              <a:spcBef>
                <a:spcPts val="0"/>
              </a:spcBef>
              <a:spcAft>
                <a:spcPts val="0"/>
              </a:spcAft>
              <a:buClr>
                <a:srgbClr val="000000"/>
              </a:buClr>
              <a:buSzPts val="800"/>
              <a:buFont typeface="Arial"/>
              <a:buNone/>
            </a:pPr>
            <a:r>
              <a:rPr lang="en" sz="800" b="0" i="0" u="none" strike="noStrike" cap="none">
                <a:solidFill>
                  <a:srgbClr val="333333"/>
                </a:solidFill>
                <a:latin typeface="Calibri"/>
                <a:ea typeface="Calibri"/>
                <a:cs typeface="Calibri"/>
                <a:sym typeface="Calibri"/>
              </a:rPr>
              <a:t>{{CE_8}}</a:t>
            </a:r>
            <a:endParaRPr sz="800" b="0" i="0" u="none" strike="noStrike" cap="none">
              <a:solidFill>
                <a:srgbClr val="333333"/>
              </a:solidFill>
              <a:latin typeface="Calibri"/>
              <a:ea typeface="Calibri"/>
              <a:cs typeface="Calibri"/>
              <a:sym typeface="Calibri"/>
            </a:endParaRPr>
          </a:p>
        </p:txBody>
      </p:sp>
      <p:sp>
        <p:nvSpPr>
          <p:cNvPr id="363" name="Google Shape;363;p49"/>
          <p:cNvSpPr txBox="1"/>
          <p:nvPr/>
        </p:nvSpPr>
        <p:spPr>
          <a:xfrm>
            <a:off x="7985429" y="2666258"/>
            <a:ext cx="798300" cy="183900"/>
          </a:xfrm>
          <a:prstGeom prst="rect">
            <a:avLst/>
          </a:prstGeom>
          <a:noFill/>
          <a:ln>
            <a:noFill/>
          </a:ln>
        </p:spPr>
        <p:txBody>
          <a:bodyPr spcFirstLastPara="1" wrap="square" lIns="91225" tIns="91225" rIns="91225" bIns="91225" anchor="t" anchorCtr="0">
            <a:noAutofit/>
          </a:bodyPr>
          <a:lstStyle/>
          <a:p>
            <a:pPr marL="0" marR="0" lvl="0" indent="0" algn="r" rtl="0">
              <a:lnSpc>
                <a:spcPct val="100000"/>
              </a:lnSpc>
              <a:spcBef>
                <a:spcPts val="0"/>
              </a:spcBef>
              <a:spcAft>
                <a:spcPts val="0"/>
              </a:spcAft>
              <a:buClr>
                <a:srgbClr val="000000"/>
              </a:buClr>
              <a:buSzPts val="800"/>
              <a:buFont typeface="Arial"/>
              <a:buNone/>
            </a:pPr>
            <a:r>
              <a:rPr lang="en" sz="800" b="0" i="0" u="none" strike="noStrike" cap="none">
                <a:solidFill>
                  <a:srgbClr val="333333"/>
                </a:solidFill>
                <a:latin typeface="Calibri"/>
                <a:ea typeface="Calibri"/>
                <a:cs typeface="Calibri"/>
                <a:sym typeface="Calibri"/>
              </a:rPr>
              <a:t>{{CE_9}}</a:t>
            </a:r>
            <a:endParaRPr sz="800" b="0" i="0" u="none" strike="noStrike" cap="none">
              <a:solidFill>
                <a:srgbClr val="333333"/>
              </a:solidFill>
              <a:latin typeface="Calibri"/>
              <a:ea typeface="Calibri"/>
              <a:cs typeface="Calibri"/>
              <a:sym typeface="Calibri"/>
            </a:endParaRPr>
          </a:p>
        </p:txBody>
      </p:sp>
      <p:sp>
        <p:nvSpPr>
          <p:cNvPr id="364" name="Google Shape;364;p49"/>
          <p:cNvSpPr txBox="1"/>
          <p:nvPr/>
        </p:nvSpPr>
        <p:spPr>
          <a:xfrm>
            <a:off x="7985429" y="2861327"/>
            <a:ext cx="798300" cy="183900"/>
          </a:xfrm>
          <a:prstGeom prst="rect">
            <a:avLst/>
          </a:prstGeom>
          <a:noFill/>
          <a:ln>
            <a:noFill/>
          </a:ln>
        </p:spPr>
        <p:txBody>
          <a:bodyPr spcFirstLastPara="1" wrap="square" lIns="91225" tIns="91225" rIns="91225" bIns="91225" anchor="t" anchorCtr="0">
            <a:noAutofit/>
          </a:bodyPr>
          <a:lstStyle/>
          <a:p>
            <a:pPr marL="0" marR="0" lvl="0" indent="0" algn="r" rtl="0">
              <a:lnSpc>
                <a:spcPct val="100000"/>
              </a:lnSpc>
              <a:spcBef>
                <a:spcPts val="0"/>
              </a:spcBef>
              <a:spcAft>
                <a:spcPts val="0"/>
              </a:spcAft>
              <a:buClr>
                <a:srgbClr val="000000"/>
              </a:buClr>
              <a:buSzPts val="800"/>
              <a:buFont typeface="Arial"/>
              <a:buNone/>
            </a:pPr>
            <a:r>
              <a:rPr lang="en" sz="800" b="0" i="0" u="none" strike="noStrike" cap="none">
                <a:solidFill>
                  <a:srgbClr val="333333"/>
                </a:solidFill>
                <a:latin typeface="Calibri"/>
                <a:ea typeface="Calibri"/>
                <a:cs typeface="Calibri"/>
                <a:sym typeface="Calibri"/>
              </a:rPr>
              <a:t>{{CE_10}}</a:t>
            </a:r>
            <a:endParaRPr sz="800" b="0" i="0" u="none" strike="noStrike" cap="none">
              <a:solidFill>
                <a:srgbClr val="333333"/>
              </a:solidFill>
              <a:latin typeface="Calibri"/>
              <a:ea typeface="Calibri"/>
              <a:cs typeface="Calibri"/>
              <a:sym typeface="Calibri"/>
            </a:endParaRPr>
          </a:p>
        </p:txBody>
      </p:sp>
      <p:sp>
        <p:nvSpPr>
          <p:cNvPr id="365" name="Google Shape;365;p49"/>
          <p:cNvSpPr txBox="1"/>
          <p:nvPr/>
        </p:nvSpPr>
        <p:spPr>
          <a:xfrm>
            <a:off x="7990523" y="3056397"/>
            <a:ext cx="798300" cy="183900"/>
          </a:xfrm>
          <a:prstGeom prst="rect">
            <a:avLst/>
          </a:prstGeom>
          <a:noFill/>
          <a:ln>
            <a:noFill/>
          </a:ln>
        </p:spPr>
        <p:txBody>
          <a:bodyPr spcFirstLastPara="1" wrap="square" lIns="91225" tIns="91225" rIns="91225" bIns="91225" anchor="t" anchorCtr="0">
            <a:noAutofit/>
          </a:bodyPr>
          <a:lstStyle/>
          <a:p>
            <a:pPr marL="0" marR="0" lvl="0" indent="0" algn="r" rtl="0">
              <a:lnSpc>
                <a:spcPct val="100000"/>
              </a:lnSpc>
              <a:spcBef>
                <a:spcPts val="0"/>
              </a:spcBef>
              <a:spcAft>
                <a:spcPts val="0"/>
              </a:spcAft>
              <a:buClr>
                <a:srgbClr val="000000"/>
              </a:buClr>
              <a:buSzPts val="800"/>
              <a:buFont typeface="Arial"/>
              <a:buNone/>
            </a:pPr>
            <a:r>
              <a:rPr lang="en" sz="800" b="0" i="0" u="none" strike="noStrike" cap="none">
                <a:solidFill>
                  <a:srgbClr val="333333"/>
                </a:solidFill>
                <a:latin typeface="Calibri"/>
                <a:ea typeface="Calibri"/>
                <a:cs typeface="Calibri"/>
                <a:sym typeface="Calibri"/>
              </a:rPr>
              <a:t>{{CE_11}}</a:t>
            </a:r>
            <a:endParaRPr sz="800" b="0" i="0" u="none" strike="noStrike" cap="none">
              <a:solidFill>
                <a:srgbClr val="333333"/>
              </a:solidFill>
              <a:latin typeface="Calibri"/>
              <a:ea typeface="Calibri"/>
              <a:cs typeface="Calibri"/>
              <a:sym typeface="Calibri"/>
            </a:endParaRPr>
          </a:p>
        </p:txBody>
      </p:sp>
      <p:sp>
        <p:nvSpPr>
          <p:cNvPr id="366" name="Google Shape;366;p49"/>
          <p:cNvSpPr txBox="1"/>
          <p:nvPr/>
        </p:nvSpPr>
        <p:spPr>
          <a:xfrm>
            <a:off x="7985429" y="3251466"/>
            <a:ext cx="798300" cy="183900"/>
          </a:xfrm>
          <a:prstGeom prst="rect">
            <a:avLst/>
          </a:prstGeom>
          <a:noFill/>
          <a:ln>
            <a:noFill/>
          </a:ln>
        </p:spPr>
        <p:txBody>
          <a:bodyPr spcFirstLastPara="1" wrap="square" lIns="91225" tIns="91225" rIns="91225" bIns="91225" anchor="t" anchorCtr="0">
            <a:noAutofit/>
          </a:bodyPr>
          <a:lstStyle/>
          <a:p>
            <a:pPr marL="0" marR="0" lvl="0" indent="0" algn="r" rtl="0">
              <a:lnSpc>
                <a:spcPct val="100000"/>
              </a:lnSpc>
              <a:spcBef>
                <a:spcPts val="0"/>
              </a:spcBef>
              <a:spcAft>
                <a:spcPts val="0"/>
              </a:spcAft>
              <a:buClr>
                <a:srgbClr val="000000"/>
              </a:buClr>
              <a:buSzPts val="800"/>
              <a:buFont typeface="Arial"/>
              <a:buNone/>
            </a:pPr>
            <a:r>
              <a:rPr lang="en" sz="800" b="0" i="0" u="none" strike="noStrike" cap="none">
                <a:solidFill>
                  <a:srgbClr val="333333"/>
                </a:solidFill>
                <a:latin typeface="Calibri"/>
                <a:ea typeface="Calibri"/>
                <a:cs typeface="Calibri"/>
                <a:sym typeface="Calibri"/>
              </a:rPr>
              <a:t>{{CE_12}}</a:t>
            </a:r>
            <a:endParaRPr sz="800" b="0" i="0" u="none" strike="noStrike" cap="none">
              <a:solidFill>
                <a:srgbClr val="333333"/>
              </a:solidFill>
              <a:latin typeface="Calibri"/>
              <a:ea typeface="Calibri"/>
              <a:cs typeface="Calibri"/>
              <a:sym typeface="Calibri"/>
            </a:endParaRPr>
          </a:p>
        </p:txBody>
      </p:sp>
      <p:pic>
        <p:nvPicPr>
          <p:cNvPr id="367" name="Google Shape;367;p49"/>
          <p:cNvPicPr preferRelativeResize="0"/>
          <p:nvPr/>
        </p:nvPicPr>
        <p:blipFill rotWithShape="1">
          <a:blip r:embed="rId15">
            <a:alphaModFix/>
          </a:blip>
          <a:srcRect/>
          <a:stretch/>
        </p:blipFill>
        <p:spPr>
          <a:xfrm>
            <a:off x="2972000" y="3837150"/>
            <a:ext cx="5986350" cy="1180899"/>
          </a:xfrm>
          <a:prstGeom prst="rect">
            <a:avLst/>
          </a:prstGeom>
          <a:noFill/>
          <a:ln w="9525" cap="flat" cmpd="sng">
            <a:solidFill>
              <a:schemeClr val="accent1"/>
            </a:solidFill>
            <a:prstDash val="solid"/>
            <a:round/>
            <a:headEnd type="none" w="sm" len="sm"/>
            <a:tailEnd type="none" w="sm" len="sm"/>
          </a:ln>
        </p:spPr>
      </p:pic>
      <p:sp>
        <p:nvSpPr>
          <p:cNvPr id="368" name="Google Shape;368;p49"/>
          <p:cNvSpPr txBox="1"/>
          <p:nvPr/>
        </p:nvSpPr>
        <p:spPr>
          <a:xfrm>
            <a:off x="3107645" y="3877908"/>
            <a:ext cx="2630400" cy="309000"/>
          </a:xfrm>
          <a:prstGeom prst="rect">
            <a:avLst/>
          </a:prstGeom>
          <a:noFill/>
          <a:ln>
            <a:noFill/>
          </a:ln>
        </p:spPr>
        <p:txBody>
          <a:bodyPr spcFirstLastPara="1" wrap="square" lIns="68575" tIns="34275" rIns="68575" bIns="34275" anchor="t" anchorCtr="0">
            <a:normAutofit/>
          </a:bodyPr>
          <a:lstStyle/>
          <a:p>
            <a:pPr marL="0" marR="0" lvl="0" indent="0" algn="l" rtl="0">
              <a:lnSpc>
                <a:spcPct val="90000"/>
              </a:lnSpc>
              <a:spcBef>
                <a:spcPts val="0"/>
              </a:spcBef>
              <a:spcAft>
                <a:spcPts val="0"/>
              </a:spcAft>
              <a:buClr>
                <a:schemeClr val="dk2"/>
              </a:buClr>
              <a:buSzPts val="1500"/>
              <a:buFont typeface="Arial"/>
              <a:buNone/>
            </a:pPr>
            <a:r>
              <a:rPr lang="en" sz="1400" b="0" i="0" u="sng" strike="noStrike" cap="none">
                <a:solidFill>
                  <a:schemeClr val="hlink"/>
                </a:solidFill>
                <a:latin typeface="Calibri"/>
                <a:ea typeface="Calibri"/>
                <a:cs typeface="Calibri"/>
                <a:sym typeface="Calibri"/>
                <a:hlinkClick r:id="rId16"/>
              </a:rPr>
              <a:t>AI Visibility / Inventory</a:t>
            </a:r>
            <a:r>
              <a:rPr lang="en" sz="1400" b="0" i="0" u="none" strike="noStrike" cap="none">
                <a:solidFill>
                  <a:srgbClr val="0254EC"/>
                </a:solidFill>
                <a:latin typeface="Calibri"/>
                <a:ea typeface="Calibri"/>
                <a:cs typeface="Calibri"/>
                <a:sym typeface="Calibri"/>
              </a:rPr>
              <a:t> </a:t>
            </a:r>
            <a:r>
              <a:rPr lang="en" sz="1500" b="0" i="0" u="none" strike="noStrike" cap="none">
                <a:solidFill>
                  <a:schemeClr val="hlink"/>
                </a:solidFill>
                <a:uFill>
                  <a:noFill/>
                </a:uFill>
                <a:latin typeface="Calibri"/>
                <a:ea typeface="Calibri"/>
                <a:cs typeface="Calibri"/>
                <a:sym typeface="Calibri"/>
                <a:hlinkClick r:id="rId13"/>
              </a:rPr>
              <a:t>↗</a:t>
            </a:r>
            <a:endParaRPr sz="1400" b="0" i="0" u="none" strike="noStrike" cap="none">
              <a:solidFill>
                <a:srgbClr val="0254EC"/>
              </a:solidFill>
              <a:latin typeface="Calibri"/>
              <a:ea typeface="Calibri"/>
              <a:cs typeface="Calibri"/>
              <a:sym typeface="Calibri"/>
            </a:endParaRPr>
          </a:p>
        </p:txBody>
      </p:sp>
      <p:sp>
        <p:nvSpPr>
          <p:cNvPr id="369" name="Google Shape;369;p49"/>
          <p:cNvSpPr/>
          <p:nvPr/>
        </p:nvSpPr>
        <p:spPr>
          <a:xfrm>
            <a:off x="3139402" y="4279050"/>
            <a:ext cx="1060500" cy="273000"/>
          </a:xfrm>
          <a:prstGeom prst="roundRect">
            <a:avLst>
              <a:gd name="adj" fmla="val 16667"/>
            </a:avLst>
          </a:prstGeom>
          <a:solidFill>
            <a:srgbClr val="F7FAFF"/>
          </a:solidFill>
          <a:ln w="9525" cap="flat" cmpd="sng">
            <a:solidFill>
              <a:srgbClr val="6296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700"/>
              <a:buFont typeface="Arial"/>
              <a:buNone/>
            </a:pPr>
            <a:r>
              <a:rPr lang="en" sz="700" b="0" i="0" u="none" strike="noStrike" cap="none">
                <a:solidFill>
                  <a:srgbClr val="00113E"/>
                </a:solidFill>
                <a:latin typeface="Calibri"/>
                <a:ea typeface="Calibri"/>
                <a:cs typeface="Calibri"/>
                <a:sym typeface="Calibri"/>
              </a:rPr>
              <a:t>{{AI_MODELS_COUNT}} </a:t>
            </a:r>
            <a:br>
              <a:rPr lang="en" sz="700" b="0" i="0" u="none" strike="noStrike" cap="none">
                <a:solidFill>
                  <a:srgbClr val="00113E"/>
                </a:solidFill>
                <a:latin typeface="Calibri"/>
                <a:ea typeface="Calibri"/>
                <a:cs typeface="Calibri"/>
                <a:sym typeface="Calibri"/>
              </a:rPr>
            </a:br>
            <a:r>
              <a:rPr lang="en" sz="700" b="0" i="0" u="none" strike="noStrike" cap="none">
                <a:solidFill>
                  <a:srgbClr val="00113E"/>
                </a:solidFill>
                <a:latin typeface="Calibri"/>
                <a:ea typeface="Calibri"/>
                <a:cs typeface="Calibri"/>
                <a:sym typeface="Calibri"/>
              </a:rPr>
              <a:t>AI Models</a:t>
            </a:r>
            <a:endParaRPr sz="1200" b="0" i="0" u="none" strike="noStrike" cap="none">
              <a:solidFill>
                <a:srgbClr val="000000"/>
              </a:solidFill>
              <a:latin typeface="Calibri"/>
              <a:ea typeface="Calibri"/>
              <a:cs typeface="Calibri"/>
              <a:sym typeface="Calibri"/>
            </a:endParaRPr>
          </a:p>
        </p:txBody>
      </p:sp>
      <p:sp>
        <p:nvSpPr>
          <p:cNvPr id="370" name="Google Shape;370;p49"/>
          <p:cNvSpPr/>
          <p:nvPr/>
        </p:nvSpPr>
        <p:spPr>
          <a:xfrm>
            <a:off x="4314761" y="4279050"/>
            <a:ext cx="1060500" cy="273000"/>
          </a:xfrm>
          <a:prstGeom prst="roundRect">
            <a:avLst>
              <a:gd name="adj" fmla="val 16667"/>
            </a:avLst>
          </a:prstGeom>
          <a:solidFill>
            <a:srgbClr val="F7FAFF"/>
          </a:solidFill>
          <a:ln w="9525" cap="flat" cmpd="sng">
            <a:solidFill>
              <a:srgbClr val="6296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700"/>
              <a:buFont typeface="Arial"/>
              <a:buNone/>
            </a:pPr>
            <a:r>
              <a:rPr lang="en" sz="700" b="0" i="0" u="none" strike="noStrike" cap="none">
                <a:solidFill>
                  <a:srgbClr val="00113E"/>
                </a:solidFill>
                <a:latin typeface="Calibri"/>
                <a:ea typeface="Calibri"/>
                <a:cs typeface="Calibri"/>
                <a:sym typeface="Calibri"/>
              </a:rPr>
              <a:t>{{AI_AGENTS_COUNT}} </a:t>
            </a:r>
            <a:br>
              <a:rPr lang="en" sz="700" b="0" i="0" u="none" strike="noStrike" cap="none">
                <a:solidFill>
                  <a:srgbClr val="00113E"/>
                </a:solidFill>
                <a:latin typeface="Calibri"/>
                <a:ea typeface="Calibri"/>
                <a:cs typeface="Calibri"/>
                <a:sym typeface="Calibri"/>
              </a:rPr>
            </a:br>
            <a:r>
              <a:rPr lang="en" sz="700" b="0" i="0" u="none" strike="noStrike" cap="none">
                <a:solidFill>
                  <a:srgbClr val="00113E"/>
                </a:solidFill>
                <a:latin typeface="Calibri"/>
                <a:ea typeface="Calibri"/>
                <a:cs typeface="Calibri"/>
                <a:sym typeface="Calibri"/>
              </a:rPr>
              <a:t>AI Agents</a:t>
            </a:r>
            <a:endParaRPr sz="700" b="0" i="0" u="none" strike="noStrike" cap="none">
              <a:solidFill>
                <a:srgbClr val="00113E"/>
              </a:solidFill>
              <a:latin typeface="Calibri"/>
              <a:ea typeface="Calibri"/>
              <a:cs typeface="Calibri"/>
              <a:sym typeface="Calibri"/>
            </a:endParaRPr>
          </a:p>
        </p:txBody>
      </p:sp>
      <p:sp>
        <p:nvSpPr>
          <p:cNvPr id="371" name="Google Shape;371;p49"/>
          <p:cNvSpPr/>
          <p:nvPr/>
        </p:nvSpPr>
        <p:spPr>
          <a:xfrm>
            <a:off x="5490120" y="4279060"/>
            <a:ext cx="1060500" cy="273000"/>
          </a:xfrm>
          <a:prstGeom prst="roundRect">
            <a:avLst>
              <a:gd name="adj" fmla="val 16667"/>
            </a:avLst>
          </a:prstGeom>
          <a:solidFill>
            <a:srgbClr val="F7FAFF"/>
          </a:solidFill>
          <a:ln w="9525" cap="flat" cmpd="sng">
            <a:solidFill>
              <a:srgbClr val="6296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700"/>
              <a:buFont typeface="Arial"/>
              <a:buNone/>
            </a:pPr>
            <a:r>
              <a:rPr lang="en" sz="700" b="0" i="0" u="none" strike="noStrike" cap="none">
                <a:solidFill>
                  <a:srgbClr val="00113E"/>
                </a:solidFill>
                <a:latin typeface="Calibri"/>
                <a:ea typeface="Calibri"/>
                <a:cs typeface="Calibri"/>
                <a:sym typeface="Calibri"/>
              </a:rPr>
              <a:t>{{AI_PIPELINES_COUNT}} </a:t>
            </a:r>
            <a:br>
              <a:rPr lang="en" sz="700" b="0" i="0" u="none" strike="noStrike" cap="none">
                <a:solidFill>
                  <a:srgbClr val="00113E"/>
                </a:solidFill>
                <a:latin typeface="Calibri"/>
                <a:ea typeface="Calibri"/>
                <a:cs typeface="Calibri"/>
                <a:sym typeface="Calibri"/>
              </a:rPr>
            </a:br>
            <a:r>
              <a:rPr lang="en" sz="700" b="0" i="0" u="none" strike="noStrike" cap="none">
                <a:solidFill>
                  <a:srgbClr val="00113E"/>
                </a:solidFill>
                <a:latin typeface="Calibri"/>
                <a:ea typeface="Calibri"/>
                <a:cs typeface="Calibri"/>
                <a:sym typeface="Calibri"/>
              </a:rPr>
              <a:t>AI Pipelines</a:t>
            </a:r>
            <a:endParaRPr sz="700" b="0" i="0" u="none" strike="noStrike" cap="none">
              <a:solidFill>
                <a:srgbClr val="00113E"/>
              </a:solidFill>
              <a:latin typeface="Calibri"/>
              <a:ea typeface="Calibri"/>
              <a:cs typeface="Calibri"/>
              <a:sym typeface="Calibri"/>
            </a:endParaRPr>
          </a:p>
        </p:txBody>
      </p:sp>
      <p:sp>
        <p:nvSpPr>
          <p:cNvPr id="372" name="Google Shape;372;p49"/>
          <p:cNvSpPr/>
          <p:nvPr/>
        </p:nvSpPr>
        <p:spPr>
          <a:xfrm>
            <a:off x="6665479" y="4284759"/>
            <a:ext cx="1060500" cy="273000"/>
          </a:xfrm>
          <a:prstGeom prst="roundRect">
            <a:avLst>
              <a:gd name="adj" fmla="val 16667"/>
            </a:avLst>
          </a:prstGeom>
          <a:solidFill>
            <a:srgbClr val="F7FAFF"/>
          </a:solidFill>
          <a:ln w="9525" cap="flat" cmpd="sng">
            <a:solidFill>
              <a:srgbClr val="6296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700"/>
              <a:buFont typeface="Arial"/>
              <a:buNone/>
            </a:pPr>
            <a:r>
              <a:rPr lang="en" sz="700" b="0" i="0" u="none" strike="noStrike" cap="none">
                <a:solidFill>
                  <a:srgbClr val="00113E"/>
                </a:solidFill>
                <a:latin typeface="Calibri"/>
                <a:ea typeface="Calibri"/>
                <a:cs typeface="Calibri"/>
                <a:sym typeface="Calibri"/>
              </a:rPr>
              <a:t>{{AI_WORKLOADS_COUNT}} </a:t>
            </a:r>
            <a:br>
              <a:rPr lang="en" sz="700" b="0" i="0" u="none" strike="noStrike" cap="none">
                <a:solidFill>
                  <a:srgbClr val="00113E"/>
                </a:solidFill>
                <a:latin typeface="Calibri"/>
                <a:ea typeface="Calibri"/>
                <a:cs typeface="Calibri"/>
                <a:sym typeface="Calibri"/>
              </a:rPr>
            </a:br>
            <a:r>
              <a:rPr lang="en" sz="700" b="0" i="0" u="none" strike="noStrike" cap="none">
                <a:solidFill>
                  <a:srgbClr val="00113E"/>
                </a:solidFill>
                <a:latin typeface="Calibri"/>
                <a:ea typeface="Calibri"/>
                <a:cs typeface="Calibri"/>
                <a:sym typeface="Calibri"/>
              </a:rPr>
              <a:t>AI Workloads</a:t>
            </a:r>
            <a:endParaRPr sz="700" b="0" i="0" u="none" strike="noStrike" cap="none">
              <a:solidFill>
                <a:srgbClr val="00113E"/>
              </a:solidFill>
              <a:latin typeface="Calibri"/>
              <a:ea typeface="Calibri"/>
              <a:cs typeface="Calibri"/>
              <a:sym typeface="Calibri"/>
            </a:endParaRPr>
          </a:p>
        </p:txBody>
      </p:sp>
      <p:sp>
        <p:nvSpPr>
          <p:cNvPr id="373" name="Google Shape;373;p49"/>
          <p:cNvSpPr/>
          <p:nvPr/>
        </p:nvSpPr>
        <p:spPr>
          <a:xfrm>
            <a:off x="3145104" y="4656960"/>
            <a:ext cx="1060500" cy="284400"/>
          </a:xfrm>
          <a:prstGeom prst="roundRect">
            <a:avLst>
              <a:gd name="adj" fmla="val 16667"/>
            </a:avLst>
          </a:prstGeom>
          <a:solidFill>
            <a:srgbClr val="F7FAFF"/>
          </a:solidFill>
          <a:ln w="9525" cap="flat" cmpd="sng">
            <a:solidFill>
              <a:srgbClr val="6296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700"/>
              <a:buFont typeface="Arial"/>
              <a:buNone/>
            </a:pPr>
            <a:r>
              <a:rPr lang="en" sz="700" b="0" i="0" u="none" strike="noStrike" cap="none">
                <a:solidFill>
                  <a:srgbClr val="00113E"/>
                </a:solidFill>
                <a:latin typeface="Calibri"/>
                <a:ea typeface="Calibri"/>
                <a:cs typeface="Calibri"/>
                <a:sym typeface="Calibri"/>
              </a:rPr>
              <a:t>{{AI_GUARDRAILS_COUNT}} </a:t>
            </a:r>
            <a:br>
              <a:rPr lang="en" sz="700" b="0" i="0" u="none" strike="noStrike" cap="none">
                <a:solidFill>
                  <a:srgbClr val="00113E"/>
                </a:solidFill>
                <a:latin typeface="Calibri"/>
                <a:ea typeface="Calibri"/>
                <a:cs typeface="Calibri"/>
                <a:sym typeface="Calibri"/>
              </a:rPr>
            </a:br>
            <a:r>
              <a:rPr lang="en" sz="700" b="0" i="0" u="none" strike="noStrike" cap="none">
                <a:solidFill>
                  <a:srgbClr val="00113E"/>
                </a:solidFill>
                <a:latin typeface="Calibri"/>
                <a:ea typeface="Calibri"/>
                <a:cs typeface="Calibri"/>
                <a:sym typeface="Calibri"/>
              </a:rPr>
              <a:t>AI Guardrails</a:t>
            </a:r>
            <a:endParaRPr sz="700" b="0" i="0" u="none" strike="noStrike" cap="none">
              <a:solidFill>
                <a:srgbClr val="00113E"/>
              </a:solidFill>
              <a:latin typeface="Calibri"/>
              <a:ea typeface="Calibri"/>
              <a:cs typeface="Calibri"/>
              <a:sym typeface="Calibri"/>
            </a:endParaRPr>
          </a:p>
        </p:txBody>
      </p:sp>
      <p:sp>
        <p:nvSpPr>
          <p:cNvPr id="374" name="Google Shape;374;p49"/>
          <p:cNvSpPr/>
          <p:nvPr/>
        </p:nvSpPr>
        <p:spPr>
          <a:xfrm>
            <a:off x="4319779" y="4664450"/>
            <a:ext cx="1060500" cy="284400"/>
          </a:xfrm>
          <a:prstGeom prst="roundRect">
            <a:avLst>
              <a:gd name="adj" fmla="val 16667"/>
            </a:avLst>
          </a:prstGeom>
          <a:solidFill>
            <a:srgbClr val="F7FAFF"/>
          </a:solidFill>
          <a:ln w="9525" cap="flat" cmpd="sng">
            <a:solidFill>
              <a:srgbClr val="6296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700"/>
              <a:buFont typeface="Arial"/>
              <a:buNone/>
            </a:pPr>
            <a:r>
              <a:rPr lang="en" sz="700" b="0" i="0" u="none" strike="noStrike" cap="none">
                <a:solidFill>
                  <a:srgbClr val="00113E"/>
                </a:solidFill>
                <a:latin typeface="Calibri"/>
                <a:ea typeface="Calibri"/>
                <a:cs typeface="Calibri"/>
                <a:sym typeface="Calibri"/>
              </a:rPr>
              <a:t>{{AI_MCP_SERVERS_COUNT}} </a:t>
            </a:r>
            <a:br>
              <a:rPr lang="en" sz="700" b="0" i="0" u="none" strike="noStrike" cap="none">
                <a:solidFill>
                  <a:srgbClr val="00113E"/>
                </a:solidFill>
                <a:latin typeface="Calibri"/>
                <a:ea typeface="Calibri"/>
                <a:cs typeface="Calibri"/>
                <a:sym typeface="Calibri"/>
              </a:rPr>
            </a:br>
            <a:r>
              <a:rPr lang="en" sz="700" b="0" i="0" u="none" strike="noStrike" cap="none">
                <a:solidFill>
                  <a:srgbClr val="00113E"/>
                </a:solidFill>
                <a:latin typeface="Calibri"/>
                <a:ea typeface="Calibri"/>
                <a:cs typeface="Calibri"/>
                <a:sym typeface="Calibri"/>
              </a:rPr>
              <a:t>MCP Servers</a:t>
            </a:r>
            <a:endParaRPr sz="700" b="0" i="0" u="none" strike="noStrike" cap="none">
              <a:solidFill>
                <a:srgbClr val="00113E"/>
              </a:solidFill>
              <a:latin typeface="Calibri"/>
              <a:ea typeface="Calibri"/>
              <a:cs typeface="Calibri"/>
              <a:sym typeface="Calibri"/>
            </a:endParaRPr>
          </a:p>
        </p:txBody>
      </p:sp>
      <p:sp>
        <p:nvSpPr>
          <p:cNvPr id="375" name="Google Shape;375;p49"/>
          <p:cNvSpPr/>
          <p:nvPr/>
        </p:nvSpPr>
        <p:spPr>
          <a:xfrm>
            <a:off x="5494453" y="4657061"/>
            <a:ext cx="1060500" cy="273000"/>
          </a:xfrm>
          <a:prstGeom prst="roundRect">
            <a:avLst>
              <a:gd name="adj" fmla="val 16667"/>
            </a:avLst>
          </a:prstGeom>
          <a:solidFill>
            <a:srgbClr val="F7FAFF"/>
          </a:solidFill>
          <a:ln w="9525" cap="flat" cmpd="sng">
            <a:solidFill>
              <a:srgbClr val="6296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700"/>
              <a:buFont typeface="Arial"/>
              <a:buNone/>
            </a:pPr>
            <a:r>
              <a:rPr lang="en" sz="700" b="0" i="0" u="none" strike="noStrike" cap="none">
                <a:solidFill>
                  <a:srgbClr val="00113E"/>
                </a:solidFill>
                <a:latin typeface="Calibri"/>
                <a:ea typeface="Calibri"/>
                <a:cs typeface="Calibri"/>
                <a:sym typeface="Calibri"/>
              </a:rPr>
              <a:t>{{AI_TECHNOLOGIES_COUNT}} </a:t>
            </a:r>
            <a:br>
              <a:rPr lang="en" sz="700" b="0" i="0" u="none" strike="noStrike" cap="none">
                <a:solidFill>
                  <a:srgbClr val="00113E"/>
                </a:solidFill>
                <a:latin typeface="Calibri"/>
                <a:ea typeface="Calibri"/>
                <a:cs typeface="Calibri"/>
                <a:sym typeface="Calibri"/>
              </a:rPr>
            </a:br>
            <a:r>
              <a:rPr lang="en" sz="700" b="0" i="0" u="none" strike="noStrike" cap="none">
                <a:solidFill>
                  <a:srgbClr val="00113E"/>
                </a:solidFill>
                <a:latin typeface="Calibri"/>
                <a:ea typeface="Calibri"/>
                <a:cs typeface="Calibri"/>
                <a:sym typeface="Calibri"/>
              </a:rPr>
              <a:t>AI Technologies</a:t>
            </a:r>
            <a:endParaRPr sz="700" b="0" i="0" u="none" strike="noStrike" cap="none">
              <a:solidFill>
                <a:srgbClr val="00113E"/>
              </a:solidFill>
              <a:latin typeface="Calibri"/>
              <a:ea typeface="Calibri"/>
              <a:cs typeface="Calibri"/>
              <a:sym typeface="Calibri"/>
            </a:endParaRPr>
          </a:p>
        </p:txBody>
      </p:sp>
      <p:sp>
        <p:nvSpPr>
          <p:cNvPr id="376" name="Google Shape;376;p49"/>
          <p:cNvSpPr/>
          <p:nvPr/>
        </p:nvSpPr>
        <p:spPr>
          <a:xfrm>
            <a:off x="6669128" y="4655787"/>
            <a:ext cx="1060500" cy="273000"/>
          </a:xfrm>
          <a:prstGeom prst="roundRect">
            <a:avLst>
              <a:gd name="adj" fmla="val 16667"/>
            </a:avLst>
          </a:prstGeom>
          <a:solidFill>
            <a:srgbClr val="F7FAFF"/>
          </a:solidFill>
          <a:ln w="9525" cap="flat" cmpd="sng">
            <a:solidFill>
              <a:srgbClr val="6296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700"/>
              <a:buFont typeface="Arial"/>
              <a:buNone/>
            </a:pPr>
            <a:r>
              <a:rPr lang="en" sz="700" b="0" i="0" u="none" strike="noStrike" cap="none">
                <a:solidFill>
                  <a:srgbClr val="00113E"/>
                </a:solidFill>
                <a:latin typeface="Calibri"/>
                <a:ea typeface="Calibri"/>
                <a:cs typeface="Calibri"/>
                <a:sym typeface="Calibri"/>
              </a:rPr>
              <a:t>{{AI_CODE_REPOS_COUNT}} </a:t>
            </a:r>
            <a:br>
              <a:rPr lang="en" sz="700" b="0" i="0" u="none" strike="noStrike" cap="none">
                <a:solidFill>
                  <a:srgbClr val="00113E"/>
                </a:solidFill>
                <a:latin typeface="Calibri"/>
                <a:ea typeface="Calibri"/>
                <a:cs typeface="Calibri"/>
                <a:sym typeface="Calibri"/>
              </a:rPr>
            </a:br>
            <a:r>
              <a:rPr lang="en" sz="700" b="0" i="0" u="none" strike="noStrike" cap="none">
                <a:solidFill>
                  <a:srgbClr val="00113E"/>
                </a:solidFill>
                <a:latin typeface="Calibri"/>
                <a:ea typeface="Calibri"/>
                <a:cs typeface="Calibri"/>
                <a:sym typeface="Calibri"/>
              </a:rPr>
              <a:t>Code Repos with AI</a:t>
            </a:r>
            <a:endParaRPr sz="700" b="0" i="0" u="none" strike="noStrike" cap="none">
              <a:solidFill>
                <a:srgbClr val="00113E"/>
              </a:solidFill>
              <a:latin typeface="Calibri"/>
              <a:ea typeface="Calibri"/>
              <a:cs typeface="Calibri"/>
              <a:sym typeface="Calibri"/>
            </a:endParaRPr>
          </a:p>
        </p:txBody>
      </p:sp>
      <p:sp>
        <p:nvSpPr>
          <p:cNvPr id="377" name="Google Shape;377;p49"/>
          <p:cNvSpPr txBox="1"/>
          <p:nvPr/>
        </p:nvSpPr>
        <p:spPr>
          <a:xfrm>
            <a:off x="6013666" y="3460474"/>
            <a:ext cx="2287200" cy="181200"/>
          </a:xfrm>
          <a:prstGeom prst="rect">
            <a:avLst/>
          </a:prstGeom>
          <a:noFill/>
          <a:ln>
            <a:noFill/>
          </a:ln>
        </p:spPr>
        <p:txBody>
          <a:bodyPr spcFirstLastPara="1" wrap="square" lIns="91225" tIns="91225" rIns="91225" bIns="91225" anchor="t" anchorCtr="0">
            <a:noAutofit/>
          </a:bodyPr>
          <a:lstStyle/>
          <a:p>
            <a:pPr marL="0" marR="0" lvl="0" indent="0" algn="l" rtl="0">
              <a:lnSpc>
                <a:spcPct val="100000"/>
              </a:lnSpc>
              <a:spcBef>
                <a:spcPts val="0"/>
              </a:spcBef>
              <a:spcAft>
                <a:spcPts val="0"/>
              </a:spcAft>
              <a:buClr>
                <a:srgbClr val="000000"/>
              </a:buClr>
              <a:buSzPts val="800"/>
              <a:buFont typeface="Arial"/>
              <a:buNone/>
            </a:pPr>
            <a:r>
              <a:rPr lang="en" sz="800" b="0" i="0" u="none" strike="noStrike" cap="none">
                <a:solidFill>
                  <a:srgbClr val="333333"/>
                </a:solidFill>
                <a:latin typeface="Calibri"/>
                <a:ea typeface="Calibri"/>
                <a:cs typeface="Calibri"/>
                <a:sym typeface="Calibri"/>
              </a:rPr>
              <a:t>{{CLOUD_EVENTS_13}}</a:t>
            </a:r>
            <a:endParaRPr sz="800" b="0" i="0" u="none" strike="noStrike" cap="none">
              <a:solidFill>
                <a:srgbClr val="333333"/>
              </a:solidFill>
              <a:latin typeface="Calibri"/>
              <a:ea typeface="Calibri"/>
              <a:cs typeface="Calibri"/>
              <a:sym typeface="Calibri"/>
            </a:endParaRPr>
          </a:p>
        </p:txBody>
      </p:sp>
      <p:sp>
        <p:nvSpPr>
          <p:cNvPr id="378" name="Google Shape;378;p49"/>
          <p:cNvSpPr txBox="1"/>
          <p:nvPr/>
        </p:nvSpPr>
        <p:spPr>
          <a:xfrm>
            <a:off x="7983866" y="3443782"/>
            <a:ext cx="798300" cy="183900"/>
          </a:xfrm>
          <a:prstGeom prst="rect">
            <a:avLst/>
          </a:prstGeom>
          <a:noFill/>
          <a:ln>
            <a:noFill/>
          </a:ln>
        </p:spPr>
        <p:txBody>
          <a:bodyPr spcFirstLastPara="1" wrap="square" lIns="91225" tIns="91225" rIns="91225" bIns="91225" anchor="t" anchorCtr="0">
            <a:noAutofit/>
          </a:bodyPr>
          <a:lstStyle/>
          <a:p>
            <a:pPr marL="0" marR="0" lvl="0" indent="0" algn="r" rtl="0">
              <a:lnSpc>
                <a:spcPct val="100000"/>
              </a:lnSpc>
              <a:spcBef>
                <a:spcPts val="0"/>
              </a:spcBef>
              <a:spcAft>
                <a:spcPts val="0"/>
              </a:spcAft>
              <a:buClr>
                <a:srgbClr val="000000"/>
              </a:buClr>
              <a:buSzPts val="800"/>
              <a:buFont typeface="Arial"/>
              <a:buNone/>
            </a:pPr>
            <a:r>
              <a:rPr lang="en" sz="800" b="0" i="0" u="none" strike="noStrike" cap="none">
                <a:solidFill>
                  <a:srgbClr val="333333"/>
                </a:solidFill>
                <a:latin typeface="Calibri"/>
                <a:ea typeface="Calibri"/>
                <a:cs typeface="Calibri"/>
                <a:sym typeface="Calibri"/>
              </a:rPr>
              <a:t>{{CE_13}}</a:t>
            </a:r>
            <a:endParaRPr sz="800" b="0" i="0" u="none" strike="noStrike" cap="none">
              <a:solidFill>
                <a:srgbClr val="333333"/>
              </a:solidFill>
              <a:latin typeface="Calibri"/>
              <a:ea typeface="Calibri"/>
              <a:cs typeface="Calibri"/>
              <a:sym typeface="Calibri"/>
            </a:endParaRPr>
          </a:p>
        </p:txBody>
      </p:sp>
      <p:sp>
        <p:nvSpPr>
          <p:cNvPr id="379" name="Google Shape;379;p49"/>
          <p:cNvSpPr/>
          <p:nvPr/>
        </p:nvSpPr>
        <p:spPr>
          <a:xfrm>
            <a:off x="3190949" y="3268438"/>
            <a:ext cx="1178700" cy="429900"/>
          </a:xfrm>
          <a:prstGeom prst="roundRect">
            <a:avLst>
              <a:gd name="adj" fmla="val 16667"/>
            </a:avLst>
          </a:prstGeom>
          <a:solidFill>
            <a:srgbClr val="F7FAFF"/>
          </a:solidFill>
          <a:ln w="9525" cap="flat" cmpd="sng">
            <a:solidFill>
              <a:srgbClr val="6296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700"/>
              <a:buFont typeface="Arial"/>
              <a:buNone/>
            </a:pPr>
            <a:r>
              <a:rPr lang="en" sz="700" b="0" i="0" u="none" strike="noStrike" cap="none" dirty="0">
                <a:solidFill>
                  <a:srgbClr val="00113E"/>
                </a:solidFill>
                <a:latin typeface="Calibri"/>
                <a:ea typeface="Calibri"/>
                <a:cs typeface="Calibri"/>
                <a:sym typeface="Calibri"/>
              </a:rPr>
              <a:t>{{CON_ADM}} </a:t>
            </a:r>
            <a:br>
              <a:rPr lang="en" sz="700" b="0" i="0" u="none" strike="noStrike" cap="none" dirty="0">
                <a:solidFill>
                  <a:srgbClr val="00113E"/>
                </a:solidFill>
                <a:latin typeface="Calibri"/>
                <a:ea typeface="Calibri"/>
                <a:cs typeface="Calibri"/>
                <a:sym typeface="Calibri"/>
              </a:rPr>
            </a:br>
            <a:r>
              <a:rPr lang="en" sz="700" b="0" i="0" u="none" strike="noStrike" cap="none" dirty="0">
                <a:solidFill>
                  <a:srgbClr val="00113E"/>
                </a:solidFill>
                <a:latin typeface="Calibri"/>
                <a:ea typeface="Calibri"/>
                <a:cs typeface="Calibri"/>
                <a:sym typeface="Calibri"/>
              </a:rPr>
              <a:t>Admission Controllers</a:t>
            </a:r>
            <a:endParaRPr sz="700" b="0" i="0" u="none" strike="noStrike" cap="none" dirty="0">
              <a:solidFill>
                <a:srgbClr val="00113E"/>
              </a:solidFill>
              <a:latin typeface="Calibri"/>
              <a:ea typeface="Calibri"/>
              <a:cs typeface="Calibri"/>
              <a:sym typeface="Calibri"/>
            </a:endParaRPr>
          </a:p>
        </p:txBody>
      </p:sp>
      <p:sp>
        <p:nvSpPr>
          <p:cNvPr id="380" name="Google Shape;380;p49"/>
          <p:cNvSpPr/>
          <p:nvPr/>
        </p:nvSpPr>
        <p:spPr>
          <a:xfrm>
            <a:off x="7840838" y="4284759"/>
            <a:ext cx="1060500" cy="273000"/>
          </a:xfrm>
          <a:prstGeom prst="roundRect">
            <a:avLst>
              <a:gd name="adj" fmla="val 16667"/>
            </a:avLst>
          </a:prstGeom>
          <a:solidFill>
            <a:srgbClr val="F7FAFF"/>
          </a:solidFill>
          <a:ln w="9525" cap="flat" cmpd="sng">
            <a:solidFill>
              <a:srgbClr val="6296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700"/>
              <a:buFont typeface="Arial"/>
              <a:buNone/>
            </a:pPr>
            <a:r>
              <a:rPr lang="en" sz="700" b="0" i="0" u="none" strike="noStrike" cap="none">
                <a:solidFill>
                  <a:srgbClr val="00113E"/>
                </a:solidFill>
                <a:latin typeface="Calibri"/>
                <a:ea typeface="Calibri"/>
                <a:cs typeface="Calibri"/>
                <a:sym typeface="Calibri"/>
              </a:rPr>
              <a:t>{{AI_DATASETS_COUNT}} </a:t>
            </a:r>
            <a:br>
              <a:rPr lang="en" sz="700" b="0" i="0" u="none" strike="noStrike" cap="none">
                <a:solidFill>
                  <a:srgbClr val="00113E"/>
                </a:solidFill>
                <a:latin typeface="Calibri"/>
                <a:ea typeface="Calibri"/>
                <a:cs typeface="Calibri"/>
                <a:sym typeface="Calibri"/>
              </a:rPr>
            </a:br>
            <a:r>
              <a:rPr lang="en" sz="700" b="0" i="0" u="none" strike="noStrike" cap="none">
                <a:solidFill>
                  <a:srgbClr val="00113E"/>
                </a:solidFill>
                <a:latin typeface="Calibri"/>
                <a:ea typeface="Calibri"/>
                <a:cs typeface="Calibri"/>
                <a:sym typeface="Calibri"/>
              </a:rPr>
              <a:t>AI Datastores</a:t>
            </a:r>
            <a:endParaRPr sz="700" b="0" i="0" u="none" strike="noStrike" cap="none">
              <a:solidFill>
                <a:srgbClr val="00113E"/>
              </a:solidFill>
              <a:latin typeface="Calibri"/>
              <a:ea typeface="Calibri"/>
              <a:cs typeface="Calibri"/>
              <a:sym typeface="Calibri"/>
            </a:endParaRPr>
          </a:p>
        </p:txBody>
      </p:sp>
      <p:sp>
        <p:nvSpPr>
          <p:cNvPr id="381" name="Google Shape;381;p49"/>
          <p:cNvSpPr/>
          <p:nvPr/>
        </p:nvSpPr>
        <p:spPr>
          <a:xfrm>
            <a:off x="7843803" y="4655787"/>
            <a:ext cx="1060500" cy="273000"/>
          </a:xfrm>
          <a:prstGeom prst="roundRect">
            <a:avLst>
              <a:gd name="adj" fmla="val 16667"/>
            </a:avLst>
          </a:prstGeom>
          <a:solidFill>
            <a:srgbClr val="F7FAFF"/>
          </a:solidFill>
          <a:ln w="9525" cap="flat" cmpd="sng">
            <a:solidFill>
              <a:srgbClr val="6296FF"/>
            </a:solidFill>
            <a:prstDash val="solid"/>
            <a:round/>
            <a:headEnd type="none" w="sm" len="sm"/>
            <a:tailEnd type="none" w="sm" len="sm"/>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700"/>
              <a:buFont typeface="Arial"/>
              <a:buNone/>
            </a:pPr>
            <a:r>
              <a:rPr lang="en" sz="700" b="0" i="0" u="none" strike="noStrike" cap="none">
                <a:solidFill>
                  <a:srgbClr val="00113E"/>
                </a:solidFill>
                <a:latin typeface="Calibri"/>
                <a:ea typeface="Calibri"/>
                <a:cs typeface="Calibri"/>
                <a:sym typeface="Calibri"/>
              </a:rPr>
              <a:t>{{AI_CA_COUNT}} </a:t>
            </a:r>
            <a:br>
              <a:rPr lang="en" sz="700" b="0" i="0" u="none" strike="noStrike" cap="none">
                <a:solidFill>
                  <a:srgbClr val="00113E"/>
                </a:solidFill>
                <a:latin typeface="Calibri"/>
                <a:ea typeface="Calibri"/>
                <a:cs typeface="Calibri"/>
                <a:sym typeface="Calibri"/>
              </a:rPr>
            </a:br>
            <a:r>
              <a:rPr lang="en" sz="700" b="0" i="0" u="none" strike="noStrike" cap="none">
                <a:solidFill>
                  <a:srgbClr val="00113E"/>
                </a:solidFill>
                <a:latin typeface="Calibri"/>
                <a:ea typeface="Calibri"/>
                <a:cs typeface="Calibri"/>
                <a:sym typeface="Calibri"/>
              </a:rPr>
              <a:t>Coding Agents (IDE)</a:t>
            </a:r>
            <a:endParaRPr sz="700" b="0" i="0" u="none" strike="noStrike" cap="none">
              <a:solidFill>
                <a:srgbClr val="00113E"/>
              </a:solidFill>
              <a:latin typeface="Calibri"/>
              <a:ea typeface="Calibri"/>
              <a:cs typeface="Calibri"/>
              <a:sym typeface="Calibri"/>
            </a:endParaRPr>
          </a:p>
        </p:txBody>
      </p:sp>
      <p:sp>
        <p:nvSpPr>
          <p:cNvPr id="382" name="Google Shape;382;p49"/>
          <p:cNvSpPr/>
          <p:nvPr/>
        </p:nvSpPr>
        <p:spPr>
          <a:xfrm>
            <a:off x="4488949" y="3261374"/>
            <a:ext cx="1178700" cy="429900"/>
          </a:xfrm>
          <a:prstGeom prst="roundRect">
            <a:avLst>
              <a:gd name="adj" fmla="val 16667"/>
            </a:avLst>
          </a:prstGeom>
          <a:solidFill>
            <a:srgbClr val="F7FAFF"/>
          </a:solidFill>
          <a:ln w="9525" cap="flat" cmpd="sng">
            <a:solidFill>
              <a:srgbClr val="6296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700"/>
              <a:buFont typeface="Arial"/>
              <a:buNone/>
            </a:pPr>
            <a:r>
              <a:rPr lang="en" sz="700" b="0" i="0" u="none" strike="noStrike" cap="none">
                <a:solidFill>
                  <a:srgbClr val="00113E"/>
                </a:solidFill>
                <a:latin typeface="Calibri"/>
                <a:ea typeface="Calibri"/>
                <a:cs typeface="Calibri"/>
                <a:sym typeface="Calibri"/>
              </a:rPr>
              <a:t>{{CON_WOS}} </a:t>
            </a:r>
            <a:br>
              <a:rPr lang="en" sz="700" b="0" i="0" u="none" strike="noStrike" cap="none">
                <a:solidFill>
                  <a:srgbClr val="00113E"/>
                </a:solidFill>
                <a:latin typeface="Calibri"/>
                <a:ea typeface="Calibri"/>
                <a:cs typeface="Calibri"/>
                <a:sym typeface="Calibri"/>
              </a:rPr>
            </a:br>
            <a:r>
              <a:rPr lang="en" sz="700" b="0" i="0" u="none" strike="noStrike" cap="none">
                <a:solidFill>
                  <a:srgbClr val="00113E"/>
                </a:solidFill>
                <a:latin typeface="Calibri"/>
                <a:ea typeface="Calibri"/>
                <a:cs typeface="Calibri"/>
                <a:sym typeface="Calibri"/>
              </a:rPr>
              <a:t>WizOS Workloads</a:t>
            </a:r>
            <a:endParaRPr sz="700" b="0" i="0" u="none" strike="noStrike" cap="none">
              <a:solidFill>
                <a:srgbClr val="00113E"/>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39"/>
        <p:cNvGrpSpPr/>
        <p:nvPr/>
      </p:nvGrpSpPr>
      <p:grpSpPr>
        <a:xfrm>
          <a:off x="0" y="0"/>
          <a:ext cx="0" cy="0"/>
          <a:chOff x="0" y="0"/>
          <a:chExt cx="0" cy="0"/>
        </a:xfrm>
      </p:grpSpPr>
      <p:pic>
        <p:nvPicPr>
          <p:cNvPr id="1340" name="Google Shape;1340;p66" title="Rectangle 7854.png"/>
          <p:cNvPicPr preferRelativeResize="0"/>
          <p:nvPr/>
        </p:nvPicPr>
        <p:blipFill rotWithShape="1">
          <a:blip r:embed="rId3">
            <a:alphaModFix/>
          </a:blip>
          <a:srcRect/>
          <a:stretch/>
        </p:blipFill>
        <p:spPr>
          <a:xfrm>
            <a:off x="3237298" y="1837850"/>
            <a:ext cx="2669404" cy="3050125"/>
          </a:xfrm>
          <a:prstGeom prst="rect">
            <a:avLst/>
          </a:prstGeom>
          <a:noFill/>
          <a:ln>
            <a:noFill/>
          </a:ln>
        </p:spPr>
      </p:pic>
      <p:pic>
        <p:nvPicPr>
          <p:cNvPr id="1341" name="Google Shape;1341;p66" title="Rectangle 7854.png"/>
          <p:cNvPicPr preferRelativeResize="0"/>
          <p:nvPr/>
        </p:nvPicPr>
        <p:blipFill rotWithShape="1">
          <a:blip r:embed="rId3">
            <a:alphaModFix/>
          </a:blip>
          <a:srcRect/>
          <a:stretch/>
        </p:blipFill>
        <p:spPr>
          <a:xfrm>
            <a:off x="357125" y="1837850"/>
            <a:ext cx="2669404" cy="3050125"/>
          </a:xfrm>
          <a:prstGeom prst="rect">
            <a:avLst/>
          </a:prstGeom>
          <a:noFill/>
          <a:ln>
            <a:noFill/>
          </a:ln>
        </p:spPr>
      </p:pic>
      <p:cxnSp>
        <p:nvCxnSpPr>
          <p:cNvPr id="1342" name="Google Shape;1342;p66"/>
          <p:cNvCxnSpPr/>
          <p:nvPr/>
        </p:nvCxnSpPr>
        <p:spPr>
          <a:xfrm>
            <a:off x="630575" y="3063399"/>
            <a:ext cx="2122500" cy="0"/>
          </a:xfrm>
          <a:prstGeom prst="straightConnector1">
            <a:avLst/>
          </a:prstGeom>
          <a:noFill/>
          <a:ln w="9525" cap="flat" cmpd="sng">
            <a:solidFill>
              <a:srgbClr val="0254EC"/>
            </a:solidFill>
            <a:prstDash val="solid"/>
            <a:round/>
            <a:headEnd type="none" w="sm" len="sm"/>
            <a:tailEnd type="none" w="sm" len="sm"/>
          </a:ln>
        </p:spPr>
      </p:cxnSp>
      <p:sp>
        <p:nvSpPr>
          <p:cNvPr id="1343" name="Google Shape;1343;p66"/>
          <p:cNvSpPr txBox="1"/>
          <p:nvPr/>
        </p:nvSpPr>
        <p:spPr>
          <a:xfrm>
            <a:off x="319913" y="3164537"/>
            <a:ext cx="2641800" cy="1539900"/>
          </a:xfrm>
          <a:prstGeom prst="rect">
            <a:avLst/>
          </a:prstGeom>
          <a:noFill/>
          <a:ln>
            <a:noFill/>
          </a:ln>
        </p:spPr>
        <p:txBody>
          <a:bodyPr spcFirstLastPara="1" wrap="square" lIns="68575" tIns="34275" rIns="68575" bIns="34275" anchor="t" anchorCtr="0">
            <a:noAutofit/>
          </a:bodyPr>
          <a:lstStyle/>
          <a:p>
            <a:pPr marL="285750" marR="0" lvl="0" indent="-95250" algn="l" rtl="0">
              <a:lnSpc>
                <a:spcPct val="112000"/>
              </a:lnSpc>
              <a:spcBef>
                <a:spcPts val="0"/>
              </a:spcBef>
              <a:spcAft>
                <a:spcPts val="0"/>
              </a:spcAft>
              <a:buClr>
                <a:srgbClr val="01123F"/>
              </a:buClr>
              <a:buSzPts val="600"/>
              <a:buFont typeface="Poppins Light"/>
              <a:buChar char="●"/>
            </a:pPr>
            <a:r>
              <a:rPr lang="en" sz="900" b="1" i="0" u="none" strike="noStrike" cap="none" dirty="0">
                <a:solidFill>
                  <a:srgbClr val="01123F"/>
                </a:solidFill>
                <a:latin typeface="Calibri" panose="020F0502020204030204" pitchFamily="34" charset="0"/>
                <a:ea typeface="Calibri" panose="020F0502020204030204" pitchFamily="34" charset="0"/>
                <a:cs typeface="Calibri" panose="020F0502020204030204" pitchFamily="34" charset="0"/>
                <a:sym typeface="Poppins"/>
              </a:rPr>
              <a:t>An unscanned resource</a:t>
            </a:r>
            <a:r>
              <a:rPr lang="en" sz="900" b="0" i="0" u="none" strike="noStrike" cap="none" dirty="0">
                <a:solidFill>
                  <a:srgbClr val="01123F"/>
                </a:solidFill>
                <a:latin typeface="Calibri" panose="020F0502020204030204" pitchFamily="34" charset="0"/>
                <a:ea typeface="Calibri" panose="020F0502020204030204" pitchFamily="34" charset="0"/>
                <a:cs typeface="Calibri" panose="020F0502020204030204" pitchFamily="34" charset="0"/>
                <a:sym typeface="Poppins Light"/>
              </a:rPr>
              <a:t> is one in which </a:t>
            </a:r>
            <a:r>
              <a:rPr lang="en" sz="900" b="0" i="0" u="none" strike="noStrike" cap="none" dirty="0">
                <a:solidFill>
                  <a:schemeClr val="dk1"/>
                </a:solidFill>
                <a:highlight>
                  <a:srgbClr val="FFFFFF"/>
                </a:highlight>
                <a:latin typeface="Calibri" panose="020F0502020204030204" pitchFamily="34" charset="0"/>
                <a:ea typeface="Calibri" panose="020F0502020204030204" pitchFamily="34" charset="0"/>
                <a:cs typeface="Calibri" panose="020F0502020204030204" pitchFamily="34" charset="0"/>
                <a:sym typeface="Poppins Light"/>
              </a:rPr>
              <a:t>Wiz can identify but cannot directly scan, such as unconnected repositories, cloud accounts, and organizations.</a:t>
            </a:r>
            <a:r>
              <a:rPr lang="en" sz="900" b="0" i="0" u="none" strike="noStrike" cap="none" dirty="0">
                <a:solidFill>
                  <a:schemeClr val="dk1"/>
                </a:solidFill>
                <a:latin typeface="Calibri" panose="020F0502020204030204" pitchFamily="34" charset="0"/>
                <a:ea typeface="Calibri" panose="020F0502020204030204" pitchFamily="34" charset="0"/>
                <a:cs typeface="Calibri" panose="020F0502020204030204" pitchFamily="34" charset="0"/>
                <a:sym typeface="Poppins Light"/>
              </a:rPr>
              <a:t> </a:t>
            </a:r>
            <a:endParaRPr sz="900" b="0" i="0" u="none" strike="noStrike" cap="none" dirty="0">
              <a:solidFill>
                <a:schemeClr val="dk1"/>
              </a:solidFill>
              <a:latin typeface="Calibri" panose="020F0502020204030204" pitchFamily="34" charset="0"/>
              <a:ea typeface="Calibri" panose="020F0502020204030204" pitchFamily="34" charset="0"/>
              <a:cs typeface="Calibri" panose="020F0502020204030204" pitchFamily="34" charset="0"/>
              <a:sym typeface="Poppins Light"/>
            </a:endParaRPr>
          </a:p>
          <a:p>
            <a:pPr marL="285750" marR="0" lvl="0" indent="-95250" algn="l" rtl="0">
              <a:lnSpc>
                <a:spcPct val="112000"/>
              </a:lnSpc>
              <a:spcBef>
                <a:spcPts val="0"/>
              </a:spcBef>
              <a:spcAft>
                <a:spcPts val="0"/>
              </a:spcAft>
              <a:buClr>
                <a:srgbClr val="01123F"/>
              </a:buClr>
              <a:buSzPts val="600"/>
              <a:buFont typeface="Poppins Light"/>
              <a:buChar char="●"/>
            </a:pPr>
            <a:r>
              <a:rPr lang="en" sz="900" b="0" i="0" u="none" strike="noStrike" cap="none" dirty="0">
                <a:solidFill>
                  <a:srgbClr val="01123F"/>
                </a:solidFill>
                <a:latin typeface="Calibri" panose="020F0502020204030204" pitchFamily="34" charset="0"/>
                <a:ea typeface="Calibri" panose="020F0502020204030204" pitchFamily="34" charset="0"/>
                <a:cs typeface="Calibri" panose="020F0502020204030204" pitchFamily="34" charset="0"/>
                <a:sym typeface="Poppins Light"/>
              </a:rPr>
              <a:t>Classify </a:t>
            </a:r>
            <a:r>
              <a:rPr lang="en" sz="900" b="0" i="0" u="none" strike="noStrike" cap="none" dirty="0">
                <a:solidFill>
                  <a:schemeClr val="dk1"/>
                </a:solidFill>
                <a:highlight>
                  <a:srgbClr val="FFFFFF"/>
                </a:highlight>
                <a:latin typeface="Calibri" panose="020F0502020204030204" pitchFamily="34" charset="0"/>
                <a:ea typeface="Calibri" panose="020F0502020204030204" pitchFamily="34" charset="0"/>
                <a:cs typeface="Calibri" panose="020F0502020204030204" pitchFamily="34" charset="0"/>
                <a:sym typeface="Poppins Light"/>
              </a:rPr>
              <a:t>these resources, determine if they belong to your organization or a third party, and identify gaps in your security coverage.</a:t>
            </a:r>
            <a:r>
              <a:rPr lang="en" sz="900" b="0" i="0" u="none" strike="noStrike" cap="none" dirty="0">
                <a:solidFill>
                  <a:schemeClr val="dk1"/>
                </a:solidFill>
                <a:latin typeface="Calibri" panose="020F0502020204030204" pitchFamily="34" charset="0"/>
                <a:ea typeface="Calibri" panose="020F0502020204030204" pitchFamily="34" charset="0"/>
                <a:cs typeface="Calibri" panose="020F0502020204030204" pitchFamily="34" charset="0"/>
                <a:sym typeface="Poppins Light"/>
              </a:rPr>
              <a:t> </a:t>
            </a:r>
            <a:endParaRPr sz="900" b="0" i="0" u="none" strike="noStrike" cap="none" dirty="0">
              <a:solidFill>
                <a:schemeClr val="dk1"/>
              </a:solidFill>
              <a:latin typeface="Calibri" panose="020F0502020204030204" pitchFamily="34" charset="0"/>
              <a:ea typeface="Calibri" panose="020F0502020204030204" pitchFamily="34" charset="0"/>
              <a:cs typeface="Calibri" panose="020F0502020204030204" pitchFamily="34" charset="0"/>
              <a:sym typeface="Poppins Light"/>
            </a:endParaRPr>
          </a:p>
        </p:txBody>
      </p:sp>
      <p:cxnSp>
        <p:nvCxnSpPr>
          <p:cNvPr id="1344" name="Google Shape;1344;p66"/>
          <p:cNvCxnSpPr/>
          <p:nvPr/>
        </p:nvCxnSpPr>
        <p:spPr>
          <a:xfrm>
            <a:off x="3510750" y="3063399"/>
            <a:ext cx="2122500" cy="0"/>
          </a:xfrm>
          <a:prstGeom prst="straightConnector1">
            <a:avLst/>
          </a:prstGeom>
          <a:noFill/>
          <a:ln w="9525" cap="flat" cmpd="sng">
            <a:solidFill>
              <a:srgbClr val="0254EC"/>
            </a:solidFill>
            <a:prstDash val="solid"/>
            <a:round/>
            <a:headEnd type="none" w="sm" len="sm"/>
            <a:tailEnd type="none" w="sm" len="sm"/>
          </a:ln>
        </p:spPr>
      </p:cxnSp>
      <p:pic>
        <p:nvPicPr>
          <p:cNvPr id="1345" name="Google Shape;1345;p66" title="Rectangle 7854.png"/>
          <p:cNvPicPr preferRelativeResize="0"/>
          <p:nvPr/>
        </p:nvPicPr>
        <p:blipFill rotWithShape="1">
          <a:blip r:embed="rId3">
            <a:alphaModFix/>
          </a:blip>
          <a:srcRect/>
          <a:stretch/>
        </p:blipFill>
        <p:spPr>
          <a:xfrm>
            <a:off x="6117471" y="1837850"/>
            <a:ext cx="2669404" cy="3050125"/>
          </a:xfrm>
          <a:prstGeom prst="rect">
            <a:avLst/>
          </a:prstGeom>
          <a:noFill/>
          <a:ln>
            <a:noFill/>
          </a:ln>
        </p:spPr>
      </p:pic>
      <p:cxnSp>
        <p:nvCxnSpPr>
          <p:cNvPr id="1346" name="Google Shape;1346;p66"/>
          <p:cNvCxnSpPr/>
          <p:nvPr/>
        </p:nvCxnSpPr>
        <p:spPr>
          <a:xfrm>
            <a:off x="6390925" y="3063399"/>
            <a:ext cx="2122500" cy="0"/>
          </a:xfrm>
          <a:prstGeom prst="straightConnector1">
            <a:avLst/>
          </a:prstGeom>
          <a:noFill/>
          <a:ln w="9525" cap="flat" cmpd="sng">
            <a:solidFill>
              <a:srgbClr val="0254EC"/>
            </a:solidFill>
            <a:prstDash val="solid"/>
            <a:round/>
            <a:headEnd type="none" w="sm" len="sm"/>
            <a:tailEnd type="none" w="sm" len="sm"/>
          </a:ln>
        </p:spPr>
      </p:cxnSp>
      <p:sp>
        <p:nvSpPr>
          <p:cNvPr id="1347" name="Google Shape;1347;p66"/>
          <p:cNvSpPr txBox="1"/>
          <p:nvPr/>
        </p:nvSpPr>
        <p:spPr>
          <a:xfrm>
            <a:off x="3209516" y="3164537"/>
            <a:ext cx="2599800" cy="1618500"/>
          </a:xfrm>
          <a:prstGeom prst="rect">
            <a:avLst/>
          </a:prstGeom>
          <a:noFill/>
          <a:ln>
            <a:noFill/>
          </a:ln>
        </p:spPr>
        <p:txBody>
          <a:bodyPr spcFirstLastPara="1" wrap="square" lIns="68575" tIns="34275" rIns="68575" bIns="34275" anchor="t" anchorCtr="0">
            <a:normAutofit/>
          </a:bodyPr>
          <a:lstStyle/>
          <a:p>
            <a:pPr marL="285750" marR="0" lvl="0" indent="-95250" algn="l" rtl="0">
              <a:lnSpc>
                <a:spcPct val="112000"/>
              </a:lnSpc>
              <a:spcBef>
                <a:spcPts val="0"/>
              </a:spcBef>
              <a:spcAft>
                <a:spcPts val="0"/>
              </a:spcAft>
              <a:buClr>
                <a:srgbClr val="01123F"/>
              </a:buClr>
              <a:buSzPts val="600"/>
              <a:buFont typeface="Poppins Light"/>
              <a:buChar char="●"/>
            </a:pPr>
            <a:r>
              <a:rPr lang="en-US" sz="900" dirty="0">
                <a:solidFill>
                  <a:srgbClr val="01123F"/>
                </a:solidFill>
                <a:latin typeface="Calibri" panose="020F0502020204030204" pitchFamily="34" charset="0"/>
                <a:ea typeface="Calibri" panose="020F0502020204030204" pitchFamily="34" charset="0"/>
                <a:cs typeface="Calibri" panose="020F0502020204030204" pitchFamily="34" charset="0"/>
                <a:sym typeface="Poppins"/>
              </a:rPr>
              <a:t>{{FA1_VISIBILITY}}</a:t>
            </a:r>
            <a:endParaRPr sz="900" i="0" u="none" strike="noStrike" cap="none" dirty="0">
              <a:solidFill>
                <a:srgbClr val="01123F"/>
              </a:solidFill>
              <a:latin typeface="Calibri" panose="020F0502020204030204" pitchFamily="34" charset="0"/>
              <a:ea typeface="Calibri" panose="020F0502020204030204" pitchFamily="34" charset="0"/>
              <a:cs typeface="Calibri" panose="020F0502020204030204" pitchFamily="34" charset="0"/>
              <a:sym typeface="Poppins Light"/>
            </a:endParaRPr>
          </a:p>
          <a:p>
            <a:pPr marL="285750" marR="0" lvl="0" indent="-95250" algn="l" rtl="0">
              <a:lnSpc>
                <a:spcPct val="112000"/>
              </a:lnSpc>
              <a:spcBef>
                <a:spcPts val="0"/>
              </a:spcBef>
              <a:spcAft>
                <a:spcPts val="0"/>
              </a:spcAft>
              <a:buClr>
                <a:srgbClr val="01123F"/>
              </a:buClr>
              <a:buSzPts val="600"/>
              <a:buFont typeface="Poppins Light"/>
              <a:buChar char="●"/>
            </a:pPr>
            <a:r>
              <a:rPr lang="en" sz="900" i="0" u="none" strike="noStrike" cap="none" dirty="0">
                <a:solidFill>
                  <a:srgbClr val="01123F"/>
                </a:solidFill>
                <a:latin typeface="Calibri" panose="020F0502020204030204" pitchFamily="34" charset="0"/>
                <a:ea typeface="Calibri" panose="020F0502020204030204" pitchFamily="34" charset="0"/>
                <a:cs typeface="Calibri" panose="020F0502020204030204" pitchFamily="34" charset="0"/>
                <a:sym typeface="Poppins"/>
              </a:rPr>
              <a:t>{{FA2_VISIBILITY}}</a:t>
            </a:r>
            <a:endParaRPr sz="900" i="0" u="none" strike="noStrike" cap="none" dirty="0">
              <a:solidFill>
                <a:srgbClr val="01123F"/>
              </a:solidFill>
              <a:latin typeface="Calibri" panose="020F0502020204030204" pitchFamily="34" charset="0"/>
              <a:ea typeface="Calibri" panose="020F0502020204030204" pitchFamily="34" charset="0"/>
              <a:cs typeface="Calibri" panose="020F0502020204030204" pitchFamily="34" charset="0"/>
              <a:sym typeface="Poppins Light"/>
            </a:endParaRPr>
          </a:p>
        </p:txBody>
      </p:sp>
      <p:sp>
        <p:nvSpPr>
          <p:cNvPr id="1348" name="Google Shape;1348;p66"/>
          <p:cNvSpPr txBox="1"/>
          <p:nvPr/>
        </p:nvSpPr>
        <p:spPr>
          <a:xfrm>
            <a:off x="6078114" y="3177641"/>
            <a:ext cx="2641800" cy="1684200"/>
          </a:xfrm>
          <a:prstGeom prst="rect">
            <a:avLst/>
          </a:prstGeom>
          <a:noFill/>
          <a:ln>
            <a:noFill/>
          </a:ln>
        </p:spPr>
        <p:txBody>
          <a:bodyPr spcFirstLastPara="1" wrap="square" lIns="68575" tIns="34275" rIns="68575" bIns="34275" anchor="t" anchorCtr="0">
            <a:normAutofit/>
          </a:bodyPr>
          <a:lstStyle/>
          <a:p>
            <a:pPr marL="285750" marR="0" lvl="0" indent="-95250" algn="l" rtl="0">
              <a:lnSpc>
                <a:spcPct val="112000"/>
              </a:lnSpc>
              <a:spcBef>
                <a:spcPts val="0"/>
              </a:spcBef>
              <a:spcAft>
                <a:spcPts val="0"/>
              </a:spcAft>
              <a:buClr>
                <a:srgbClr val="01123F"/>
              </a:buClr>
              <a:buSzPts val="600"/>
              <a:buFont typeface="Poppins Light"/>
              <a:buChar char="●"/>
            </a:pPr>
            <a:r>
              <a:rPr lang="en" sz="900" b="1" i="0" u="none" strike="noStrike" cap="none" dirty="0">
                <a:solidFill>
                  <a:srgbClr val="01123F"/>
                </a:solidFill>
                <a:latin typeface="Calibri" panose="020F0502020204030204" pitchFamily="34" charset="0"/>
                <a:ea typeface="Calibri" panose="020F0502020204030204" pitchFamily="34" charset="0"/>
                <a:cs typeface="Calibri" panose="020F0502020204030204" pitchFamily="34" charset="0"/>
                <a:sym typeface="Poppins"/>
              </a:rPr>
              <a:t>Fold in third-party telemetry</a:t>
            </a:r>
            <a:r>
              <a:rPr lang="en" sz="900" b="0" i="0" u="none" strike="noStrike" cap="none" dirty="0">
                <a:solidFill>
                  <a:srgbClr val="01123F"/>
                </a:solidFill>
                <a:latin typeface="Calibri" panose="020F0502020204030204" pitchFamily="34" charset="0"/>
                <a:ea typeface="Calibri" panose="020F0502020204030204" pitchFamily="34" charset="0"/>
                <a:cs typeface="Calibri" panose="020F0502020204030204" pitchFamily="34" charset="0"/>
                <a:sym typeface="Poppins Light"/>
              </a:rPr>
              <a:t>. Integrating with additional tools to provide stronger attribution. I.e. Pull findings from tools like ServiceNow, Armorcode, Crowdstrike, etc.) across cloud and on-prem.</a:t>
            </a:r>
            <a:endParaRPr sz="900" b="0" i="0" u="none" strike="noStrike" cap="none" dirty="0">
              <a:solidFill>
                <a:srgbClr val="01123F"/>
              </a:solidFill>
              <a:latin typeface="Calibri" panose="020F0502020204030204" pitchFamily="34" charset="0"/>
              <a:ea typeface="Calibri" panose="020F0502020204030204" pitchFamily="34" charset="0"/>
              <a:cs typeface="Calibri" panose="020F0502020204030204" pitchFamily="34" charset="0"/>
              <a:sym typeface="Poppins Light"/>
            </a:endParaRPr>
          </a:p>
          <a:p>
            <a:pPr marL="285750" marR="0" lvl="0" indent="-95250" algn="l" rtl="0">
              <a:lnSpc>
                <a:spcPct val="112000"/>
              </a:lnSpc>
              <a:spcBef>
                <a:spcPts val="0"/>
              </a:spcBef>
              <a:spcAft>
                <a:spcPts val="0"/>
              </a:spcAft>
              <a:buClr>
                <a:srgbClr val="01123F"/>
              </a:buClr>
              <a:buSzPts val="600"/>
              <a:buFont typeface="Poppins Light"/>
              <a:buChar char="●"/>
            </a:pPr>
            <a:r>
              <a:rPr lang="en" sz="900" b="0" i="0" u="none" strike="noStrike" cap="none" dirty="0">
                <a:solidFill>
                  <a:srgbClr val="01123F"/>
                </a:solidFill>
                <a:latin typeface="Calibri" panose="020F0502020204030204" pitchFamily="34" charset="0"/>
                <a:ea typeface="Calibri" panose="020F0502020204030204" pitchFamily="34" charset="0"/>
                <a:cs typeface="Calibri" panose="020F0502020204030204" pitchFamily="34" charset="0"/>
                <a:sym typeface="Poppins Light"/>
              </a:rPr>
              <a:t>Normalize, deduplicate and enrich existing Wiz data, in one view.</a:t>
            </a:r>
            <a:endParaRPr sz="900" b="0" i="0" u="none" strike="noStrike" cap="none" dirty="0">
              <a:solidFill>
                <a:srgbClr val="01123F"/>
              </a:solidFill>
              <a:latin typeface="Calibri" panose="020F0502020204030204" pitchFamily="34" charset="0"/>
              <a:ea typeface="Calibri" panose="020F0502020204030204" pitchFamily="34" charset="0"/>
              <a:cs typeface="Calibri" panose="020F0502020204030204" pitchFamily="34" charset="0"/>
              <a:sym typeface="Poppins Light"/>
            </a:endParaRPr>
          </a:p>
        </p:txBody>
      </p:sp>
      <p:sp>
        <p:nvSpPr>
          <p:cNvPr id="1349" name="Google Shape;1349;p66"/>
          <p:cNvSpPr txBox="1"/>
          <p:nvPr/>
        </p:nvSpPr>
        <p:spPr>
          <a:xfrm>
            <a:off x="6243025" y="2624673"/>
            <a:ext cx="2418300" cy="273300"/>
          </a:xfrm>
          <a:prstGeom prst="rect">
            <a:avLst/>
          </a:prstGeom>
          <a:noFill/>
          <a:ln>
            <a:noFill/>
          </a:ln>
        </p:spPr>
        <p:txBody>
          <a:bodyPr spcFirstLastPara="1" wrap="square" lIns="68575" tIns="34275" rIns="68575" bIns="34275" anchor="t"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Poppins SemiBold"/>
              </a:rPr>
              <a:t>Expand Coverage 3rd Party Resources &amp; Telemetry</a:t>
            </a:r>
            <a:endParaRPr sz="1000"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Poppins SemiBold"/>
            </a:endParaRPr>
          </a:p>
        </p:txBody>
      </p:sp>
      <p:sp>
        <p:nvSpPr>
          <p:cNvPr id="1350" name="Google Shape;1350;p66"/>
          <p:cNvSpPr txBox="1">
            <a:spLocks noGrp="1"/>
          </p:cNvSpPr>
          <p:nvPr>
            <p:ph type="title" idx="4294967295"/>
          </p:nvPr>
        </p:nvSpPr>
        <p:spPr>
          <a:xfrm>
            <a:off x="0" y="535725"/>
            <a:ext cx="9144000" cy="684000"/>
          </a:xfrm>
          <a:prstGeom prst="rect">
            <a:avLst/>
          </a:prstGeom>
          <a:noFill/>
          <a:ln>
            <a:noFill/>
          </a:ln>
        </p:spPr>
        <p:txBody>
          <a:bodyPr spcFirstLastPara="1" wrap="square" lIns="68575" tIns="34275" rIns="68575" bIns="34275" anchor="ctr" anchorCtr="0">
            <a:noAutofit/>
          </a:bodyPr>
          <a:lstStyle/>
          <a:p>
            <a:pPr marL="0" lvl="0" indent="0" algn="ctr" rtl="0">
              <a:lnSpc>
                <a:spcPct val="100000"/>
              </a:lnSpc>
              <a:spcBef>
                <a:spcPts val="0"/>
              </a:spcBef>
              <a:spcAft>
                <a:spcPts val="0"/>
              </a:spcAft>
              <a:buClr>
                <a:schemeClr val="dk1"/>
              </a:buClr>
              <a:buSzPts val="1100"/>
              <a:buFont typeface="Arial"/>
              <a:buNone/>
            </a:pPr>
            <a:r>
              <a:rPr lang="en" sz="2420">
                <a:latin typeface="Calibri" panose="020F0502020204030204" pitchFamily="34" charset="0"/>
                <a:ea typeface="Calibri" panose="020F0502020204030204" pitchFamily="34" charset="0"/>
                <a:cs typeface="Calibri" panose="020F0502020204030204" pitchFamily="34" charset="0"/>
                <a:sym typeface="Poppins Light"/>
              </a:rPr>
              <a:t>Top Three Focus Areas to Improve</a:t>
            </a:r>
            <a:endParaRPr sz="2420">
              <a:latin typeface="Calibri" panose="020F0502020204030204" pitchFamily="34" charset="0"/>
              <a:ea typeface="Calibri" panose="020F0502020204030204" pitchFamily="34" charset="0"/>
              <a:cs typeface="Calibri" panose="020F0502020204030204" pitchFamily="34" charset="0"/>
              <a:sym typeface="Poppins Light"/>
            </a:endParaRPr>
          </a:p>
          <a:p>
            <a:pPr marL="0" lvl="0" indent="0" algn="ctr" rtl="0">
              <a:lnSpc>
                <a:spcPct val="100000"/>
              </a:lnSpc>
              <a:spcBef>
                <a:spcPts val="0"/>
              </a:spcBef>
              <a:spcAft>
                <a:spcPts val="0"/>
              </a:spcAft>
              <a:buClr>
                <a:schemeClr val="dk1"/>
              </a:buClr>
              <a:buSzPts val="1100"/>
              <a:buFont typeface="Arial"/>
              <a:buNone/>
            </a:pPr>
            <a:r>
              <a:rPr lang="en" sz="2420">
                <a:latin typeface="Calibri" panose="020F0502020204030204" pitchFamily="34" charset="0"/>
                <a:ea typeface="Calibri" panose="020F0502020204030204" pitchFamily="34" charset="0"/>
                <a:cs typeface="Calibri" panose="020F0502020204030204" pitchFamily="34" charset="0"/>
                <a:sym typeface="Poppins Light"/>
              </a:rPr>
              <a:t>Cloud Visibility &amp; Coverage</a:t>
            </a:r>
            <a:endParaRPr sz="2420">
              <a:latin typeface="Calibri" panose="020F0502020204030204" pitchFamily="34" charset="0"/>
              <a:ea typeface="Calibri" panose="020F0502020204030204" pitchFamily="34" charset="0"/>
              <a:cs typeface="Calibri" panose="020F0502020204030204" pitchFamily="34" charset="0"/>
              <a:sym typeface="Poppins Light"/>
            </a:endParaRPr>
          </a:p>
        </p:txBody>
      </p:sp>
      <p:pic>
        <p:nvPicPr>
          <p:cNvPr id="1351" name="Google Shape;1351;p66"/>
          <p:cNvPicPr preferRelativeResize="0"/>
          <p:nvPr/>
        </p:nvPicPr>
        <p:blipFill rotWithShape="1">
          <a:blip r:embed="rId4">
            <a:alphaModFix/>
          </a:blip>
          <a:srcRect/>
          <a:stretch/>
        </p:blipFill>
        <p:spPr>
          <a:xfrm>
            <a:off x="1326966" y="1926775"/>
            <a:ext cx="729718" cy="693550"/>
          </a:xfrm>
          <a:prstGeom prst="rect">
            <a:avLst/>
          </a:prstGeom>
          <a:noFill/>
          <a:ln>
            <a:noFill/>
          </a:ln>
        </p:spPr>
      </p:pic>
      <p:pic>
        <p:nvPicPr>
          <p:cNvPr id="1352" name="Google Shape;1352;p66"/>
          <p:cNvPicPr preferRelativeResize="0"/>
          <p:nvPr/>
        </p:nvPicPr>
        <p:blipFill rotWithShape="1">
          <a:blip r:embed="rId5">
            <a:alphaModFix/>
          </a:blip>
          <a:srcRect/>
          <a:stretch/>
        </p:blipFill>
        <p:spPr>
          <a:xfrm>
            <a:off x="4225225" y="1913375"/>
            <a:ext cx="693550" cy="693550"/>
          </a:xfrm>
          <a:prstGeom prst="rect">
            <a:avLst/>
          </a:prstGeom>
          <a:noFill/>
          <a:ln>
            <a:noFill/>
          </a:ln>
        </p:spPr>
      </p:pic>
      <p:pic>
        <p:nvPicPr>
          <p:cNvPr id="1353" name="Google Shape;1353;p66" title="Group 1000002779.png"/>
          <p:cNvPicPr preferRelativeResize="0"/>
          <p:nvPr/>
        </p:nvPicPr>
        <p:blipFill rotWithShape="1">
          <a:blip r:embed="rId6">
            <a:alphaModFix/>
          </a:blip>
          <a:srcRect/>
          <a:stretch/>
        </p:blipFill>
        <p:spPr>
          <a:xfrm>
            <a:off x="7043298" y="1991749"/>
            <a:ext cx="817750" cy="563600"/>
          </a:xfrm>
          <a:prstGeom prst="rect">
            <a:avLst/>
          </a:prstGeom>
          <a:noFill/>
          <a:ln>
            <a:noFill/>
          </a:ln>
        </p:spPr>
      </p:pic>
      <p:sp>
        <p:nvSpPr>
          <p:cNvPr id="1354" name="Google Shape;1354;p66"/>
          <p:cNvSpPr txBox="1"/>
          <p:nvPr/>
        </p:nvSpPr>
        <p:spPr>
          <a:xfrm>
            <a:off x="482675" y="2640997"/>
            <a:ext cx="2418300" cy="273300"/>
          </a:xfrm>
          <a:prstGeom prst="rect">
            <a:avLst/>
          </a:prstGeom>
          <a:noFill/>
          <a:ln>
            <a:noFill/>
          </a:ln>
        </p:spPr>
        <p:txBody>
          <a:bodyPr spcFirstLastPara="1" wrap="square" lIns="68575" tIns="34275" rIns="68575" bIns="34275" anchor="t"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Poppins SemiBold"/>
              </a:rPr>
              <a:t>Review Unscanned </a:t>
            </a:r>
            <a:br>
              <a:rPr lang="en" sz="1000"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Poppins SemiBold"/>
              </a:rPr>
            </a:br>
            <a:r>
              <a:rPr lang="en" sz="1000"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Poppins SemiBold"/>
              </a:rPr>
              <a:t>Resources for Coverage Gaps</a:t>
            </a:r>
            <a:endParaRPr sz="1000"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Poppins SemiBold"/>
            </a:endParaRPr>
          </a:p>
        </p:txBody>
      </p:sp>
      <p:sp>
        <p:nvSpPr>
          <p:cNvPr id="1355" name="Google Shape;1355;p66"/>
          <p:cNvSpPr txBox="1"/>
          <p:nvPr/>
        </p:nvSpPr>
        <p:spPr>
          <a:xfrm>
            <a:off x="3362850" y="2627164"/>
            <a:ext cx="2418300" cy="273300"/>
          </a:xfrm>
          <a:prstGeom prst="rect">
            <a:avLst/>
          </a:prstGeom>
          <a:noFill/>
          <a:ln>
            <a:noFill/>
          </a:ln>
        </p:spPr>
        <p:txBody>
          <a:bodyPr spcFirstLastPara="1" wrap="square" lIns="68575" tIns="34275" rIns="68575" bIns="34275" anchor="t"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Poppins SemiBold"/>
              </a:rPr>
              <a:t>Adopt Additional Features &amp; Functionality in Wiz</a:t>
            </a:r>
            <a:endParaRPr sz="1000"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Poppins SemiBo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87"/>
        <p:cNvGrpSpPr/>
        <p:nvPr/>
      </p:nvGrpSpPr>
      <p:grpSpPr>
        <a:xfrm>
          <a:off x="0" y="0"/>
          <a:ext cx="0" cy="0"/>
          <a:chOff x="0" y="0"/>
          <a:chExt cx="0" cy="0"/>
        </a:xfrm>
      </p:grpSpPr>
      <p:pic>
        <p:nvPicPr>
          <p:cNvPr id="388" name="Google Shape;388;p50"/>
          <p:cNvPicPr preferRelativeResize="0"/>
          <p:nvPr/>
        </p:nvPicPr>
        <p:blipFill rotWithShape="1">
          <a:blip r:embed="rId3">
            <a:alphaModFix/>
          </a:blip>
          <a:srcRect/>
          <a:stretch/>
        </p:blipFill>
        <p:spPr>
          <a:xfrm>
            <a:off x="169678" y="971143"/>
            <a:ext cx="2848816" cy="3509202"/>
          </a:xfrm>
          <a:prstGeom prst="rect">
            <a:avLst/>
          </a:prstGeom>
          <a:noFill/>
          <a:ln w="9525" cap="flat" cmpd="sng">
            <a:solidFill>
              <a:schemeClr val="accent1"/>
            </a:solidFill>
            <a:prstDash val="solid"/>
            <a:round/>
            <a:headEnd type="none" w="sm" len="sm"/>
            <a:tailEnd type="none" w="sm" len="sm"/>
          </a:ln>
        </p:spPr>
      </p:pic>
      <p:sp>
        <p:nvSpPr>
          <p:cNvPr id="389" name="Google Shape;389;p50"/>
          <p:cNvSpPr txBox="1">
            <a:spLocks noGrp="1"/>
          </p:cNvSpPr>
          <p:nvPr>
            <p:ph type="title" idx="4294967295"/>
          </p:nvPr>
        </p:nvSpPr>
        <p:spPr>
          <a:xfrm>
            <a:off x="150" y="249625"/>
            <a:ext cx="9144000" cy="367200"/>
          </a:xfrm>
          <a:prstGeom prst="rect">
            <a:avLst/>
          </a:prstGeom>
          <a:noFill/>
          <a:ln>
            <a:noFill/>
          </a:ln>
        </p:spPr>
        <p:txBody>
          <a:bodyPr spcFirstLastPara="1" wrap="square" lIns="68575" tIns="34275" rIns="68575" bIns="34275" anchor="ctr" anchorCtr="0">
            <a:noAutofit/>
          </a:bodyPr>
          <a:lstStyle/>
          <a:p>
            <a:pPr marL="0" lvl="0" indent="0" algn="ctr" rtl="0">
              <a:lnSpc>
                <a:spcPct val="90000"/>
              </a:lnSpc>
              <a:spcBef>
                <a:spcPts val="0"/>
              </a:spcBef>
              <a:spcAft>
                <a:spcPts val="0"/>
              </a:spcAft>
              <a:buClr>
                <a:schemeClr val="dk1"/>
              </a:buClr>
              <a:buSzPts val="1800"/>
              <a:buFont typeface="DM Sans"/>
              <a:buNone/>
            </a:pPr>
            <a:r>
              <a:rPr lang="en" sz="2420">
                <a:latin typeface="Calibri"/>
                <a:ea typeface="Calibri"/>
                <a:cs typeface="Calibri"/>
                <a:sym typeface="Calibri"/>
              </a:rPr>
              <a:t>Wiz Adoption &amp; Usage Snapshot</a:t>
            </a:r>
            <a:endParaRPr sz="2420">
              <a:latin typeface="Calibri"/>
              <a:ea typeface="Calibri"/>
              <a:cs typeface="Calibri"/>
              <a:sym typeface="Calibri"/>
            </a:endParaRPr>
          </a:p>
        </p:txBody>
      </p:sp>
      <p:sp>
        <p:nvSpPr>
          <p:cNvPr id="390" name="Google Shape;390;p50"/>
          <p:cNvSpPr txBox="1"/>
          <p:nvPr/>
        </p:nvSpPr>
        <p:spPr>
          <a:xfrm>
            <a:off x="614172" y="1378747"/>
            <a:ext cx="2432700" cy="205800"/>
          </a:xfrm>
          <a:prstGeom prst="rect">
            <a:avLst/>
          </a:prstGeom>
          <a:noFill/>
          <a:ln>
            <a:noFill/>
          </a:ln>
        </p:spPr>
        <p:txBody>
          <a:bodyPr spcFirstLastPara="1" wrap="square" lIns="55875" tIns="27925" rIns="55875" bIns="27925" anchor="t" anchorCtr="0">
            <a:noAutofit/>
          </a:bodyPr>
          <a:lstStyle/>
          <a:p>
            <a:pPr marL="0" marR="0" lvl="0" indent="0" algn="l" rtl="0">
              <a:lnSpc>
                <a:spcPct val="100000"/>
              </a:lnSpc>
              <a:spcBef>
                <a:spcPts val="0"/>
              </a:spcBef>
              <a:spcAft>
                <a:spcPts val="0"/>
              </a:spcAft>
              <a:buClr>
                <a:srgbClr val="00113E"/>
              </a:buClr>
              <a:buSzPts val="855"/>
              <a:buFont typeface="DM Sans"/>
              <a:buNone/>
            </a:pPr>
            <a:r>
              <a:rPr lang="en" sz="1100" b="0" i="0" u="none" strike="noStrike" cap="none" dirty="0">
                <a:solidFill>
                  <a:srgbClr val="00113E"/>
                </a:solidFill>
                <a:latin typeface="Calibri"/>
                <a:ea typeface="Calibri"/>
                <a:cs typeface="Calibri"/>
                <a:sym typeface="Calibri"/>
              </a:rPr>
              <a:t>Cloud Advanced</a:t>
            </a:r>
            <a:br>
              <a:rPr lang="en" sz="1100" b="0" i="0" u="none" strike="noStrike" cap="none" dirty="0">
                <a:solidFill>
                  <a:srgbClr val="00113E"/>
                </a:solidFill>
                <a:latin typeface="Calibri"/>
                <a:ea typeface="Calibri"/>
                <a:cs typeface="Calibri"/>
                <a:sym typeface="Calibri"/>
              </a:rPr>
            </a:br>
            <a:endParaRPr sz="1100" b="0" i="0" u="none" strike="noStrike" cap="none" dirty="0">
              <a:solidFill>
                <a:srgbClr val="000000"/>
              </a:solidFill>
              <a:latin typeface="Calibri"/>
              <a:ea typeface="Calibri"/>
              <a:cs typeface="Calibri"/>
              <a:sym typeface="Calibri"/>
            </a:endParaRPr>
          </a:p>
        </p:txBody>
      </p:sp>
      <p:sp>
        <p:nvSpPr>
          <p:cNvPr id="392" name="Google Shape;392;p50"/>
          <p:cNvSpPr txBox="1"/>
          <p:nvPr/>
        </p:nvSpPr>
        <p:spPr>
          <a:xfrm>
            <a:off x="169678" y="1008122"/>
            <a:ext cx="2843100" cy="387600"/>
          </a:xfrm>
          <a:prstGeom prst="rect">
            <a:avLst/>
          </a:prstGeom>
          <a:noFill/>
          <a:ln>
            <a:noFill/>
          </a:ln>
        </p:spPr>
        <p:txBody>
          <a:bodyPr spcFirstLastPara="1" wrap="square" lIns="68575" tIns="34275" rIns="68575" bIns="34275" anchor="t" anchorCtr="0">
            <a:noAutofit/>
          </a:bodyPr>
          <a:lstStyle/>
          <a:p>
            <a:pPr marL="0" marR="0" lvl="0" indent="0" algn="ctr" rtl="0">
              <a:lnSpc>
                <a:spcPct val="90000"/>
              </a:lnSpc>
              <a:spcBef>
                <a:spcPts val="0"/>
              </a:spcBef>
              <a:spcAft>
                <a:spcPts val="0"/>
              </a:spcAft>
              <a:buClr>
                <a:schemeClr val="dk2"/>
              </a:buClr>
              <a:buSzPts val="1500"/>
              <a:buFont typeface="Arial"/>
              <a:buNone/>
            </a:pPr>
            <a:r>
              <a:rPr lang="en" sz="1600" b="0" i="0" u="none" strike="noStrike" cap="none">
                <a:solidFill>
                  <a:schemeClr val="dk1"/>
                </a:solidFill>
                <a:latin typeface="Calibri"/>
                <a:ea typeface="Calibri"/>
                <a:cs typeface="Calibri"/>
                <a:sym typeface="Calibri"/>
              </a:rPr>
              <a:t>Product Usage</a:t>
            </a:r>
            <a:endParaRPr sz="1600" b="0" i="0" u="none" strike="noStrike" cap="none">
              <a:solidFill>
                <a:schemeClr val="dk1"/>
              </a:solidFill>
              <a:latin typeface="Calibri"/>
              <a:ea typeface="Calibri"/>
              <a:cs typeface="Calibri"/>
              <a:sym typeface="Calibri"/>
            </a:endParaRPr>
          </a:p>
        </p:txBody>
      </p:sp>
      <p:sp>
        <p:nvSpPr>
          <p:cNvPr id="393" name="Google Shape;393;p50"/>
          <p:cNvSpPr txBox="1"/>
          <p:nvPr/>
        </p:nvSpPr>
        <p:spPr>
          <a:xfrm>
            <a:off x="613618" y="1876601"/>
            <a:ext cx="2120100" cy="205800"/>
          </a:xfrm>
          <a:prstGeom prst="rect">
            <a:avLst/>
          </a:prstGeom>
          <a:noFill/>
          <a:ln>
            <a:noFill/>
          </a:ln>
        </p:spPr>
        <p:txBody>
          <a:bodyPr spcFirstLastPara="1" wrap="square" lIns="55875" tIns="27925" rIns="55875" bIns="27925" anchor="t" anchorCtr="0">
            <a:noAutofit/>
          </a:bodyPr>
          <a:lstStyle/>
          <a:p>
            <a:pPr marL="0" marR="0" lvl="0" indent="0" algn="l" rtl="0">
              <a:lnSpc>
                <a:spcPct val="100000"/>
              </a:lnSpc>
              <a:spcBef>
                <a:spcPts val="0"/>
              </a:spcBef>
              <a:spcAft>
                <a:spcPts val="0"/>
              </a:spcAft>
              <a:buClr>
                <a:srgbClr val="00113E"/>
              </a:buClr>
              <a:buSzPts val="855"/>
              <a:buFont typeface="DM Sans"/>
              <a:buNone/>
            </a:pPr>
            <a:r>
              <a:rPr lang="en" sz="1100" b="0" i="0" u="none" strike="noStrike" cap="none" dirty="0">
                <a:solidFill>
                  <a:srgbClr val="00113E"/>
                </a:solidFill>
                <a:latin typeface="Calibri"/>
                <a:ea typeface="Calibri"/>
                <a:cs typeface="Calibri"/>
                <a:sym typeface="Calibri"/>
              </a:rPr>
              <a:t>Runtime Sensor</a:t>
            </a:r>
            <a:endParaRPr sz="1300" b="0" i="0" u="none" strike="noStrike" cap="none" dirty="0">
              <a:solidFill>
                <a:srgbClr val="38761D"/>
              </a:solidFill>
              <a:latin typeface="Calibri"/>
              <a:ea typeface="Calibri"/>
              <a:cs typeface="Calibri"/>
              <a:sym typeface="Calibri"/>
            </a:endParaRPr>
          </a:p>
        </p:txBody>
      </p:sp>
      <p:pic>
        <p:nvPicPr>
          <p:cNvPr id="394" name="Google Shape;394;p50" title="Screenshot 2025-07-09 at 19.45.30.png"/>
          <p:cNvPicPr preferRelativeResize="0"/>
          <p:nvPr/>
        </p:nvPicPr>
        <p:blipFill rotWithShape="1">
          <a:blip r:embed="rId4">
            <a:alphaModFix/>
          </a:blip>
          <a:srcRect/>
          <a:stretch/>
        </p:blipFill>
        <p:spPr>
          <a:xfrm>
            <a:off x="212175" y="1880796"/>
            <a:ext cx="384944" cy="394315"/>
          </a:xfrm>
          <a:prstGeom prst="rect">
            <a:avLst/>
          </a:prstGeom>
          <a:noFill/>
          <a:ln>
            <a:noFill/>
          </a:ln>
        </p:spPr>
      </p:pic>
      <p:sp>
        <p:nvSpPr>
          <p:cNvPr id="395" name="Google Shape;395;p50"/>
          <p:cNvSpPr txBox="1"/>
          <p:nvPr/>
        </p:nvSpPr>
        <p:spPr>
          <a:xfrm>
            <a:off x="618387" y="2392927"/>
            <a:ext cx="2120100" cy="205800"/>
          </a:xfrm>
          <a:prstGeom prst="rect">
            <a:avLst/>
          </a:prstGeom>
          <a:noFill/>
          <a:ln>
            <a:noFill/>
          </a:ln>
        </p:spPr>
        <p:txBody>
          <a:bodyPr spcFirstLastPara="1" wrap="square" lIns="55875" tIns="27925" rIns="55875" bIns="27925" anchor="t" anchorCtr="0">
            <a:noAutofit/>
          </a:bodyPr>
          <a:lstStyle/>
          <a:p>
            <a:pPr marL="0" marR="0" lvl="0" indent="0" algn="l" rtl="0">
              <a:lnSpc>
                <a:spcPct val="100000"/>
              </a:lnSpc>
              <a:spcBef>
                <a:spcPts val="0"/>
              </a:spcBef>
              <a:spcAft>
                <a:spcPts val="0"/>
              </a:spcAft>
              <a:buClr>
                <a:srgbClr val="00113E"/>
              </a:buClr>
              <a:buSzPts val="855"/>
              <a:buFont typeface="DM Sans"/>
              <a:buNone/>
            </a:pPr>
            <a:r>
              <a:rPr lang="en" sz="1100" b="0" i="0" u="none" strike="noStrike" cap="none" dirty="0">
                <a:solidFill>
                  <a:srgbClr val="00113E"/>
                </a:solidFill>
                <a:latin typeface="Calibri"/>
                <a:ea typeface="Calibri"/>
                <a:cs typeface="Calibri"/>
                <a:sym typeface="Calibri"/>
              </a:rPr>
              <a:t>Wiz Defend Ingestion</a:t>
            </a:r>
            <a:endParaRPr sz="1300" b="0" i="0" u="none" strike="noStrike" cap="none" dirty="0">
              <a:solidFill>
                <a:srgbClr val="38761D"/>
              </a:solidFill>
              <a:latin typeface="Calibri"/>
              <a:ea typeface="Calibri"/>
              <a:cs typeface="Calibri"/>
              <a:sym typeface="Calibri"/>
            </a:endParaRPr>
          </a:p>
        </p:txBody>
      </p:sp>
      <p:pic>
        <p:nvPicPr>
          <p:cNvPr id="396" name="Google Shape;396;p50" title="Screenshot 2025-07-09 at 19.46.40.png"/>
          <p:cNvPicPr preferRelativeResize="0"/>
          <p:nvPr/>
        </p:nvPicPr>
        <p:blipFill rotWithShape="1">
          <a:blip r:embed="rId5">
            <a:alphaModFix/>
          </a:blip>
          <a:srcRect/>
          <a:stretch/>
        </p:blipFill>
        <p:spPr>
          <a:xfrm>
            <a:off x="194378" y="2404673"/>
            <a:ext cx="403072" cy="394315"/>
          </a:xfrm>
          <a:prstGeom prst="rect">
            <a:avLst/>
          </a:prstGeom>
          <a:noFill/>
          <a:ln>
            <a:noFill/>
          </a:ln>
        </p:spPr>
      </p:pic>
      <p:pic>
        <p:nvPicPr>
          <p:cNvPr id="397" name="Google Shape;397;p50" title="Screenshot 2025-07-09 at 19.46.06.png"/>
          <p:cNvPicPr preferRelativeResize="0"/>
          <p:nvPr/>
        </p:nvPicPr>
        <p:blipFill rotWithShape="1">
          <a:blip r:embed="rId6">
            <a:alphaModFix/>
          </a:blip>
          <a:srcRect/>
          <a:stretch/>
        </p:blipFill>
        <p:spPr>
          <a:xfrm>
            <a:off x="217005" y="2928550"/>
            <a:ext cx="385851" cy="388893"/>
          </a:xfrm>
          <a:prstGeom prst="rect">
            <a:avLst/>
          </a:prstGeom>
          <a:noFill/>
          <a:ln>
            <a:noFill/>
          </a:ln>
        </p:spPr>
      </p:pic>
      <p:sp>
        <p:nvSpPr>
          <p:cNvPr id="398" name="Google Shape;398;p50"/>
          <p:cNvSpPr txBox="1"/>
          <p:nvPr/>
        </p:nvSpPr>
        <p:spPr>
          <a:xfrm>
            <a:off x="621949" y="2904636"/>
            <a:ext cx="2120100" cy="205800"/>
          </a:xfrm>
          <a:prstGeom prst="rect">
            <a:avLst/>
          </a:prstGeom>
          <a:noFill/>
          <a:ln>
            <a:noFill/>
          </a:ln>
        </p:spPr>
        <p:txBody>
          <a:bodyPr spcFirstLastPara="1" wrap="square" lIns="55875" tIns="27925" rIns="55875" bIns="27925" anchor="t" anchorCtr="0">
            <a:noAutofit/>
          </a:bodyPr>
          <a:lstStyle/>
          <a:p>
            <a:pPr marL="0" marR="0" lvl="0" indent="0" algn="l" rtl="0">
              <a:lnSpc>
                <a:spcPct val="100000"/>
              </a:lnSpc>
              <a:spcBef>
                <a:spcPts val="0"/>
              </a:spcBef>
              <a:spcAft>
                <a:spcPts val="0"/>
              </a:spcAft>
              <a:buClr>
                <a:srgbClr val="00113E"/>
              </a:buClr>
              <a:buSzPts val="855"/>
              <a:buFont typeface="DM Sans"/>
              <a:buNone/>
            </a:pPr>
            <a:r>
              <a:rPr lang="en" sz="1100" b="0" i="0" u="none" strike="noStrike" cap="none" dirty="0">
                <a:solidFill>
                  <a:srgbClr val="00113E"/>
                </a:solidFill>
                <a:latin typeface="Calibri"/>
                <a:ea typeface="Calibri"/>
                <a:cs typeface="Calibri"/>
                <a:sym typeface="Calibri"/>
              </a:rPr>
              <a:t>Wiz Code</a:t>
            </a:r>
            <a:endParaRPr sz="1300" b="0" i="0" u="none" strike="noStrike" cap="none" dirty="0">
              <a:solidFill>
                <a:srgbClr val="38761D"/>
              </a:solidFill>
              <a:latin typeface="Calibri"/>
              <a:ea typeface="Calibri"/>
              <a:cs typeface="Calibri"/>
              <a:sym typeface="Calibri"/>
            </a:endParaRPr>
          </a:p>
        </p:txBody>
      </p:sp>
      <p:pic>
        <p:nvPicPr>
          <p:cNvPr id="399" name="Google Shape;399;p50"/>
          <p:cNvPicPr preferRelativeResize="0"/>
          <p:nvPr/>
        </p:nvPicPr>
        <p:blipFill rotWithShape="1">
          <a:blip r:embed="rId7">
            <a:alphaModFix/>
          </a:blip>
          <a:srcRect/>
          <a:stretch/>
        </p:blipFill>
        <p:spPr>
          <a:xfrm>
            <a:off x="3171345" y="971143"/>
            <a:ext cx="2838298" cy="1109701"/>
          </a:xfrm>
          <a:prstGeom prst="rect">
            <a:avLst/>
          </a:prstGeom>
          <a:noFill/>
          <a:ln w="9525" cap="flat" cmpd="sng">
            <a:solidFill>
              <a:schemeClr val="accent1"/>
            </a:solidFill>
            <a:prstDash val="solid"/>
            <a:round/>
            <a:headEnd type="none" w="sm" len="sm"/>
            <a:tailEnd type="none" w="sm" len="sm"/>
          </a:ln>
        </p:spPr>
      </p:pic>
      <p:sp>
        <p:nvSpPr>
          <p:cNvPr id="400" name="Google Shape;400;p50"/>
          <p:cNvSpPr txBox="1"/>
          <p:nvPr/>
        </p:nvSpPr>
        <p:spPr>
          <a:xfrm>
            <a:off x="3171351" y="997628"/>
            <a:ext cx="2836200" cy="285300"/>
          </a:xfrm>
          <a:prstGeom prst="rect">
            <a:avLst/>
          </a:prstGeom>
          <a:no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chemeClr val="dk2"/>
              </a:buClr>
              <a:buSzPts val="1500"/>
              <a:buFont typeface="Arial"/>
              <a:buNone/>
            </a:pPr>
            <a:r>
              <a:rPr lang="en" sz="1500" b="0" i="0" u="none" strike="noStrike" cap="none">
                <a:solidFill>
                  <a:schemeClr val="dk1"/>
                </a:solidFill>
                <a:latin typeface="Calibri"/>
                <a:ea typeface="Calibri"/>
                <a:cs typeface="Calibri"/>
                <a:sym typeface="Calibri"/>
              </a:rPr>
              <a:t>Time With Wiz</a:t>
            </a:r>
            <a:endParaRPr sz="1500" b="0" i="0" u="none" strike="noStrike" cap="none">
              <a:solidFill>
                <a:schemeClr val="dk1"/>
              </a:solidFill>
              <a:latin typeface="Calibri"/>
              <a:ea typeface="Calibri"/>
              <a:cs typeface="Calibri"/>
              <a:sym typeface="Calibri"/>
            </a:endParaRPr>
          </a:p>
        </p:txBody>
      </p:sp>
      <p:sp>
        <p:nvSpPr>
          <p:cNvPr id="401" name="Google Shape;401;p50"/>
          <p:cNvSpPr txBox="1"/>
          <p:nvPr/>
        </p:nvSpPr>
        <p:spPr>
          <a:xfrm>
            <a:off x="3310069" y="1492406"/>
            <a:ext cx="2556900" cy="3066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900"/>
              <a:buFont typeface="Arial"/>
              <a:buNone/>
            </a:pPr>
            <a:endParaRPr sz="900" b="0" i="0" u="none" strike="noStrike" cap="none">
              <a:solidFill>
                <a:schemeClr val="dk1"/>
              </a:solidFill>
              <a:latin typeface="Calibri"/>
              <a:ea typeface="Calibri"/>
              <a:cs typeface="Calibri"/>
              <a:sym typeface="Calibri"/>
            </a:endParaRPr>
          </a:p>
        </p:txBody>
      </p:sp>
      <p:sp>
        <p:nvSpPr>
          <p:cNvPr id="402" name="Google Shape;402;p50"/>
          <p:cNvSpPr txBox="1"/>
          <p:nvPr/>
        </p:nvSpPr>
        <p:spPr>
          <a:xfrm>
            <a:off x="3249786" y="1239364"/>
            <a:ext cx="2683500" cy="260700"/>
          </a:xfrm>
          <a:prstGeom prst="rect">
            <a:avLst/>
          </a:prstGeom>
          <a:noFill/>
          <a:ln>
            <a:noFill/>
          </a:ln>
          <a:effectLst>
            <a:outerShdw blurRad="57150" dist="19050" dir="5400000" algn="bl" rotWithShape="0">
              <a:srgbClr val="674EA7">
                <a:alpha val="56078"/>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2100"/>
              <a:buFont typeface="Arial"/>
              <a:buNone/>
            </a:pPr>
            <a:endParaRPr sz="2100" b="0" i="0" u="none" strike="noStrike" cap="none">
              <a:solidFill>
                <a:srgbClr val="1155CC"/>
              </a:solidFill>
              <a:latin typeface="Calibri"/>
              <a:ea typeface="Calibri"/>
              <a:cs typeface="Calibri"/>
              <a:sym typeface="Calibri"/>
            </a:endParaRPr>
          </a:p>
        </p:txBody>
      </p:sp>
      <p:pic>
        <p:nvPicPr>
          <p:cNvPr id="403" name="Google Shape;403;p50"/>
          <p:cNvPicPr preferRelativeResize="0"/>
          <p:nvPr/>
        </p:nvPicPr>
        <p:blipFill rotWithShape="1">
          <a:blip r:embed="rId7">
            <a:alphaModFix/>
          </a:blip>
          <a:srcRect/>
          <a:stretch/>
        </p:blipFill>
        <p:spPr>
          <a:xfrm>
            <a:off x="3167109" y="2242540"/>
            <a:ext cx="2841027" cy="2534151"/>
          </a:xfrm>
          <a:prstGeom prst="rect">
            <a:avLst/>
          </a:prstGeom>
          <a:noFill/>
          <a:ln w="9525" cap="flat" cmpd="sng">
            <a:solidFill>
              <a:schemeClr val="accent1"/>
            </a:solidFill>
            <a:prstDash val="solid"/>
            <a:round/>
            <a:headEnd type="none" w="sm" len="sm"/>
            <a:tailEnd type="none" w="sm" len="sm"/>
          </a:ln>
        </p:spPr>
      </p:pic>
      <p:sp>
        <p:nvSpPr>
          <p:cNvPr id="404" name="Google Shape;404;p50"/>
          <p:cNvSpPr txBox="1"/>
          <p:nvPr/>
        </p:nvSpPr>
        <p:spPr>
          <a:xfrm>
            <a:off x="3167119" y="2314275"/>
            <a:ext cx="2838900" cy="667500"/>
          </a:xfrm>
          <a:prstGeom prst="rect">
            <a:avLst/>
          </a:prstGeom>
          <a:no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chemeClr val="dk2"/>
              </a:buClr>
              <a:buSzPts val="1500"/>
              <a:buFont typeface="Arial"/>
              <a:buNone/>
            </a:pPr>
            <a:r>
              <a:rPr lang="en" sz="1600" b="0" i="0" u="none" strike="noStrike" cap="none">
                <a:solidFill>
                  <a:schemeClr val="dk1"/>
                </a:solidFill>
                <a:latin typeface="Calibri"/>
                <a:ea typeface="Calibri"/>
                <a:cs typeface="Calibri"/>
                <a:sym typeface="Calibri"/>
              </a:rPr>
              <a:t>Kubernetes / Containers</a:t>
            </a:r>
            <a:br>
              <a:rPr lang="en" sz="1600" b="0" i="0" u="none" strike="noStrike" cap="none">
                <a:solidFill>
                  <a:schemeClr val="dk1"/>
                </a:solidFill>
                <a:latin typeface="Calibri"/>
                <a:ea typeface="Calibri"/>
                <a:cs typeface="Calibri"/>
                <a:sym typeface="Calibri"/>
              </a:rPr>
            </a:br>
            <a:r>
              <a:rPr lang="en" sz="1600" b="0" i="0" u="none" strike="noStrike" cap="none">
                <a:solidFill>
                  <a:schemeClr val="dk1"/>
                </a:solidFill>
                <a:latin typeface="Calibri"/>
                <a:ea typeface="Calibri"/>
                <a:cs typeface="Calibri"/>
                <a:sym typeface="Calibri"/>
              </a:rPr>
              <a:t>&amp; Wiz CLI</a:t>
            </a:r>
            <a:endParaRPr sz="1600" b="0" i="0" u="none" strike="noStrike" cap="none">
              <a:solidFill>
                <a:schemeClr val="dk1"/>
              </a:solidFill>
              <a:latin typeface="Calibri"/>
              <a:ea typeface="Calibri"/>
              <a:cs typeface="Calibri"/>
              <a:sym typeface="Calibri"/>
            </a:endParaRPr>
          </a:p>
        </p:txBody>
      </p:sp>
      <p:sp>
        <p:nvSpPr>
          <p:cNvPr id="405" name="Google Shape;405;p50"/>
          <p:cNvSpPr txBox="1"/>
          <p:nvPr/>
        </p:nvSpPr>
        <p:spPr>
          <a:xfrm>
            <a:off x="3271520" y="3472107"/>
            <a:ext cx="2592000" cy="716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900"/>
              <a:buFont typeface="Arial"/>
              <a:buNone/>
            </a:pPr>
            <a:endParaRPr sz="900" b="0" i="0" u="none" strike="noStrike" cap="none">
              <a:solidFill>
                <a:schemeClr val="dk1"/>
              </a:solidFill>
              <a:latin typeface="Calibri"/>
              <a:ea typeface="Calibri"/>
              <a:cs typeface="Calibri"/>
              <a:sym typeface="Calibri"/>
            </a:endParaRPr>
          </a:p>
        </p:txBody>
      </p:sp>
      <p:sp>
        <p:nvSpPr>
          <p:cNvPr id="406" name="Google Shape;406;p50"/>
          <p:cNvSpPr txBox="1"/>
          <p:nvPr/>
        </p:nvSpPr>
        <p:spPr>
          <a:xfrm>
            <a:off x="3210410" y="2880241"/>
            <a:ext cx="2720400" cy="609600"/>
          </a:xfrm>
          <a:prstGeom prst="rect">
            <a:avLst/>
          </a:prstGeom>
          <a:noFill/>
          <a:ln>
            <a:noFill/>
          </a:ln>
          <a:effectLst>
            <a:outerShdw blurRad="57150" dist="19050" dir="5400000" algn="bl" rotWithShape="0">
              <a:srgbClr val="674EA7">
                <a:alpha val="56078"/>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2100"/>
              <a:buFont typeface="Arial"/>
              <a:buNone/>
            </a:pPr>
            <a:endParaRPr sz="2100" b="0" i="0" u="none" strike="noStrike" cap="none">
              <a:solidFill>
                <a:srgbClr val="1155CC"/>
              </a:solidFill>
              <a:latin typeface="Calibri"/>
              <a:ea typeface="Calibri"/>
              <a:cs typeface="Calibri"/>
              <a:sym typeface="Calibri"/>
            </a:endParaRPr>
          </a:p>
        </p:txBody>
      </p:sp>
      <p:sp>
        <p:nvSpPr>
          <p:cNvPr id="407" name="Google Shape;407;p50"/>
          <p:cNvSpPr txBox="1"/>
          <p:nvPr/>
        </p:nvSpPr>
        <p:spPr>
          <a:xfrm>
            <a:off x="3302811" y="3024161"/>
            <a:ext cx="1695900" cy="209400"/>
          </a:xfrm>
          <a:prstGeom prst="rect">
            <a:avLst/>
          </a:prstGeom>
          <a:noFill/>
          <a:ln>
            <a:noFill/>
          </a:ln>
        </p:spPr>
        <p:txBody>
          <a:bodyPr spcFirstLastPara="1" wrap="square" lIns="91225" tIns="91225" rIns="91225" bIns="91225" anchor="t" anchorCtr="0">
            <a:noAutofit/>
          </a:bodyPr>
          <a:lstStyle/>
          <a:p>
            <a:pPr marL="0" marR="0" lvl="0" indent="0" algn="l" rtl="0">
              <a:lnSpc>
                <a:spcPct val="150000"/>
              </a:lnSpc>
              <a:spcBef>
                <a:spcPts val="0"/>
              </a:spcBef>
              <a:spcAft>
                <a:spcPts val="0"/>
              </a:spcAft>
              <a:buClr>
                <a:srgbClr val="000000"/>
              </a:buClr>
              <a:buSzPts val="1000"/>
              <a:buFont typeface="Arial"/>
              <a:buNone/>
            </a:pPr>
            <a:r>
              <a:rPr lang="en" sz="1000" b="0" i="0" u="sng" strike="noStrike" cap="none">
                <a:solidFill>
                  <a:schemeClr val="hlink"/>
                </a:solidFill>
                <a:latin typeface="Calibri"/>
                <a:ea typeface="Calibri"/>
                <a:cs typeface="Calibri"/>
                <a:sym typeface="Calibri"/>
                <a:hlinkClick r:id="rId8"/>
              </a:rPr>
              <a:t>K8s Clusters</a:t>
            </a:r>
            <a:endParaRPr sz="1000" b="0" i="0" u="none" strike="noStrike" cap="none">
              <a:solidFill>
                <a:srgbClr val="0254EC"/>
              </a:solidFill>
              <a:latin typeface="Calibri"/>
              <a:ea typeface="Calibri"/>
              <a:cs typeface="Calibri"/>
              <a:sym typeface="Calibri"/>
            </a:endParaRPr>
          </a:p>
        </p:txBody>
      </p:sp>
      <p:sp>
        <p:nvSpPr>
          <p:cNvPr id="408" name="Google Shape;408;p50"/>
          <p:cNvSpPr txBox="1"/>
          <p:nvPr/>
        </p:nvSpPr>
        <p:spPr>
          <a:xfrm>
            <a:off x="4789108" y="3024161"/>
            <a:ext cx="1059900" cy="209400"/>
          </a:xfrm>
          <a:prstGeom prst="rect">
            <a:avLst/>
          </a:prstGeom>
          <a:noFill/>
          <a:ln>
            <a:noFill/>
          </a:ln>
        </p:spPr>
        <p:txBody>
          <a:bodyPr spcFirstLastPara="1" wrap="square" lIns="91225" tIns="91225" rIns="91225" bIns="91225" anchor="t" anchorCtr="0">
            <a:noAutofit/>
          </a:bodyPr>
          <a:lstStyle/>
          <a:p>
            <a:pPr marL="0" marR="0" lvl="0" indent="0" algn="r" rtl="0">
              <a:lnSpc>
                <a:spcPct val="150000"/>
              </a:lnSpc>
              <a:spcBef>
                <a:spcPts val="0"/>
              </a:spcBef>
              <a:spcAft>
                <a:spcPts val="0"/>
              </a:spcAft>
              <a:buClr>
                <a:srgbClr val="000000"/>
              </a:buClr>
              <a:buSzPts val="1000"/>
              <a:buFont typeface="Arial"/>
              <a:buNone/>
            </a:pPr>
            <a:r>
              <a:rPr lang="en" sz="1000" b="0" i="0" u="none" strike="noStrike" cap="none">
                <a:solidFill>
                  <a:srgbClr val="333333"/>
                </a:solidFill>
                <a:latin typeface="Calibri"/>
                <a:ea typeface="Calibri"/>
                <a:cs typeface="Calibri"/>
                <a:sym typeface="Calibri"/>
              </a:rPr>
              <a:t>{{K8S}}</a:t>
            </a:r>
            <a:endParaRPr sz="1000" b="0" i="0" u="none" strike="noStrike" cap="none">
              <a:solidFill>
                <a:srgbClr val="333333"/>
              </a:solidFill>
              <a:latin typeface="Calibri"/>
              <a:ea typeface="Calibri"/>
              <a:cs typeface="Calibri"/>
              <a:sym typeface="Calibri"/>
            </a:endParaRPr>
          </a:p>
        </p:txBody>
      </p:sp>
      <p:sp>
        <p:nvSpPr>
          <p:cNvPr id="409" name="Google Shape;409;p50"/>
          <p:cNvSpPr txBox="1"/>
          <p:nvPr/>
        </p:nvSpPr>
        <p:spPr>
          <a:xfrm>
            <a:off x="4789108" y="3245522"/>
            <a:ext cx="1059900" cy="209400"/>
          </a:xfrm>
          <a:prstGeom prst="rect">
            <a:avLst/>
          </a:prstGeom>
          <a:noFill/>
          <a:ln>
            <a:noFill/>
          </a:ln>
        </p:spPr>
        <p:txBody>
          <a:bodyPr spcFirstLastPara="1" wrap="square" lIns="91225" tIns="91225" rIns="91225" bIns="91225" anchor="t" anchorCtr="0">
            <a:noAutofit/>
          </a:bodyPr>
          <a:lstStyle/>
          <a:p>
            <a:pPr marL="0" marR="0" lvl="0" indent="0" algn="r" rtl="0">
              <a:lnSpc>
                <a:spcPct val="150000"/>
              </a:lnSpc>
              <a:spcBef>
                <a:spcPts val="0"/>
              </a:spcBef>
              <a:spcAft>
                <a:spcPts val="0"/>
              </a:spcAft>
              <a:buClr>
                <a:srgbClr val="000000"/>
              </a:buClr>
              <a:buSzPts val="1000"/>
              <a:buFont typeface="Arial"/>
              <a:buNone/>
            </a:pPr>
            <a:r>
              <a:rPr lang="en" sz="1000" b="0" i="0" u="none" strike="noStrike" cap="none">
                <a:solidFill>
                  <a:srgbClr val="333333"/>
                </a:solidFill>
                <a:latin typeface="Calibri"/>
                <a:ea typeface="Calibri"/>
                <a:cs typeface="Calibri"/>
                <a:sym typeface="Calibri"/>
              </a:rPr>
              <a:t>{{TI}}</a:t>
            </a:r>
            <a:endParaRPr sz="1000" b="0" i="0" u="none" strike="noStrike" cap="none">
              <a:solidFill>
                <a:srgbClr val="333333"/>
              </a:solidFill>
              <a:latin typeface="Calibri"/>
              <a:ea typeface="Calibri"/>
              <a:cs typeface="Calibri"/>
              <a:sym typeface="Calibri"/>
            </a:endParaRPr>
          </a:p>
        </p:txBody>
      </p:sp>
      <p:sp>
        <p:nvSpPr>
          <p:cNvPr id="410" name="Google Shape;410;p50"/>
          <p:cNvSpPr txBox="1"/>
          <p:nvPr/>
        </p:nvSpPr>
        <p:spPr>
          <a:xfrm>
            <a:off x="3167108" y="3808871"/>
            <a:ext cx="2838900" cy="270300"/>
          </a:xfrm>
          <a:prstGeom prst="rect">
            <a:avLst/>
          </a:prstGeom>
          <a:noFill/>
          <a:ln>
            <a:noFill/>
          </a:ln>
        </p:spPr>
        <p:txBody>
          <a:bodyPr spcFirstLastPara="1" wrap="square" lIns="91225" tIns="91225" rIns="91225" bIns="91225" anchor="t" anchorCtr="0">
            <a:noAutofit/>
          </a:bodyPr>
          <a:lstStyle/>
          <a:p>
            <a:pPr marL="0" marR="0" lvl="0" indent="0" algn="ctr" rtl="0">
              <a:lnSpc>
                <a:spcPct val="150000"/>
              </a:lnSpc>
              <a:spcBef>
                <a:spcPts val="0"/>
              </a:spcBef>
              <a:spcAft>
                <a:spcPts val="0"/>
              </a:spcAft>
              <a:buClr>
                <a:srgbClr val="000000"/>
              </a:buClr>
              <a:buSzPts val="1100"/>
              <a:buFont typeface="Arial"/>
              <a:buNone/>
            </a:pPr>
            <a:r>
              <a:rPr lang="en" sz="1100" b="0" i="0" u="sng" strike="noStrike" cap="none">
                <a:solidFill>
                  <a:schemeClr val="hlink"/>
                </a:solidFill>
                <a:latin typeface="Calibri"/>
                <a:ea typeface="Calibri"/>
                <a:cs typeface="Calibri"/>
                <a:sym typeface="Calibri"/>
                <a:hlinkClick r:id="rId9"/>
              </a:rPr>
              <a:t>Wiz CLI SCANS (30d) </a:t>
            </a:r>
            <a:r>
              <a:rPr lang="en" sz="1400" b="0" i="0" u="none" strike="noStrike" cap="none">
                <a:solidFill>
                  <a:schemeClr val="hlink"/>
                </a:solidFill>
                <a:uFill>
                  <a:noFill/>
                </a:uFill>
                <a:latin typeface="Calibri"/>
                <a:ea typeface="Calibri"/>
                <a:cs typeface="Calibri"/>
                <a:sym typeface="Calibri"/>
                <a:hlinkClick r:id="rId9"/>
              </a:rPr>
              <a:t>↗</a:t>
            </a:r>
            <a:endParaRPr sz="1100" b="0" i="0" u="none" strike="noStrike" cap="none">
              <a:solidFill>
                <a:srgbClr val="0254EC"/>
              </a:solidFill>
              <a:latin typeface="Calibri"/>
              <a:ea typeface="Calibri"/>
              <a:cs typeface="Calibri"/>
              <a:sym typeface="Calibri"/>
            </a:endParaRPr>
          </a:p>
        </p:txBody>
      </p:sp>
      <p:sp>
        <p:nvSpPr>
          <p:cNvPr id="411" name="Google Shape;411;p50"/>
          <p:cNvSpPr txBox="1"/>
          <p:nvPr/>
        </p:nvSpPr>
        <p:spPr>
          <a:xfrm>
            <a:off x="3167108" y="4128246"/>
            <a:ext cx="2838900" cy="492000"/>
          </a:xfrm>
          <a:prstGeom prst="rect">
            <a:avLst/>
          </a:prstGeom>
          <a:noFill/>
          <a:ln>
            <a:noFill/>
          </a:ln>
        </p:spPr>
        <p:txBody>
          <a:bodyPr spcFirstLastPara="1" wrap="square" lIns="91225" tIns="91225" rIns="91225" bIns="91225" anchor="t" anchorCtr="0">
            <a:noAutofit/>
          </a:bodyPr>
          <a:lstStyle/>
          <a:p>
            <a:pPr marL="0" marR="0" lvl="0" indent="0" algn="ctr" rtl="0">
              <a:lnSpc>
                <a:spcPct val="150000"/>
              </a:lnSpc>
              <a:spcBef>
                <a:spcPts val="0"/>
              </a:spcBef>
              <a:spcAft>
                <a:spcPts val="0"/>
              </a:spcAft>
              <a:buClr>
                <a:srgbClr val="000000"/>
              </a:buClr>
              <a:buSzPts val="2000"/>
              <a:buFont typeface="Arial"/>
              <a:buNone/>
            </a:pPr>
            <a:r>
              <a:rPr lang="en" sz="2000" b="0" i="0" u="none" strike="noStrike" cap="none">
                <a:solidFill>
                  <a:srgbClr val="333333"/>
                </a:solidFill>
                <a:latin typeface="Calibri"/>
                <a:ea typeface="Calibri"/>
                <a:cs typeface="Calibri"/>
                <a:sym typeface="Calibri"/>
              </a:rPr>
              <a:t>{{CLI}}</a:t>
            </a:r>
            <a:endParaRPr sz="2000" b="0" i="0" u="none" strike="noStrike" cap="none">
              <a:solidFill>
                <a:srgbClr val="333333"/>
              </a:solidFill>
              <a:latin typeface="Calibri"/>
              <a:ea typeface="Calibri"/>
              <a:cs typeface="Calibri"/>
              <a:sym typeface="Calibri"/>
            </a:endParaRPr>
          </a:p>
        </p:txBody>
      </p:sp>
      <p:sp>
        <p:nvSpPr>
          <p:cNvPr id="412" name="Google Shape;412;p50"/>
          <p:cNvSpPr txBox="1"/>
          <p:nvPr/>
        </p:nvSpPr>
        <p:spPr>
          <a:xfrm>
            <a:off x="3306330" y="3466201"/>
            <a:ext cx="1695900" cy="209400"/>
          </a:xfrm>
          <a:prstGeom prst="rect">
            <a:avLst/>
          </a:prstGeom>
          <a:noFill/>
          <a:ln>
            <a:noFill/>
          </a:ln>
        </p:spPr>
        <p:txBody>
          <a:bodyPr spcFirstLastPara="1" wrap="square" lIns="91225" tIns="91225" rIns="91225" bIns="91225" anchor="t" anchorCtr="0">
            <a:noAutofit/>
          </a:bodyPr>
          <a:lstStyle/>
          <a:p>
            <a:pPr marL="0" marR="0" lvl="0" indent="0" algn="l" rtl="0">
              <a:lnSpc>
                <a:spcPct val="150000"/>
              </a:lnSpc>
              <a:spcBef>
                <a:spcPts val="0"/>
              </a:spcBef>
              <a:spcAft>
                <a:spcPts val="0"/>
              </a:spcAft>
              <a:buClr>
                <a:srgbClr val="000000"/>
              </a:buClr>
              <a:buSzPts val="1000"/>
              <a:buFont typeface="Arial"/>
              <a:buNone/>
            </a:pPr>
            <a:r>
              <a:rPr lang="en" sz="1000" b="0" i="0" u="sng" strike="noStrike" cap="none">
                <a:solidFill>
                  <a:schemeClr val="hlink"/>
                </a:solidFill>
                <a:latin typeface="Calibri"/>
                <a:ea typeface="Calibri"/>
                <a:cs typeface="Calibri"/>
                <a:sym typeface="Calibri"/>
                <a:hlinkClick r:id="rId10"/>
              </a:rPr>
              <a:t>Container Registries</a:t>
            </a:r>
            <a:endParaRPr sz="1000" b="0" i="0" u="none" strike="noStrike" cap="none">
              <a:solidFill>
                <a:srgbClr val="0254EC"/>
              </a:solidFill>
              <a:latin typeface="Calibri"/>
              <a:ea typeface="Calibri"/>
              <a:cs typeface="Calibri"/>
              <a:sym typeface="Calibri"/>
            </a:endParaRPr>
          </a:p>
        </p:txBody>
      </p:sp>
      <p:sp>
        <p:nvSpPr>
          <p:cNvPr id="413" name="Google Shape;413;p50"/>
          <p:cNvSpPr txBox="1"/>
          <p:nvPr/>
        </p:nvSpPr>
        <p:spPr>
          <a:xfrm>
            <a:off x="4792628" y="3466201"/>
            <a:ext cx="1059900" cy="209400"/>
          </a:xfrm>
          <a:prstGeom prst="rect">
            <a:avLst/>
          </a:prstGeom>
          <a:noFill/>
          <a:ln>
            <a:noFill/>
          </a:ln>
        </p:spPr>
        <p:txBody>
          <a:bodyPr spcFirstLastPara="1" wrap="square" lIns="91225" tIns="91225" rIns="91225" bIns="91225" anchor="t" anchorCtr="0">
            <a:noAutofit/>
          </a:bodyPr>
          <a:lstStyle/>
          <a:p>
            <a:pPr marL="0" marR="0" lvl="0" indent="0" algn="r" rtl="0">
              <a:lnSpc>
                <a:spcPct val="150000"/>
              </a:lnSpc>
              <a:spcBef>
                <a:spcPts val="0"/>
              </a:spcBef>
              <a:spcAft>
                <a:spcPts val="0"/>
              </a:spcAft>
              <a:buClr>
                <a:srgbClr val="000000"/>
              </a:buClr>
              <a:buSzPts val="1000"/>
              <a:buFont typeface="Arial"/>
              <a:buNone/>
            </a:pPr>
            <a:r>
              <a:rPr lang="en" sz="1000" b="0" i="0" u="none" strike="noStrike" cap="none">
                <a:solidFill>
                  <a:srgbClr val="333333"/>
                </a:solidFill>
                <a:latin typeface="Calibri"/>
                <a:ea typeface="Calibri"/>
                <a:cs typeface="Calibri"/>
                <a:sym typeface="Calibri"/>
              </a:rPr>
              <a:t>{{R_TOT}}</a:t>
            </a:r>
            <a:endParaRPr sz="1000" b="0" i="0" u="none" strike="noStrike" cap="none">
              <a:solidFill>
                <a:srgbClr val="333333"/>
              </a:solidFill>
              <a:latin typeface="Calibri"/>
              <a:ea typeface="Calibri"/>
              <a:cs typeface="Calibri"/>
              <a:sym typeface="Calibri"/>
            </a:endParaRPr>
          </a:p>
        </p:txBody>
      </p:sp>
      <p:sp>
        <p:nvSpPr>
          <p:cNvPr id="414" name="Google Shape;414;p50"/>
          <p:cNvSpPr txBox="1"/>
          <p:nvPr/>
        </p:nvSpPr>
        <p:spPr>
          <a:xfrm>
            <a:off x="3293611" y="3244616"/>
            <a:ext cx="1784700" cy="209400"/>
          </a:xfrm>
          <a:prstGeom prst="rect">
            <a:avLst/>
          </a:prstGeom>
          <a:noFill/>
          <a:ln>
            <a:noFill/>
          </a:ln>
        </p:spPr>
        <p:txBody>
          <a:bodyPr spcFirstLastPara="1" wrap="square" lIns="91225" tIns="91225" rIns="91225" bIns="91225" anchor="t" anchorCtr="0">
            <a:noAutofit/>
          </a:bodyPr>
          <a:lstStyle/>
          <a:p>
            <a:pPr marL="0" marR="0" lvl="0" indent="0" algn="l" rtl="0">
              <a:lnSpc>
                <a:spcPct val="150000"/>
              </a:lnSpc>
              <a:spcBef>
                <a:spcPts val="0"/>
              </a:spcBef>
              <a:spcAft>
                <a:spcPts val="0"/>
              </a:spcAft>
              <a:buClr>
                <a:srgbClr val="000000"/>
              </a:buClr>
              <a:buSzPts val="1000"/>
              <a:buFont typeface="Arial"/>
              <a:buNone/>
            </a:pPr>
            <a:r>
              <a:rPr lang="en" sz="1000" b="0" i="0" u="sng" strike="noStrike" cap="none">
                <a:solidFill>
                  <a:schemeClr val="hlink"/>
                </a:solidFill>
                <a:latin typeface="Calibri"/>
                <a:ea typeface="Calibri"/>
                <a:cs typeface="Calibri"/>
                <a:sym typeface="Calibri"/>
                <a:hlinkClick r:id="rId11"/>
              </a:rPr>
              <a:t>Container Images</a:t>
            </a:r>
            <a:endParaRPr sz="1000" b="0" i="0" u="none" strike="noStrike" cap="none">
              <a:solidFill>
                <a:srgbClr val="0254EC"/>
              </a:solidFill>
              <a:latin typeface="Calibri"/>
              <a:ea typeface="Calibri"/>
              <a:cs typeface="Calibri"/>
              <a:sym typeface="Calibri"/>
            </a:endParaRPr>
          </a:p>
        </p:txBody>
      </p:sp>
      <p:sp>
        <p:nvSpPr>
          <p:cNvPr id="416" name="Google Shape;416;p50"/>
          <p:cNvSpPr txBox="1"/>
          <p:nvPr/>
        </p:nvSpPr>
        <p:spPr>
          <a:xfrm>
            <a:off x="3295309" y="1456043"/>
            <a:ext cx="2528700" cy="335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000"/>
              <a:buFont typeface="Arial"/>
              <a:buNone/>
            </a:pPr>
            <a:r>
              <a:rPr lang="en" sz="1000" b="0" i="0" u="none" strike="noStrike" cap="none">
                <a:solidFill>
                  <a:schemeClr val="dk1"/>
                </a:solidFill>
                <a:latin typeface="Calibri"/>
                <a:ea typeface="Calibri"/>
                <a:cs typeface="Calibri"/>
                <a:sym typeface="Calibri"/>
              </a:rPr>
              <a:t>Current Contract End</a:t>
            </a:r>
            <a:br>
              <a:rPr lang="en" sz="1000" b="0" i="0" u="none" strike="noStrike" cap="none">
                <a:solidFill>
                  <a:schemeClr val="dk1"/>
                </a:solidFill>
                <a:latin typeface="Calibri"/>
                <a:ea typeface="Calibri"/>
                <a:cs typeface="Calibri"/>
                <a:sym typeface="Calibri"/>
              </a:rPr>
            </a:br>
            <a:r>
              <a:rPr lang="en" sz="1000" b="0" i="0" u="none" strike="noStrike" cap="none">
                <a:solidFill>
                  <a:schemeClr val="dk1"/>
                </a:solidFill>
                <a:latin typeface="Calibri"/>
                <a:ea typeface="Calibri"/>
                <a:cs typeface="Calibri"/>
                <a:sym typeface="Calibri"/>
              </a:rPr>
              <a:t>{{CONTRACT_END_FMT}}</a:t>
            </a:r>
            <a:endParaRPr sz="1000" b="0" i="0" u="none" strike="noStrike" cap="none">
              <a:solidFill>
                <a:schemeClr val="dk1"/>
              </a:solidFill>
              <a:latin typeface="Calibri"/>
              <a:ea typeface="Calibri"/>
              <a:cs typeface="Calibri"/>
              <a:sym typeface="Calibri"/>
            </a:endParaRPr>
          </a:p>
        </p:txBody>
      </p:sp>
      <p:sp>
        <p:nvSpPr>
          <p:cNvPr id="417" name="Google Shape;417;p50"/>
          <p:cNvSpPr txBox="1"/>
          <p:nvPr/>
        </p:nvSpPr>
        <p:spPr>
          <a:xfrm>
            <a:off x="3266555" y="1275483"/>
            <a:ext cx="2683500" cy="2853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100"/>
              <a:buFont typeface="Arial"/>
              <a:buNone/>
            </a:pPr>
            <a:r>
              <a:rPr lang="en" sz="1100" b="0" i="0" u="none" strike="noStrike" cap="none">
                <a:solidFill>
                  <a:srgbClr val="1155CC"/>
                </a:solidFill>
                <a:latin typeface="Calibri"/>
                <a:ea typeface="Calibri"/>
                <a:cs typeface="Calibri"/>
                <a:sym typeface="Calibri"/>
              </a:rPr>
              <a:t>{{CUS_NOD}} Days as Wiz Customer</a:t>
            </a:r>
            <a:endParaRPr sz="1100" b="0" i="0" u="none" strike="noStrike" cap="none">
              <a:solidFill>
                <a:srgbClr val="1155CC"/>
              </a:solidFill>
              <a:latin typeface="Calibri"/>
              <a:ea typeface="Calibri"/>
              <a:cs typeface="Calibri"/>
              <a:sym typeface="Calibri"/>
            </a:endParaRPr>
          </a:p>
        </p:txBody>
      </p:sp>
      <p:sp>
        <p:nvSpPr>
          <p:cNvPr id="418" name="Google Shape;418;p50"/>
          <p:cNvSpPr txBox="1"/>
          <p:nvPr/>
        </p:nvSpPr>
        <p:spPr>
          <a:xfrm>
            <a:off x="3293159" y="1891557"/>
            <a:ext cx="2683500" cy="153888"/>
          </a:xfrm>
          <a:prstGeom prst="rect">
            <a:avLst/>
          </a:prstGeom>
          <a:noFill/>
          <a:ln>
            <a:noFill/>
          </a:ln>
        </p:spPr>
        <p:txBody>
          <a:bodyPr spcFirstLastPara="1" wrap="square" lIns="91425" tIns="0" rIns="91425" bIns="0"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en" sz="1000" b="0" i="0" u="none" strike="noStrike" cap="none">
                <a:solidFill>
                  <a:schemeClr val="dk1"/>
                </a:solidFill>
                <a:latin typeface="Calibri"/>
                <a:ea typeface="Calibri"/>
                <a:cs typeface="Calibri"/>
                <a:sym typeface="Calibri"/>
              </a:rPr>
              <a:t>{{D_U_R}} Days Until Renewal</a:t>
            </a:r>
            <a:endParaRPr sz="1000" b="0" i="0" u="none" strike="noStrike" cap="none">
              <a:solidFill>
                <a:schemeClr val="dk1"/>
              </a:solidFill>
              <a:latin typeface="Calibri"/>
              <a:ea typeface="Calibri"/>
              <a:cs typeface="Calibri"/>
              <a:sym typeface="Calibri"/>
            </a:endParaRPr>
          </a:p>
        </p:txBody>
      </p:sp>
      <p:pic>
        <p:nvPicPr>
          <p:cNvPr id="419" name="Google Shape;419;p50"/>
          <p:cNvPicPr preferRelativeResize="0"/>
          <p:nvPr/>
        </p:nvPicPr>
        <p:blipFill rotWithShape="1">
          <a:blip r:embed="rId12">
            <a:alphaModFix/>
          </a:blip>
          <a:srcRect/>
          <a:stretch/>
        </p:blipFill>
        <p:spPr>
          <a:xfrm>
            <a:off x="231234" y="1394102"/>
            <a:ext cx="338330" cy="357132"/>
          </a:xfrm>
          <a:prstGeom prst="rect">
            <a:avLst/>
          </a:prstGeom>
          <a:noFill/>
          <a:ln>
            <a:noFill/>
          </a:ln>
        </p:spPr>
      </p:pic>
      <p:pic>
        <p:nvPicPr>
          <p:cNvPr id="420" name="Google Shape;420;p50"/>
          <p:cNvPicPr preferRelativeResize="0"/>
          <p:nvPr/>
        </p:nvPicPr>
        <p:blipFill rotWithShape="1">
          <a:blip r:embed="rId7">
            <a:alphaModFix/>
          </a:blip>
          <a:srcRect/>
          <a:stretch/>
        </p:blipFill>
        <p:spPr>
          <a:xfrm>
            <a:off x="6189553" y="976375"/>
            <a:ext cx="2780923" cy="1385452"/>
          </a:xfrm>
          <a:prstGeom prst="rect">
            <a:avLst/>
          </a:prstGeom>
          <a:noFill/>
          <a:ln w="9525" cap="flat" cmpd="sng">
            <a:solidFill>
              <a:schemeClr val="accent1"/>
            </a:solidFill>
            <a:prstDash val="solid"/>
            <a:round/>
            <a:headEnd type="none" w="sm" len="sm"/>
            <a:tailEnd type="none" w="sm" len="sm"/>
          </a:ln>
        </p:spPr>
      </p:pic>
      <p:sp>
        <p:nvSpPr>
          <p:cNvPr id="421" name="Google Shape;421;p50"/>
          <p:cNvSpPr txBox="1"/>
          <p:nvPr/>
        </p:nvSpPr>
        <p:spPr>
          <a:xfrm>
            <a:off x="6189557" y="997040"/>
            <a:ext cx="2781000" cy="376500"/>
          </a:xfrm>
          <a:prstGeom prst="rect">
            <a:avLst/>
          </a:prstGeom>
          <a:no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595959"/>
              </a:buClr>
              <a:buSzPts val="1500"/>
              <a:buFont typeface="Arial"/>
              <a:buNone/>
            </a:pPr>
            <a:r>
              <a:rPr lang="en" sz="1500" b="0" i="0" u="sng" strike="noStrike" cap="none">
                <a:solidFill>
                  <a:schemeClr val="hlink"/>
                </a:solidFill>
                <a:latin typeface="Calibri"/>
                <a:ea typeface="Calibri"/>
                <a:cs typeface="Calibri"/>
                <a:sym typeface="Calibri"/>
                <a:hlinkClick r:id="rId13"/>
              </a:rPr>
              <a:t>Unscanned Resources </a:t>
            </a:r>
            <a:r>
              <a:rPr lang="en" sz="1500" b="0" i="0" u="none" strike="noStrike" cap="none">
                <a:solidFill>
                  <a:schemeClr val="hlink"/>
                </a:solidFill>
                <a:uFill>
                  <a:noFill/>
                </a:uFill>
                <a:latin typeface="Calibri"/>
                <a:ea typeface="Calibri"/>
                <a:cs typeface="Calibri"/>
                <a:sym typeface="Calibri"/>
                <a:hlinkClick r:id="rId13"/>
              </a:rPr>
              <a:t>↗</a:t>
            </a:r>
            <a:endParaRPr sz="1500" b="0" i="0" u="none" strike="noStrike" cap="none">
              <a:solidFill>
                <a:srgbClr val="0254EC"/>
              </a:solidFill>
              <a:latin typeface="Calibri"/>
              <a:ea typeface="Calibri"/>
              <a:cs typeface="Calibri"/>
              <a:sym typeface="Calibri"/>
            </a:endParaRPr>
          </a:p>
        </p:txBody>
      </p:sp>
      <p:sp>
        <p:nvSpPr>
          <p:cNvPr id="422" name="Google Shape;422;p50"/>
          <p:cNvSpPr txBox="1"/>
          <p:nvPr/>
        </p:nvSpPr>
        <p:spPr>
          <a:xfrm>
            <a:off x="6189565" y="1395307"/>
            <a:ext cx="2781000" cy="940800"/>
          </a:xfrm>
          <a:prstGeom prst="rect">
            <a:avLst/>
          </a:prstGeom>
          <a:noFill/>
          <a:ln>
            <a:noFill/>
          </a:ln>
        </p:spPr>
        <p:txBody>
          <a:bodyPr spcFirstLastPara="1" wrap="square" lIns="92600" tIns="92600" rIns="92600" bIns="92600" anchor="t" anchorCtr="0">
            <a:noAutofit/>
          </a:bodyPr>
          <a:lstStyle/>
          <a:p>
            <a:pPr marL="0" marR="0" lvl="0" indent="0" algn="ctr" rtl="0">
              <a:lnSpc>
                <a:spcPct val="115000"/>
              </a:lnSpc>
              <a:spcBef>
                <a:spcPts val="0"/>
              </a:spcBef>
              <a:spcAft>
                <a:spcPts val="0"/>
              </a:spcAft>
              <a:buClr>
                <a:srgbClr val="000000"/>
              </a:buClr>
              <a:buSzPts val="1200"/>
              <a:buFont typeface="Arial"/>
              <a:buNone/>
            </a:pPr>
            <a:r>
              <a:rPr lang="en" sz="1200" b="0" i="0" u="none" strike="noStrike" cap="none">
                <a:solidFill>
                  <a:srgbClr val="333333"/>
                </a:solidFill>
                <a:latin typeface="Calibri"/>
                <a:ea typeface="Calibri"/>
                <a:cs typeface="Calibri"/>
                <a:sym typeface="Calibri"/>
              </a:rPr>
              <a:t>{{U_RES}} Unscanned Resources</a:t>
            </a:r>
            <a:br>
              <a:rPr lang="en" sz="1200" b="0" i="0" u="none" strike="noStrike" cap="none">
                <a:solidFill>
                  <a:srgbClr val="333333"/>
                </a:solidFill>
                <a:latin typeface="Calibri"/>
                <a:ea typeface="Calibri"/>
                <a:cs typeface="Calibri"/>
                <a:sym typeface="Calibri"/>
              </a:rPr>
            </a:br>
            <a:r>
              <a:rPr lang="en" sz="800" b="0" i="0" u="none" strike="noStrike" cap="none">
                <a:solidFill>
                  <a:srgbClr val="333333"/>
                </a:solidFill>
                <a:latin typeface="Calibri"/>
                <a:ea typeface="Calibri"/>
                <a:cs typeface="Calibri"/>
                <a:sym typeface="Calibri"/>
              </a:rPr>
              <a:t>Cloud Organizations, Code Repositories &amp; Subscriptions</a:t>
            </a:r>
            <a:endParaRPr sz="800" b="0" i="0" u="none" strike="noStrike" cap="none">
              <a:solidFill>
                <a:srgbClr val="333333"/>
              </a:solidFill>
              <a:latin typeface="Calibri"/>
              <a:ea typeface="Calibri"/>
              <a:cs typeface="Calibri"/>
              <a:sym typeface="Calibri"/>
            </a:endParaRPr>
          </a:p>
        </p:txBody>
      </p:sp>
      <p:pic>
        <p:nvPicPr>
          <p:cNvPr id="423" name="Google Shape;423;p50"/>
          <p:cNvPicPr preferRelativeResize="0"/>
          <p:nvPr/>
        </p:nvPicPr>
        <p:blipFill rotWithShape="1">
          <a:blip r:embed="rId7">
            <a:alphaModFix/>
          </a:blip>
          <a:srcRect/>
          <a:stretch/>
        </p:blipFill>
        <p:spPr>
          <a:xfrm>
            <a:off x="6194229" y="2518124"/>
            <a:ext cx="2769198" cy="1385452"/>
          </a:xfrm>
          <a:prstGeom prst="rect">
            <a:avLst/>
          </a:prstGeom>
          <a:noFill/>
          <a:ln w="9525" cap="flat" cmpd="sng">
            <a:solidFill>
              <a:schemeClr val="accent1"/>
            </a:solidFill>
            <a:prstDash val="solid"/>
            <a:round/>
            <a:headEnd type="none" w="sm" len="sm"/>
            <a:tailEnd type="none" w="sm" len="sm"/>
          </a:ln>
        </p:spPr>
      </p:pic>
      <p:sp>
        <p:nvSpPr>
          <p:cNvPr id="424" name="Google Shape;424;p50"/>
          <p:cNvSpPr txBox="1"/>
          <p:nvPr/>
        </p:nvSpPr>
        <p:spPr>
          <a:xfrm>
            <a:off x="6194230" y="2538228"/>
            <a:ext cx="2767200" cy="404700"/>
          </a:xfrm>
          <a:prstGeom prst="rect">
            <a:avLst/>
          </a:prstGeom>
          <a:no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chemeClr val="dk2"/>
              </a:buClr>
              <a:buSzPts val="1500"/>
              <a:buFont typeface="Arial"/>
              <a:buNone/>
            </a:pPr>
            <a:r>
              <a:rPr lang="en" sz="1500" b="0" i="0" u="sng" strike="noStrike" cap="none">
                <a:solidFill>
                  <a:schemeClr val="hlink"/>
                </a:solidFill>
                <a:latin typeface="Calibri"/>
                <a:ea typeface="Calibri"/>
                <a:cs typeface="Calibri"/>
                <a:sym typeface="Calibri"/>
                <a:hlinkClick r:id="rId14"/>
              </a:rPr>
              <a:t>Red Agent Scans</a:t>
            </a:r>
            <a:r>
              <a:rPr lang="en" sz="1500" b="0" i="0" u="none" strike="noStrike" cap="none">
                <a:solidFill>
                  <a:srgbClr val="0254EC"/>
                </a:solidFill>
                <a:latin typeface="Calibri"/>
                <a:ea typeface="Calibri"/>
                <a:cs typeface="Calibri"/>
                <a:sym typeface="Calibri"/>
              </a:rPr>
              <a:t> </a:t>
            </a:r>
            <a:r>
              <a:rPr lang="en" sz="1500" b="0" i="0" u="none" strike="noStrike" cap="none">
                <a:solidFill>
                  <a:schemeClr val="hlink"/>
                </a:solidFill>
                <a:uFill>
                  <a:noFill/>
                </a:uFill>
                <a:latin typeface="Calibri"/>
                <a:ea typeface="Calibri"/>
                <a:cs typeface="Calibri"/>
                <a:sym typeface="Calibri"/>
                <a:hlinkClick r:id="rId13"/>
              </a:rPr>
              <a:t>↗</a:t>
            </a:r>
            <a:endParaRPr sz="1500" b="0" i="0" u="none" strike="noStrike" cap="none">
              <a:solidFill>
                <a:srgbClr val="0254EC"/>
              </a:solidFill>
              <a:latin typeface="Calibri"/>
              <a:ea typeface="Calibri"/>
              <a:cs typeface="Calibri"/>
              <a:sym typeface="Calibri"/>
            </a:endParaRPr>
          </a:p>
        </p:txBody>
      </p:sp>
      <p:sp>
        <p:nvSpPr>
          <p:cNvPr id="425" name="Google Shape;425;p50"/>
          <p:cNvSpPr txBox="1"/>
          <p:nvPr/>
        </p:nvSpPr>
        <p:spPr>
          <a:xfrm>
            <a:off x="6296001" y="3150231"/>
            <a:ext cx="2526300" cy="371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900"/>
              <a:buFont typeface="Arial"/>
              <a:buNone/>
            </a:pPr>
            <a:endParaRPr sz="900" b="0" i="0" u="none" strike="noStrike" cap="none">
              <a:solidFill>
                <a:schemeClr val="dk1"/>
              </a:solidFill>
              <a:latin typeface="Calibri"/>
              <a:ea typeface="Calibri"/>
              <a:cs typeface="Calibri"/>
              <a:sym typeface="Calibri"/>
            </a:endParaRPr>
          </a:p>
        </p:txBody>
      </p:sp>
      <p:sp>
        <p:nvSpPr>
          <p:cNvPr id="426" name="Google Shape;426;p50"/>
          <p:cNvSpPr txBox="1"/>
          <p:nvPr/>
        </p:nvSpPr>
        <p:spPr>
          <a:xfrm>
            <a:off x="6236436" y="2843382"/>
            <a:ext cx="2651700" cy="316200"/>
          </a:xfrm>
          <a:prstGeom prst="rect">
            <a:avLst/>
          </a:prstGeom>
          <a:noFill/>
          <a:ln>
            <a:noFill/>
          </a:ln>
          <a:effectLst>
            <a:outerShdw blurRad="57150" dist="19050" dir="5400000" algn="bl" rotWithShape="0">
              <a:srgbClr val="674EA7">
                <a:alpha val="56078"/>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2100"/>
              <a:buFont typeface="Arial"/>
              <a:buNone/>
            </a:pPr>
            <a:endParaRPr sz="2100" b="0" i="0" u="none" strike="noStrike" cap="none">
              <a:solidFill>
                <a:srgbClr val="1155CC"/>
              </a:solidFill>
              <a:latin typeface="Calibri"/>
              <a:ea typeface="Calibri"/>
              <a:cs typeface="Calibri"/>
              <a:sym typeface="Calibri"/>
            </a:endParaRPr>
          </a:p>
        </p:txBody>
      </p:sp>
      <p:sp>
        <p:nvSpPr>
          <p:cNvPr id="427" name="Google Shape;427;p50"/>
          <p:cNvSpPr txBox="1"/>
          <p:nvPr/>
        </p:nvSpPr>
        <p:spPr>
          <a:xfrm>
            <a:off x="6203356" y="2861350"/>
            <a:ext cx="2764500" cy="242700"/>
          </a:xfrm>
          <a:prstGeom prst="rect">
            <a:avLst/>
          </a:prstGeom>
          <a:noFill/>
          <a:ln>
            <a:noFill/>
          </a:ln>
        </p:spPr>
        <p:txBody>
          <a:bodyPr spcFirstLastPara="1" wrap="square" lIns="91250" tIns="91250" rIns="91250" bIns="91250" anchor="t" anchorCtr="0">
            <a:noAutofit/>
          </a:bodyPr>
          <a:lstStyle/>
          <a:p>
            <a:pPr marL="0" marR="0" lvl="0" indent="0" algn="ctr" rtl="0">
              <a:lnSpc>
                <a:spcPct val="150000"/>
              </a:lnSpc>
              <a:spcBef>
                <a:spcPts val="0"/>
              </a:spcBef>
              <a:spcAft>
                <a:spcPts val="0"/>
              </a:spcAft>
              <a:buClr>
                <a:srgbClr val="000000"/>
              </a:buClr>
              <a:buSzPts val="900"/>
              <a:buFont typeface="Arial"/>
              <a:buNone/>
            </a:pPr>
            <a:r>
              <a:rPr lang="en" sz="900" dirty="0">
                <a:solidFill>
                  <a:srgbClr val="333333"/>
                </a:solidFill>
                <a:latin typeface="Calibri"/>
                <a:ea typeface="Calibri"/>
                <a:cs typeface="Calibri"/>
                <a:sym typeface="Calibri"/>
              </a:rPr>
              <a:t>Web API Crawler</a:t>
            </a:r>
            <a:r>
              <a:rPr lang="en" sz="900" b="0" i="0" u="none" strike="noStrike" cap="none" dirty="0">
                <a:solidFill>
                  <a:srgbClr val="333333"/>
                </a:solidFill>
                <a:latin typeface="Calibri"/>
                <a:ea typeface="Calibri"/>
                <a:cs typeface="Calibri"/>
                <a:sym typeface="Calibri"/>
              </a:rPr>
              <a:t>: {{RA_WC}}</a:t>
            </a:r>
            <a:endParaRPr sz="900" b="0" i="0" u="none" strike="noStrike" cap="none" dirty="0">
              <a:solidFill>
                <a:srgbClr val="333333"/>
              </a:solidFill>
              <a:latin typeface="Calibri"/>
              <a:ea typeface="Calibri"/>
              <a:cs typeface="Calibri"/>
              <a:sym typeface="Calibri"/>
            </a:endParaRPr>
          </a:p>
        </p:txBody>
      </p:sp>
      <p:sp>
        <p:nvSpPr>
          <p:cNvPr id="428" name="Google Shape;428;p50"/>
          <p:cNvSpPr txBox="1"/>
          <p:nvPr/>
        </p:nvSpPr>
        <p:spPr>
          <a:xfrm>
            <a:off x="6202885" y="3097036"/>
            <a:ext cx="2764500" cy="242700"/>
          </a:xfrm>
          <a:prstGeom prst="rect">
            <a:avLst/>
          </a:prstGeom>
          <a:noFill/>
          <a:ln>
            <a:noFill/>
          </a:ln>
        </p:spPr>
        <p:txBody>
          <a:bodyPr spcFirstLastPara="1" wrap="square" lIns="91250" tIns="91250" rIns="91250" bIns="91250" anchor="t" anchorCtr="0">
            <a:noAutofit/>
          </a:bodyPr>
          <a:lstStyle/>
          <a:p>
            <a:pPr marL="0" marR="0" lvl="0" indent="0" algn="ctr" rtl="0">
              <a:lnSpc>
                <a:spcPct val="150000"/>
              </a:lnSpc>
              <a:spcBef>
                <a:spcPts val="0"/>
              </a:spcBef>
              <a:spcAft>
                <a:spcPts val="0"/>
              </a:spcAft>
              <a:buClr>
                <a:srgbClr val="000000"/>
              </a:buClr>
              <a:buSzPts val="900"/>
              <a:buFont typeface="Arial"/>
              <a:buNone/>
            </a:pPr>
            <a:r>
              <a:rPr lang="en" sz="900" dirty="0">
                <a:solidFill>
                  <a:srgbClr val="333333"/>
                </a:solidFill>
                <a:latin typeface="Calibri"/>
                <a:ea typeface="Calibri"/>
                <a:cs typeface="Calibri"/>
                <a:sym typeface="Calibri"/>
              </a:rPr>
              <a:t>API DAST Attacker</a:t>
            </a:r>
            <a:r>
              <a:rPr lang="en" sz="900" b="0" i="0" u="none" strike="noStrike" cap="none" dirty="0">
                <a:solidFill>
                  <a:srgbClr val="333333"/>
                </a:solidFill>
                <a:latin typeface="Calibri"/>
                <a:ea typeface="Calibri"/>
                <a:cs typeface="Calibri"/>
                <a:sym typeface="Calibri"/>
              </a:rPr>
              <a:t>: {{RA_DAST}}</a:t>
            </a:r>
            <a:endParaRPr sz="900" b="0" i="0" u="none" strike="noStrike" cap="none" dirty="0">
              <a:solidFill>
                <a:srgbClr val="333333"/>
              </a:solidFill>
              <a:latin typeface="Calibri"/>
              <a:ea typeface="Calibri"/>
              <a:cs typeface="Calibri"/>
              <a:sym typeface="Calibri"/>
            </a:endParaRPr>
          </a:p>
        </p:txBody>
      </p:sp>
      <p:sp>
        <p:nvSpPr>
          <p:cNvPr id="429" name="Google Shape;429;p50"/>
          <p:cNvSpPr txBox="1"/>
          <p:nvPr/>
        </p:nvSpPr>
        <p:spPr>
          <a:xfrm>
            <a:off x="6202728" y="3332721"/>
            <a:ext cx="2764500" cy="242700"/>
          </a:xfrm>
          <a:prstGeom prst="rect">
            <a:avLst/>
          </a:prstGeom>
          <a:noFill/>
          <a:ln>
            <a:noFill/>
          </a:ln>
        </p:spPr>
        <p:txBody>
          <a:bodyPr spcFirstLastPara="1" wrap="square" lIns="91250" tIns="91250" rIns="91250" bIns="91250" anchor="t" anchorCtr="0">
            <a:noAutofit/>
          </a:bodyPr>
          <a:lstStyle/>
          <a:p>
            <a:pPr marL="0" marR="0" lvl="0" indent="0" algn="ctr" rtl="0">
              <a:lnSpc>
                <a:spcPct val="150000"/>
              </a:lnSpc>
              <a:spcBef>
                <a:spcPts val="0"/>
              </a:spcBef>
              <a:spcAft>
                <a:spcPts val="0"/>
              </a:spcAft>
              <a:buClr>
                <a:srgbClr val="000000"/>
              </a:buClr>
              <a:buSzPts val="900"/>
              <a:buFont typeface="Arial"/>
              <a:buNone/>
            </a:pPr>
            <a:r>
              <a:rPr lang="en" sz="900" b="0" i="0" u="none" strike="noStrike" cap="none" dirty="0">
                <a:solidFill>
                  <a:srgbClr val="333333"/>
                </a:solidFill>
                <a:latin typeface="Calibri"/>
                <a:ea typeface="Calibri"/>
                <a:cs typeface="Calibri"/>
                <a:sym typeface="Calibri"/>
              </a:rPr>
              <a:t>Secret Blast Radius: {{RA_SI}}</a:t>
            </a:r>
            <a:endParaRPr sz="900" b="0" i="0" u="none" strike="noStrike" cap="none" dirty="0">
              <a:solidFill>
                <a:srgbClr val="333333"/>
              </a:solidFill>
              <a:latin typeface="Calibri"/>
              <a:ea typeface="Calibri"/>
              <a:cs typeface="Calibri"/>
              <a:sym typeface="Calibri"/>
            </a:endParaRPr>
          </a:p>
        </p:txBody>
      </p:sp>
      <p:sp>
        <p:nvSpPr>
          <p:cNvPr id="430" name="Google Shape;430;p50"/>
          <p:cNvSpPr txBox="1"/>
          <p:nvPr/>
        </p:nvSpPr>
        <p:spPr>
          <a:xfrm>
            <a:off x="6192125" y="3519610"/>
            <a:ext cx="2764500" cy="242700"/>
          </a:xfrm>
          <a:prstGeom prst="rect">
            <a:avLst/>
          </a:prstGeom>
          <a:noFill/>
          <a:ln>
            <a:noFill/>
          </a:ln>
        </p:spPr>
        <p:txBody>
          <a:bodyPr spcFirstLastPara="1" wrap="square" lIns="91250" tIns="91250" rIns="91250" bIns="91250" anchor="t" anchorCtr="0">
            <a:noAutofit/>
          </a:bodyPr>
          <a:lstStyle/>
          <a:p>
            <a:pPr marL="0" marR="0" lvl="0" indent="0" algn="ctr" rtl="0">
              <a:lnSpc>
                <a:spcPct val="150000"/>
              </a:lnSpc>
              <a:spcBef>
                <a:spcPts val="0"/>
              </a:spcBef>
              <a:spcAft>
                <a:spcPts val="0"/>
              </a:spcAft>
              <a:buClr>
                <a:srgbClr val="000000"/>
              </a:buClr>
              <a:buSzPts val="1100"/>
              <a:buFont typeface="Arial"/>
              <a:buNone/>
            </a:pPr>
            <a:r>
              <a:rPr lang="en" sz="1100" b="0" i="0" u="none" strike="noStrike" cap="none">
                <a:solidFill>
                  <a:srgbClr val="333333"/>
                </a:solidFill>
                <a:latin typeface="Calibri"/>
                <a:ea typeface="Calibri"/>
                <a:cs typeface="Calibri"/>
                <a:sym typeface="Calibri"/>
              </a:rPr>
              <a:t>Total Monthly Scans: {{RA_TOTS}}</a:t>
            </a:r>
            <a:endParaRPr sz="1100" b="0" i="0" u="none" strike="noStrike" cap="none">
              <a:solidFill>
                <a:srgbClr val="333333"/>
              </a:solidFill>
              <a:latin typeface="Calibri"/>
              <a:ea typeface="Calibri"/>
              <a:cs typeface="Calibri"/>
              <a:sym typeface="Calibri"/>
            </a:endParaRPr>
          </a:p>
        </p:txBody>
      </p:sp>
      <p:sp>
        <p:nvSpPr>
          <p:cNvPr id="2" name="Google Shape;390;p50">
            <a:extLst>
              <a:ext uri="{FF2B5EF4-FFF2-40B4-BE49-F238E27FC236}">
                <a16:creationId xmlns:a16="http://schemas.microsoft.com/office/drawing/2014/main" id="{82D1517E-B19B-BBBA-6A10-B46AFA56C909}"/>
              </a:ext>
            </a:extLst>
          </p:cNvPr>
          <p:cNvSpPr txBox="1"/>
          <p:nvPr/>
        </p:nvSpPr>
        <p:spPr>
          <a:xfrm>
            <a:off x="614178" y="1558857"/>
            <a:ext cx="2432700" cy="205800"/>
          </a:xfrm>
          <a:prstGeom prst="rect">
            <a:avLst/>
          </a:prstGeom>
          <a:noFill/>
          <a:ln>
            <a:noFill/>
          </a:ln>
        </p:spPr>
        <p:txBody>
          <a:bodyPr spcFirstLastPara="1" wrap="square" lIns="55875" tIns="27925" rIns="55875" bIns="27925" anchor="t" anchorCtr="0">
            <a:noAutofit/>
          </a:bodyPr>
          <a:lstStyle/>
          <a:p>
            <a:pPr marL="0" marR="0" lvl="0" indent="0" algn="l" rtl="0">
              <a:lnSpc>
                <a:spcPct val="100000"/>
              </a:lnSpc>
              <a:spcBef>
                <a:spcPts val="0"/>
              </a:spcBef>
              <a:spcAft>
                <a:spcPts val="0"/>
              </a:spcAft>
              <a:buClr>
                <a:srgbClr val="00113E"/>
              </a:buClr>
              <a:buSzPts val="855"/>
              <a:buFont typeface="DM Sans"/>
              <a:buNone/>
            </a:pPr>
            <a:r>
              <a:rPr lang="en" sz="1100" b="0" i="0" u="none" strike="noStrike" cap="none" dirty="0">
                <a:solidFill>
                  <a:srgbClr val="38761D"/>
                </a:solidFill>
                <a:latin typeface="Calibri"/>
                <a:ea typeface="Calibri"/>
                <a:cs typeface="Calibri"/>
                <a:sym typeface="Calibri"/>
              </a:rPr>
              <a:t>{{LU_ADV}}</a:t>
            </a:r>
            <a:endParaRPr sz="1100" b="0" i="0" u="none" strike="noStrike" cap="none" dirty="0">
              <a:solidFill>
                <a:srgbClr val="000000"/>
              </a:solidFill>
              <a:latin typeface="Calibri"/>
              <a:ea typeface="Calibri"/>
              <a:cs typeface="Calibri"/>
              <a:sym typeface="Calibri"/>
            </a:endParaRPr>
          </a:p>
        </p:txBody>
      </p:sp>
      <p:sp>
        <p:nvSpPr>
          <p:cNvPr id="3" name="Google Shape;390;p50">
            <a:extLst>
              <a:ext uri="{FF2B5EF4-FFF2-40B4-BE49-F238E27FC236}">
                <a16:creationId xmlns:a16="http://schemas.microsoft.com/office/drawing/2014/main" id="{0D3C1DDD-C73F-BE82-8B2D-D1DD83BDBE94}"/>
              </a:ext>
            </a:extLst>
          </p:cNvPr>
          <p:cNvSpPr txBox="1"/>
          <p:nvPr/>
        </p:nvSpPr>
        <p:spPr>
          <a:xfrm>
            <a:off x="614184" y="2043762"/>
            <a:ext cx="2432700" cy="205800"/>
          </a:xfrm>
          <a:prstGeom prst="rect">
            <a:avLst/>
          </a:prstGeom>
          <a:noFill/>
          <a:ln>
            <a:noFill/>
          </a:ln>
        </p:spPr>
        <p:txBody>
          <a:bodyPr spcFirstLastPara="1" wrap="square" lIns="55875" tIns="27925" rIns="55875" bIns="27925" anchor="t" anchorCtr="0">
            <a:noAutofit/>
          </a:bodyPr>
          <a:lstStyle/>
          <a:p>
            <a:pPr marL="0" marR="0" lvl="0" indent="0" algn="l" rtl="0">
              <a:lnSpc>
                <a:spcPct val="100000"/>
              </a:lnSpc>
              <a:spcBef>
                <a:spcPts val="0"/>
              </a:spcBef>
              <a:spcAft>
                <a:spcPts val="0"/>
              </a:spcAft>
              <a:buClr>
                <a:srgbClr val="00113E"/>
              </a:buClr>
              <a:buSzPts val="855"/>
              <a:buFont typeface="DM Sans"/>
              <a:buNone/>
            </a:pPr>
            <a:r>
              <a:rPr lang="en" sz="1100" b="0" i="0" u="none" strike="noStrike" cap="none" dirty="0">
                <a:solidFill>
                  <a:srgbClr val="38761D"/>
                </a:solidFill>
                <a:latin typeface="Calibri"/>
                <a:ea typeface="Calibri"/>
                <a:cs typeface="Calibri"/>
                <a:sym typeface="Calibri"/>
              </a:rPr>
              <a:t>{{LU_SENSOR}}</a:t>
            </a:r>
            <a:endParaRPr sz="1100" b="0" i="0" u="none" strike="noStrike" cap="none" dirty="0">
              <a:solidFill>
                <a:srgbClr val="000000"/>
              </a:solidFill>
              <a:latin typeface="Calibri"/>
              <a:ea typeface="Calibri"/>
              <a:cs typeface="Calibri"/>
              <a:sym typeface="Calibri"/>
            </a:endParaRPr>
          </a:p>
        </p:txBody>
      </p:sp>
      <p:sp>
        <p:nvSpPr>
          <p:cNvPr id="4" name="Google Shape;390;p50">
            <a:extLst>
              <a:ext uri="{FF2B5EF4-FFF2-40B4-BE49-F238E27FC236}">
                <a16:creationId xmlns:a16="http://schemas.microsoft.com/office/drawing/2014/main" id="{549788B0-FA68-A49F-A6D9-E1FE8C634547}"/>
              </a:ext>
            </a:extLst>
          </p:cNvPr>
          <p:cNvSpPr txBox="1"/>
          <p:nvPr/>
        </p:nvSpPr>
        <p:spPr>
          <a:xfrm>
            <a:off x="614178" y="2574855"/>
            <a:ext cx="2432700" cy="205800"/>
          </a:xfrm>
          <a:prstGeom prst="rect">
            <a:avLst/>
          </a:prstGeom>
          <a:noFill/>
          <a:ln>
            <a:noFill/>
          </a:ln>
        </p:spPr>
        <p:txBody>
          <a:bodyPr spcFirstLastPara="1" wrap="square" lIns="55875" tIns="27925" rIns="55875" bIns="27925" anchor="t" anchorCtr="0">
            <a:noAutofit/>
          </a:bodyPr>
          <a:lstStyle/>
          <a:p>
            <a:pPr marL="0" marR="0" lvl="0" indent="0" algn="l" rtl="0">
              <a:lnSpc>
                <a:spcPct val="100000"/>
              </a:lnSpc>
              <a:spcBef>
                <a:spcPts val="0"/>
              </a:spcBef>
              <a:spcAft>
                <a:spcPts val="0"/>
              </a:spcAft>
              <a:buClr>
                <a:srgbClr val="00113E"/>
              </a:buClr>
              <a:buSzPts val="855"/>
              <a:buFont typeface="DM Sans"/>
              <a:buNone/>
            </a:pPr>
            <a:r>
              <a:rPr lang="en" sz="1100" b="0" i="0" u="none" strike="noStrike" cap="none" dirty="0">
                <a:solidFill>
                  <a:srgbClr val="38761D"/>
                </a:solidFill>
                <a:latin typeface="Calibri"/>
                <a:ea typeface="Calibri"/>
                <a:cs typeface="Calibri"/>
                <a:sym typeface="Calibri"/>
              </a:rPr>
              <a:t>{{LU_DEFEND}} Units</a:t>
            </a:r>
            <a:endParaRPr sz="1100" b="0" i="0" u="none" strike="noStrike" cap="none" dirty="0">
              <a:solidFill>
                <a:srgbClr val="000000"/>
              </a:solidFill>
              <a:latin typeface="Calibri"/>
              <a:ea typeface="Calibri"/>
              <a:cs typeface="Calibri"/>
              <a:sym typeface="Calibri"/>
            </a:endParaRPr>
          </a:p>
        </p:txBody>
      </p:sp>
      <p:sp>
        <p:nvSpPr>
          <p:cNvPr id="5" name="Google Shape;390;p50">
            <a:extLst>
              <a:ext uri="{FF2B5EF4-FFF2-40B4-BE49-F238E27FC236}">
                <a16:creationId xmlns:a16="http://schemas.microsoft.com/office/drawing/2014/main" id="{73EBBFB4-9E81-B198-565D-7B23F277B69C}"/>
              </a:ext>
            </a:extLst>
          </p:cNvPr>
          <p:cNvSpPr txBox="1"/>
          <p:nvPr/>
        </p:nvSpPr>
        <p:spPr>
          <a:xfrm>
            <a:off x="614178" y="3073623"/>
            <a:ext cx="2432700" cy="205800"/>
          </a:xfrm>
          <a:prstGeom prst="rect">
            <a:avLst/>
          </a:prstGeom>
          <a:noFill/>
          <a:ln>
            <a:noFill/>
          </a:ln>
        </p:spPr>
        <p:txBody>
          <a:bodyPr spcFirstLastPara="1" wrap="square" lIns="55875" tIns="27925" rIns="55875" bIns="27925" anchor="t" anchorCtr="0">
            <a:noAutofit/>
          </a:bodyPr>
          <a:lstStyle/>
          <a:p>
            <a:pPr marL="0" marR="0" lvl="0" indent="0" algn="l" rtl="0">
              <a:lnSpc>
                <a:spcPct val="100000"/>
              </a:lnSpc>
              <a:spcBef>
                <a:spcPts val="0"/>
              </a:spcBef>
              <a:spcAft>
                <a:spcPts val="0"/>
              </a:spcAft>
              <a:buClr>
                <a:srgbClr val="00113E"/>
              </a:buClr>
              <a:buSzPts val="855"/>
              <a:buFont typeface="DM Sans"/>
              <a:buNone/>
            </a:pPr>
            <a:r>
              <a:rPr lang="en" sz="1100" b="0" i="0" u="none" strike="noStrike" cap="none" dirty="0">
                <a:solidFill>
                  <a:srgbClr val="38761D"/>
                </a:solidFill>
                <a:latin typeface="Calibri"/>
                <a:ea typeface="Calibri"/>
                <a:cs typeface="Calibri"/>
                <a:sym typeface="Calibri"/>
              </a:rPr>
              <a:t>{{LU_CODE}} Developers</a:t>
            </a:r>
            <a:endParaRPr sz="1100" b="0" i="0" u="none" strike="noStrike" cap="none" dirty="0">
              <a:solidFill>
                <a:srgbClr val="000000"/>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35"/>
        <p:cNvGrpSpPr/>
        <p:nvPr/>
      </p:nvGrpSpPr>
      <p:grpSpPr>
        <a:xfrm>
          <a:off x="0" y="0"/>
          <a:ext cx="0" cy="0"/>
          <a:chOff x="0" y="0"/>
          <a:chExt cx="0" cy="0"/>
        </a:xfrm>
      </p:grpSpPr>
      <p:sp>
        <p:nvSpPr>
          <p:cNvPr id="436" name="Google Shape;436;p51"/>
          <p:cNvSpPr txBox="1">
            <a:spLocks noGrp="1"/>
          </p:cNvSpPr>
          <p:nvPr>
            <p:ph type="title" idx="4294967295"/>
          </p:nvPr>
        </p:nvSpPr>
        <p:spPr>
          <a:xfrm>
            <a:off x="150" y="249625"/>
            <a:ext cx="9144000" cy="367200"/>
          </a:xfrm>
          <a:prstGeom prst="rect">
            <a:avLst/>
          </a:prstGeom>
          <a:noFill/>
          <a:ln>
            <a:noFill/>
          </a:ln>
        </p:spPr>
        <p:txBody>
          <a:bodyPr spcFirstLastPara="1" wrap="square" lIns="68575" tIns="34275" rIns="68575" bIns="34275" anchor="ctr" anchorCtr="0">
            <a:noAutofit/>
          </a:bodyPr>
          <a:lstStyle/>
          <a:p>
            <a:pPr marL="0" lvl="0" indent="0" algn="ctr" rtl="0">
              <a:lnSpc>
                <a:spcPct val="90000"/>
              </a:lnSpc>
              <a:spcBef>
                <a:spcPts val="0"/>
              </a:spcBef>
              <a:spcAft>
                <a:spcPts val="0"/>
              </a:spcAft>
              <a:buClr>
                <a:schemeClr val="dk1"/>
              </a:buClr>
              <a:buSzPts val="1800"/>
              <a:buFont typeface="DM Sans"/>
              <a:buNone/>
            </a:pPr>
            <a:r>
              <a:rPr lang="en" sz="2420">
                <a:latin typeface="Calibri"/>
                <a:ea typeface="Calibri"/>
                <a:cs typeface="Calibri"/>
                <a:sym typeface="Calibri"/>
              </a:rPr>
              <a:t>Wiz System Health &amp; Scans Snapshot</a:t>
            </a:r>
            <a:endParaRPr sz="2420">
              <a:latin typeface="Calibri"/>
              <a:ea typeface="Calibri"/>
              <a:cs typeface="Calibri"/>
              <a:sym typeface="Calibri"/>
            </a:endParaRPr>
          </a:p>
        </p:txBody>
      </p:sp>
      <p:pic>
        <p:nvPicPr>
          <p:cNvPr id="437" name="Google Shape;437;p51"/>
          <p:cNvPicPr preferRelativeResize="0"/>
          <p:nvPr/>
        </p:nvPicPr>
        <p:blipFill rotWithShape="1">
          <a:blip r:embed="rId3">
            <a:alphaModFix/>
          </a:blip>
          <a:srcRect/>
          <a:stretch/>
        </p:blipFill>
        <p:spPr>
          <a:xfrm>
            <a:off x="119827" y="933590"/>
            <a:ext cx="2755502" cy="1594700"/>
          </a:xfrm>
          <a:prstGeom prst="rect">
            <a:avLst/>
          </a:prstGeom>
          <a:noFill/>
          <a:ln w="9525" cap="flat" cmpd="sng">
            <a:solidFill>
              <a:schemeClr val="accent1"/>
            </a:solidFill>
            <a:prstDash val="solid"/>
            <a:round/>
            <a:headEnd type="none" w="sm" len="sm"/>
            <a:tailEnd type="none" w="sm" len="sm"/>
          </a:ln>
        </p:spPr>
      </p:pic>
      <p:sp>
        <p:nvSpPr>
          <p:cNvPr id="438" name="Google Shape;438;p51"/>
          <p:cNvSpPr txBox="1"/>
          <p:nvPr/>
        </p:nvSpPr>
        <p:spPr>
          <a:xfrm>
            <a:off x="119827" y="1028050"/>
            <a:ext cx="2838300" cy="225900"/>
          </a:xfrm>
          <a:prstGeom prst="rect">
            <a:avLst/>
          </a:prstGeom>
          <a:noFill/>
          <a:ln>
            <a:noFill/>
          </a:ln>
        </p:spPr>
        <p:txBody>
          <a:bodyPr spcFirstLastPara="1" wrap="square" lIns="68575" tIns="34275" rIns="68575" bIns="34275" anchor="t" anchorCtr="0">
            <a:noAutofit/>
          </a:bodyPr>
          <a:lstStyle/>
          <a:p>
            <a:pPr marL="0" marR="0" lvl="0" indent="0" algn="ctr" rtl="0">
              <a:lnSpc>
                <a:spcPct val="90000"/>
              </a:lnSpc>
              <a:spcBef>
                <a:spcPts val="0"/>
              </a:spcBef>
              <a:spcAft>
                <a:spcPts val="0"/>
              </a:spcAft>
              <a:buClr>
                <a:schemeClr val="dk2"/>
              </a:buClr>
              <a:buSzPts val="1500"/>
              <a:buFont typeface="Arial"/>
              <a:buNone/>
            </a:pPr>
            <a:r>
              <a:rPr lang="en" sz="1500" b="0" i="0" u="none" strike="noStrike" cap="none">
                <a:solidFill>
                  <a:schemeClr val="dk1"/>
                </a:solidFill>
                <a:latin typeface="Calibri"/>
                <a:ea typeface="Calibri"/>
                <a:cs typeface="Calibri"/>
                <a:sym typeface="Calibri"/>
              </a:rPr>
              <a:t>System Health Issues</a:t>
            </a:r>
            <a:endParaRPr sz="1500" b="0" i="0" u="none" strike="noStrike" cap="none">
              <a:solidFill>
                <a:schemeClr val="dk1"/>
              </a:solidFill>
              <a:latin typeface="Calibri"/>
              <a:ea typeface="Calibri"/>
              <a:cs typeface="Calibri"/>
              <a:sym typeface="Calibri"/>
            </a:endParaRPr>
          </a:p>
        </p:txBody>
      </p:sp>
      <p:sp>
        <p:nvSpPr>
          <p:cNvPr id="439" name="Google Shape;439;p51"/>
          <p:cNvSpPr txBox="1"/>
          <p:nvPr/>
        </p:nvSpPr>
        <p:spPr>
          <a:xfrm>
            <a:off x="224233" y="1475155"/>
            <a:ext cx="2591700" cy="336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900"/>
              <a:buFont typeface="Arial"/>
              <a:buNone/>
            </a:pPr>
            <a:endParaRPr sz="900" b="0" i="0" u="none" strike="noStrike" cap="none">
              <a:solidFill>
                <a:schemeClr val="dk1"/>
              </a:solidFill>
              <a:latin typeface="Calibri"/>
              <a:ea typeface="Calibri"/>
              <a:cs typeface="Calibri"/>
              <a:sym typeface="Calibri"/>
            </a:endParaRPr>
          </a:p>
        </p:txBody>
      </p:sp>
      <p:sp>
        <p:nvSpPr>
          <p:cNvPr id="440" name="Google Shape;440;p51"/>
          <p:cNvSpPr txBox="1"/>
          <p:nvPr/>
        </p:nvSpPr>
        <p:spPr>
          <a:xfrm>
            <a:off x="163134" y="1196871"/>
            <a:ext cx="2720100" cy="286800"/>
          </a:xfrm>
          <a:prstGeom prst="rect">
            <a:avLst/>
          </a:prstGeom>
          <a:noFill/>
          <a:ln>
            <a:noFill/>
          </a:ln>
          <a:effectLst>
            <a:outerShdw blurRad="57150" dist="19050" dir="5400000" algn="bl" rotWithShape="0">
              <a:srgbClr val="674EA7">
                <a:alpha val="56078"/>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2100"/>
              <a:buFont typeface="Arial"/>
              <a:buNone/>
            </a:pPr>
            <a:endParaRPr sz="2100" b="0" i="0" u="none" strike="noStrike" cap="none">
              <a:solidFill>
                <a:srgbClr val="1155CC"/>
              </a:solidFill>
              <a:latin typeface="Calibri"/>
              <a:ea typeface="Calibri"/>
              <a:cs typeface="Calibri"/>
              <a:sym typeface="Calibri"/>
            </a:endParaRPr>
          </a:p>
        </p:txBody>
      </p:sp>
      <p:sp>
        <p:nvSpPr>
          <p:cNvPr id="441" name="Google Shape;441;p51"/>
          <p:cNvSpPr txBox="1"/>
          <p:nvPr/>
        </p:nvSpPr>
        <p:spPr>
          <a:xfrm>
            <a:off x="256245" y="1350741"/>
            <a:ext cx="1785000" cy="169800"/>
          </a:xfrm>
          <a:prstGeom prst="rect">
            <a:avLst/>
          </a:prstGeom>
          <a:noFill/>
          <a:ln>
            <a:noFill/>
          </a:ln>
        </p:spPr>
        <p:txBody>
          <a:bodyPr spcFirstLastPara="1" wrap="square" lIns="91250" tIns="91250" rIns="91250" bIns="91250" anchor="t" anchorCtr="0">
            <a:noAutofit/>
          </a:bodyPr>
          <a:lstStyle/>
          <a:p>
            <a:pPr marL="0" marR="0" lvl="0" indent="0" algn="l" rtl="0">
              <a:lnSpc>
                <a:spcPct val="150000"/>
              </a:lnSpc>
              <a:spcBef>
                <a:spcPts val="0"/>
              </a:spcBef>
              <a:spcAft>
                <a:spcPts val="0"/>
              </a:spcAft>
              <a:buClr>
                <a:srgbClr val="000000"/>
              </a:buClr>
              <a:buSzPts val="1000"/>
              <a:buFont typeface="Arial"/>
              <a:buNone/>
            </a:pPr>
            <a:r>
              <a:rPr lang="en" sz="1000" b="0" i="0" u="sng" strike="noStrike" cap="none">
                <a:solidFill>
                  <a:schemeClr val="hlink"/>
                </a:solidFill>
                <a:latin typeface="Calibri"/>
                <a:ea typeface="Calibri"/>
                <a:cs typeface="Calibri"/>
                <a:sym typeface="Calibri"/>
                <a:hlinkClick r:id="rId4"/>
              </a:rPr>
              <a:t>Critical SHIs</a:t>
            </a:r>
            <a:endParaRPr sz="1000" b="0" i="0" u="none" strike="noStrike" cap="none">
              <a:solidFill>
                <a:srgbClr val="0254EC"/>
              </a:solidFill>
              <a:latin typeface="Calibri"/>
              <a:ea typeface="Calibri"/>
              <a:cs typeface="Calibri"/>
              <a:sym typeface="Calibri"/>
            </a:endParaRPr>
          </a:p>
        </p:txBody>
      </p:sp>
      <p:sp>
        <p:nvSpPr>
          <p:cNvPr id="442" name="Google Shape;442;p51"/>
          <p:cNvSpPr txBox="1"/>
          <p:nvPr/>
        </p:nvSpPr>
        <p:spPr>
          <a:xfrm>
            <a:off x="1713244" y="1340109"/>
            <a:ext cx="1115700" cy="169800"/>
          </a:xfrm>
          <a:prstGeom prst="rect">
            <a:avLst/>
          </a:prstGeom>
          <a:noFill/>
          <a:ln>
            <a:noFill/>
          </a:ln>
        </p:spPr>
        <p:txBody>
          <a:bodyPr spcFirstLastPara="1" wrap="square" lIns="91250" tIns="91250" rIns="91250" bIns="91250" anchor="t" anchorCtr="0">
            <a:noAutofit/>
          </a:bodyPr>
          <a:lstStyle/>
          <a:p>
            <a:pPr marL="0" marR="0" lvl="0" indent="0" algn="r" rtl="0">
              <a:lnSpc>
                <a:spcPct val="150000"/>
              </a:lnSpc>
              <a:spcBef>
                <a:spcPts val="0"/>
              </a:spcBef>
              <a:spcAft>
                <a:spcPts val="0"/>
              </a:spcAft>
              <a:buClr>
                <a:srgbClr val="000000"/>
              </a:buClr>
              <a:buSzPts val="1000"/>
              <a:buFont typeface="Arial"/>
              <a:buNone/>
            </a:pPr>
            <a:r>
              <a:rPr lang="en" sz="1000" b="0" i="0" u="none" strike="noStrike" cap="none">
                <a:solidFill>
                  <a:srgbClr val="333333"/>
                </a:solidFill>
                <a:latin typeface="Calibri"/>
                <a:ea typeface="Calibri"/>
                <a:cs typeface="Calibri"/>
                <a:sym typeface="Calibri"/>
              </a:rPr>
              <a:t>{{SHI_C}}</a:t>
            </a:r>
            <a:endParaRPr sz="1000" b="0" i="0" u="none" strike="noStrike" cap="none">
              <a:solidFill>
                <a:srgbClr val="333333"/>
              </a:solidFill>
              <a:latin typeface="Calibri"/>
              <a:ea typeface="Calibri"/>
              <a:cs typeface="Calibri"/>
              <a:sym typeface="Calibri"/>
            </a:endParaRPr>
          </a:p>
        </p:txBody>
      </p:sp>
      <p:sp>
        <p:nvSpPr>
          <p:cNvPr id="443" name="Google Shape;443;p51"/>
          <p:cNvSpPr txBox="1"/>
          <p:nvPr/>
        </p:nvSpPr>
        <p:spPr>
          <a:xfrm>
            <a:off x="256245" y="1525050"/>
            <a:ext cx="1785000" cy="169800"/>
          </a:xfrm>
          <a:prstGeom prst="rect">
            <a:avLst/>
          </a:prstGeom>
          <a:noFill/>
          <a:ln>
            <a:noFill/>
          </a:ln>
        </p:spPr>
        <p:txBody>
          <a:bodyPr spcFirstLastPara="1" wrap="square" lIns="91250" tIns="91250" rIns="91250" bIns="91250" anchor="t" anchorCtr="0">
            <a:noAutofit/>
          </a:bodyPr>
          <a:lstStyle/>
          <a:p>
            <a:pPr marL="0" marR="0" lvl="0" indent="0" algn="l" rtl="0">
              <a:lnSpc>
                <a:spcPct val="150000"/>
              </a:lnSpc>
              <a:spcBef>
                <a:spcPts val="0"/>
              </a:spcBef>
              <a:spcAft>
                <a:spcPts val="0"/>
              </a:spcAft>
              <a:buClr>
                <a:srgbClr val="000000"/>
              </a:buClr>
              <a:buSzPts val="1000"/>
              <a:buFont typeface="Arial"/>
              <a:buNone/>
            </a:pPr>
            <a:r>
              <a:rPr lang="en" sz="1000" b="0" i="0" u="sng" strike="noStrike" cap="none">
                <a:solidFill>
                  <a:schemeClr val="hlink"/>
                </a:solidFill>
                <a:latin typeface="Calibri"/>
                <a:ea typeface="Calibri"/>
                <a:cs typeface="Calibri"/>
                <a:sym typeface="Calibri"/>
                <a:hlinkClick r:id="rId5"/>
              </a:rPr>
              <a:t>High SHIs</a:t>
            </a:r>
            <a:endParaRPr sz="1000" b="0" i="0" u="none" strike="noStrike" cap="none">
              <a:solidFill>
                <a:srgbClr val="0254EC"/>
              </a:solidFill>
              <a:latin typeface="Calibri"/>
              <a:ea typeface="Calibri"/>
              <a:cs typeface="Calibri"/>
              <a:sym typeface="Calibri"/>
            </a:endParaRPr>
          </a:p>
        </p:txBody>
      </p:sp>
      <p:sp>
        <p:nvSpPr>
          <p:cNvPr id="444" name="Google Shape;444;p51"/>
          <p:cNvSpPr txBox="1"/>
          <p:nvPr/>
        </p:nvSpPr>
        <p:spPr>
          <a:xfrm>
            <a:off x="1712251" y="1519655"/>
            <a:ext cx="1115700" cy="169800"/>
          </a:xfrm>
          <a:prstGeom prst="rect">
            <a:avLst/>
          </a:prstGeom>
          <a:noFill/>
          <a:ln>
            <a:noFill/>
          </a:ln>
        </p:spPr>
        <p:txBody>
          <a:bodyPr spcFirstLastPara="1" wrap="square" lIns="91250" tIns="91250" rIns="91250" bIns="91250" anchor="t" anchorCtr="0">
            <a:noAutofit/>
          </a:bodyPr>
          <a:lstStyle/>
          <a:p>
            <a:pPr marL="0" marR="0" lvl="0" indent="0" algn="r" rtl="0">
              <a:lnSpc>
                <a:spcPct val="150000"/>
              </a:lnSpc>
              <a:spcBef>
                <a:spcPts val="0"/>
              </a:spcBef>
              <a:spcAft>
                <a:spcPts val="0"/>
              </a:spcAft>
              <a:buClr>
                <a:srgbClr val="000000"/>
              </a:buClr>
              <a:buSzPts val="1000"/>
              <a:buFont typeface="Arial"/>
              <a:buNone/>
            </a:pPr>
            <a:r>
              <a:rPr lang="en" sz="1000" b="0" i="0" u="none" strike="noStrike" cap="none">
                <a:solidFill>
                  <a:srgbClr val="333333"/>
                </a:solidFill>
                <a:latin typeface="Calibri"/>
                <a:ea typeface="Calibri"/>
                <a:cs typeface="Calibri"/>
                <a:sym typeface="Calibri"/>
              </a:rPr>
              <a:t>{{SHI_H}}</a:t>
            </a:r>
            <a:endParaRPr sz="1000" b="0" i="0" u="none" strike="noStrike" cap="none">
              <a:solidFill>
                <a:srgbClr val="333333"/>
              </a:solidFill>
              <a:latin typeface="Calibri"/>
              <a:ea typeface="Calibri"/>
              <a:cs typeface="Calibri"/>
              <a:sym typeface="Calibri"/>
            </a:endParaRPr>
          </a:p>
        </p:txBody>
      </p:sp>
      <p:sp>
        <p:nvSpPr>
          <p:cNvPr id="445" name="Google Shape;445;p51"/>
          <p:cNvSpPr txBox="1"/>
          <p:nvPr/>
        </p:nvSpPr>
        <p:spPr>
          <a:xfrm>
            <a:off x="256528" y="1974033"/>
            <a:ext cx="1785000" cy="169800"/>
          </a:xfrm>
          <a:prstGeom prst="rect">
            <a:avLst/>
          </a:prstGeom>
          <a:noFill/>
          <a:ln>
            <a:noFill/>
          </a:ln>
        </p:spPr>
        <p:txBody>
          <a:bodyPr spcFirstLastPara="1" wrap="square" lIns="91250" tIns="91250" rIns="91250" bIns="91250" anchor="t" anchorCtr="0">
            <a:noAutofit/>
          </a:bodyPr>
          <a:lstStyle/>
          <a:p>
            <a:pPr marL="0" marR="0" lvl="0" indent="0" algn="l" rtl="0">
              <a:lnSpc>
                <a:spcPct val="150000"/>
              </a:lnSpc>
              <a:spcBef>
                <a:spcPts val="0"/>
              </a:spcBef>
              <a:spcAft>
                <a:spcPts val="0"/>
              </a:spcAft>
              <a:buClr>
                <a:srgbClr val="000000"/>
              </a:buClr>
              <a:buSzPts val="1000"/>
              <a:buFont typeface="Arial"/>
              <a:buNone/>
            </a:pPr>
            <a:r>
              <a:rPr lang="en" sz="1000" b="0" i="0" u="sng" strike="noStrike" cap="none">
                <a:solidFill>
                  <a:schemeClr val="hlink"/>
                </a:solidFill>
                <a:latin typeface="Calibri"/>
                <a:ea typeface="Calibri"/>
                <a:cs typeface="Calibri"/>
                <a:sym typeface="Calibri"/>
                <a:hlinkClick r:id="rId6"/>
              </a:rPr>
              <a:t>Resolved Critical SHIs</a:t>
            </a:r>
            <a:endParaRPr sz="1000" b="0" i="0" u="none" strike="noStrike" cap="none">
              <a:solidFill>
                <a:srgbClr val="0254EC"/>
              </a:solidFill>
              <a:latin typeface="Calibri"/>
              <a:ea typeface="Calibri"/>
              <a:cs typeface="Calibri"/>
              <a:sym typeface="Calibri"/>
            </a:endParaRPr>
          </a:p>
        </p:txBody>
      </p:sp>
      <p:sp>
        <p:nvSpPr>
          <p:cNvPr id="446" name="Google Shape;446;p51"/>
          <p:cNvSpPr txBox="1"/>
          <p:nvPr/>
        </p:nvSpPr>
        <p:spPr>
          <a:xfrm>
            <a:off x="1735851" y="1974033"/>
            <a:ext cx="1115700" cy="169800"/>
          </a:xfrm>
          <a:prstGeom prst="rect">
            <a:avLst/>
          </a:prstGeom>
          <a:noFill/>
          <a:ln>
            <a:noFill/>
          </a:ln>
        </p:spPr>
        <p:txBody>
          <a:bodyPr spcFirstLastPara="1" wrap="square" lIns="91250" tIns="91250" rIns="91250" bIns="91250" anchor="t" anchorCtr="0">
            <a:noAutofit/>
          </a:bodyPr>
          <a:lstStyle/>
          <a:p>
            <a:pPr marL="0" marR="0" lvl="0" indent="0" algn="r" rtl="0">
              <a:lnSpc>
                <a:spcPct val="150000"/>
              </a:lnSpc>
              <a:spcBef>
                <a:spcPts val="0"/>
              </a:spcBef>
              <a:spcAft>
                <a:spcPts val="0"/>
              </a:spcAft>
              <a:buClr>
                <a:srgbClr val="000000"/>
              </a:buClr>
              <a:buSzPts val="1000"/>
              <a:buFont typeface="Arial"/>
              <a:buNone/>
            </a:pPr>
            <a:r>
              <a:rPr lang="en" sz="1000" b="0" i="0" u="none" strike="noStrike" cap="none">
                <a:solidFill>
                  <a:srgbClr val="333333"/>
                </a:solidFill>
                <a:latin typeface="Calibri"/>
                <a:ea typeface="Calibri"/>
                <a:cs typeface="Calibri"/>
                <a:sym typeface="Calibri"/>
              </a:rPr>
              <a:t>{{SHI_R_C}}</a:t>
            </a:r>
            <a:endParaRPr sz="1000" b="0" i="0" u="none" strike="noStrike" cap="none">
              <a:solidFill>
                <a:srgbClr val="333333"/>
              </a:solidFill>
              <a:latin typeface="Calibri"/>
              <a:ea typeface="Calibri"/>
              <a:cs typeface="Calibri"/>
              <a:sym typeface="Calibri"/>
            </a:endParaRPr>
          </a:p>
        </p:txBody>
      </p:sp>
      <p:sp>
        <p:nvSpPr>
          <p:cNvPr id="447" name="Google Shape;447;p51"/>
          <p:cNvSpPr txBox="1"/>
          <p:nvPr/>
        </p:nvSpPr>
        <p:spPr>
          <a:xfrm>
            <a:off x="256528" y="2153659"/>
            <a:ext cx="1785000" cy="169800"/>
          </a:xfrm>
          <a:prstGeom prst="rect">
            <a:avLst/>
          </a:prstGeom>
          <a:noFill/>
          <a:ln>
            <a:noFill/>
          </a:ln>
        </p:spPr>
        <p:txBody>
          <a:bodyPr spcFirstLastPara="1" wrap="square" lIns="91250" tIns="91250" rIns="91250" bIns="91250" anchor="t" anchorCtr="0">
            <a:noAutofit/>
          </a:bodyPr>
          <a:lstStyle/>
          <a:p>
            <a:pPr marL="0" marR="0" lvl="0" indent="0" algn="l" rtl="0">
              <a:lnSpc>
                <a:spcPct val="150000"/>
              </a:lnSpc>
              <a:spcBef>
                <a:spcPts val="0"/>
              </a:spcBef>
              <a:spcAft>
                <a:spcPts val="0"/>
              </a:spcAft>
              <a:buClr>
                <a:srgbClr val="000000"/>
              </a:buClr>
              <a:buSzPts val="1000"/>
              <a:buFont typeface="Arial"/>
              <a:buNone/>
            </a:pPr>
            <a:r>
              <a:rPr lang="en" sz="1000" b="0" i="0" u="sng" strike="noStrike" cap="none">
                <a:solidFill>
                  <a:schemeClr val="hlink"/>
                </a:solidFill>
                <a:latin typeface="Calibri"/>
                <a:ea typeface="Calibri"/>
                <a:cs typeface="Calibri"/>
                <a:sym typeface="Calibri"/>
                <a:hlinkClick r:id="rId7"/>
              </a:rPr>
              <a:t>Resolved High SHIs</a:t>
            </a:r>
            <a:endParaRPr sz="1000" b="0" i="0" u="none" strike="noStrike" cap="none">
              <a:solidFill>
                <a:srgbClr val="0254EC"/>
              </a:solidFill>
              <a:latin typeface="Calibri"/>
              <a:ea typeface="Calibri"/>
              <a:cs typeface="Calibri"/>
              <a:sym typeface="Calibri"/>
            </a:endParaRPr>
          </a:p>
        </p:txBody>
      </p:sp>
      <p:sp>
        <p:nvSpPr>
          <p:cNvPr id="448" name="Google Shape;448;p51"/>
          <p:cNvSpPr txBox="1"/>
          <p:nvPr/>
        </p:nvSpPr>
        <p:spPr>
          <a:xfrm>
            <a:off x="1735851" y="2153659"/>
            <a:ext cx="1115700" cy="169800"/>
          </a:xfrm>
          <a:prstGeom prst="rect">
            <a:avLst/>
          </a:prstGeom>
          <a:noFill/>
          <a:ln>
            <a:noFill/>
          </a:ln>
        </p:spPr>
        <p:txBody>
          <a:bodyPr spcFirstLastPara="1" wrap="square" lIns="91250" tIns="91250" rIns="91250" bIns="91250" anchor="t" anchorCtr="0">
            <a:noAutofit/>
          </a:bodyPr>
          <a:lstStyle/>
          <a:p>
            <a:pPr marL="0" marR="0" lvl="0" indent="0" algn="r" rtl="0">
              <a:lnSpc>
                <a:spcPct val="150000"/>
              </a:lnSpc>
              <a:spcBef>
                <a:spcPts val="0"/>
              </a:spcBef>
              <a:spcAft>
                <a:spcPts val="0"/>
              </a:spcAft>
              <a:buClr>
                <a:srgbClr val="000000"/>
              </a:buClr>
              <a:buSzPts val="1000"/>
              <a:buFont typeface="Arial"/>
              <a:buNone/>
            </a:pPr>
            <a:r>
              <a:rPr lang="en" sz="1000" b="0" i="0" u="none" strike="noStrike" cap="none">
                <a:solidFill>
                  <a:srgbClr val="333333"/>
                </a:solidFill>
                <a:latin typeface="Calibri"/>
                <a:ea typeface="Calibri"/>
                <a:cs typeface="Calibri"/>
                <a:sym typeface="Calibri"/>
              </a:rPr>
              <a:t>{{SHI_R_H}}</a:t>
            </a:r>
            <a:endParaRPr sz="1000" b="0" i="0" u="none" strike="noStrike" cap="none">
              <a:solidFill>
                <a:srgbClr val="333333"/>
              </a:solidFill>
              <a:latin typeface="Calibri"/>
              <a:ea typeface="Calibri"/>
              <a:cs typeface="Calibri"/>
              <a:sym typeface="Calibri"/>
            </a:endParaRPr>
          </a:p>
        </p:txBody>
      </p:sp>
      <p:sp>
        <p:nvSpPr>
          <p:cNvPr id="449" name="Google Shape;449;p51"/>
          <p:cNvSpPr txBox="1"/>
          <p:nvPr/>
        </p:nvSpPr>
        <p:spPr>
          <a:xfrm>
            <a:off x="244065" y="1774709"/>
            <a:ext cx="2655300" cy="219900"/>
          </a:xfrm>
          <a:prstGeom prst="rect">
            <a:avLst/>
          </a:prstGeom>
          <a:noFill/>
          <a:ln>
            <a:noFill/>
          </a:ln>
        </p:spPr>
        <p:txBody>
          <a:bodyPr spcFirstLastPara="1" wrap="square" lIns="91250" tIns="91250" rIns="91250" bIns="91250" anchor="t" anchorCtr="0">
            <a:noAutofit/>
          </a:bodyPr>
          <a:lstStyle/>
          <a:p>
            <a:pPr marL="0" marR="0" lvl="0" indent="0" algn="l" rtl="0">
              <a:lnSpc>
                <a:spcPct val="150000"/>
              </a:lnSpc>
              <a:spcBef>
                <a:spcPts val="0"/>
              </a:spcBef>
              <a:spcAft>
                <a:spcPts val="0"/>
              </a:spcAft>
              <a:buClr>
                <a:srgbClr val="000000"/>
              </a:buClr>
              <a:buSzPts val="1000"/>
              <a:buFont typeface="Arial"/>
              <a:buNone/>
            </a:pPr>
            <a:r>
              <a:rPr lang="en" sz="1000" b="0" i="0" u="none" strike="noStrike" cap="none">
                <a:solidFill>
                  <a:srgbClr val="333333"/>
                </a:solidFill>
                <a:latin typeface="Calibri"/>
                <a:ea typeface="Calibri"/>
                <a:cs typeface="Calibri"/>
                <a:sym typeface="Calibri"/>
              </a:rPr>
              <a:t>Resolved SHIs in Past 30 Days</a:t>
            </a:r>
            <a:endParaRPr sz="1000" b="0" i="0" u="none" strike="noStrike" cap="none">
              <a:solidFill>
                <a:srgbClr val="333333"/>
              </a:solidFill>
              <a:latin typeface="Calibri"/>
              <a:ea typeface="Calibri"/>
              <a:cs typeface="Calibri"/>
              <a:sym typeface="Calibri"/>
            </a:endParaRPr>
          </a:p>
        </p:txBody>
      </p:sp>
      <p:pic>
        <p:nvPicPr>
          <p:cNvPr id="450" name="Google Shape;450;p51"/>
          <p:cNvPicPr preferRelativeResize="0"/>
          <p:nvPr/>
        </p:nvPicPr>
        <p:blipFill rotWithShape="1">
          <a:blip r:embed="rId8">
            <a:alphaModFix amt="79000"/>
          </a:blip>
          <a:srcRect/>
          <a:stretch/>
        </p:blipFill>
        <p:spPr>
          <a:xfrm>
            <a:off x="3091600" y="2638250"/>
            <a:ext cx="2755502" cy="2427451"/>
          </a:xfrm>
          <a:prstGeom prst="rect">
            <a:avLst/>
          </a:prstGeom>
          <a:noFill/>
          <a:ln w="9525" cap="flat" cmpd="sng">
            <a:solidFill>
              <a:schemeClr val="accent1"/>
            </a:solidFill>
            <a:prstDash val="solid"/>
            <a:round/>
            <a:headEnd type="none" w="sm" len="sm"/>
            <a:tailEnd type="none" w="sm" len="sm"/>
          </a:ln>
        </p:spPr>
      </p:pic>
      <p:sp>
        <p:nvSpPr>
          <p:cNvPr id="451" name="Google Shape;451;p51"/>
          <p:cNvSpPr txBox="1"/>
          <p:nvPr/>
        </p:nvSpPr>
        <p:spPr>
          <a:xfrm>
            <a:off x="3091590" y="2718202"/>
            <a:ext cx="2753400" cy="345600"/>
          </a:xfrm>
          <a:prstGeom prst="rect">
            <a:avLst/>
          </a:prstGeom>
          <a:no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chemeClr val="dk2"/>
              </a:buClr>
              <a:buSzPts val="1500"/>
              <a:buFont typeface="Arial"/>
              <a:buNone/>
            </a:pPr>
            <a:r>
              <a:rPr lang="en" sz="1500" b="0" i="0" u="none" strike="noStrike" cap="none">
                <a:solidFill>
                  <a:schemeClr val="dk1"/>
                </a:solidFill>
                <a:latin typeface="Calibri"/>
                <a:ea typeface="Calibri"/>
                <a:cs typeface="Calibri"/>
                <a:sym typeface="Calibri"/>
              </a:rPr>
              <a:t>Non-OS, Registry &amp; VM Image Scans</a:t>
            </a:r>
            <a:endParaRPr sz="1500" b="0" i="0" u="none" strike="noStrike" cap="none">
              <a:solidFill>
                <a:schemeClr val="dk1"/>
              </a:solidFill>
              <a:latin typeface="Calibri"/>
              <a:ea typeface="Calibri"/>
              <a:cs typeface="Calibri"/>
              <a:sym typeface="Calibri"/>
            </a:endParaRPr>
          </a:p>
        </p:txBody>
      </p:sp>
      <p:pic>
        <p:nvPicPr>
          <p:cNvPr id="452" name="Google Shape;452;p51"/>
          <p:cNvPicPr preferRelativeResize="0"/>
          <p:nvPr/>
        </p:nvPicPr>
        <p:blipFill rotWithShape="1">
          <a:blip r:embed="rId3">
            <a:alphaModFix/>
          </a:blip>
          <a:srcRect/>
          <a:stretch/>
        </p:blipFill>
        <p:spPr>
          <a:xfrm>
            <a:off x="6483927" y="933600"/>
            <a:ext cx="2532948" cy="1594700"/>
          </a:xfrm>
          <a:prstGeom prst="rect">
            <a:avLst/>
          </a:prstGeom>
          <a:noFill/>
          <a:ln w="9525" cap="flat" cmpd="sng">
            <a:solidFill>
              <a:schemeClr val="accent1"/>
            </a:solidFill>
            <a:prstDash val="solid"/>
            <a:round/>
            <a:headEnd type="none" w="sm" len="sm"/>
            <a:tailEnd type="none" w="sm" len="sm"/>
          </a:ln>
        </p:spPr>
      </p:pic>
      <p:sp>
        <p:nvSpPr>
          <p:cNvPr id="453" name="Google Shape;453;p51"/>
          <p:cNvSpPr txBox="1"/>
          <p:nvPr/>
        </p:nvSpPr>
        <p:spPr>
          <a:xfrm>
            <a:off x="6491831" y="1016199"/>
            <a:ext cx="2522747" cy="345600"/>
          </a:xfrm>
          <a:prstGeom prst="rect">
            <a:avLst/>
          </a:prstGeom>
          <a:no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chemeClr val="dk2"/>
              </a:buClr>
              <a:buSzPts val="1500"/>
              <a:buFont typeface="Arial"/>
              <a:buNone/>
            </a:pPr>
            <a:r>
              <a:rPr lang="en" sz="1500" b="0" i="0" u="none" strike="noStrike" cap="none" dirty="0">
                <a:solidFill>
                  <a:schemeClr val="dk1"/>
                </a:solidFill>
                <a:latin typeface="Calibri"/>
                <a:ea typeface="Calibri"/>
                <a:cs typeface="Calibri"/>
                <a:sym typeface="Calibri"/>
              </a:rPr>
              <a:t>Data Security (DSPM) Scans</a:t>
            </a:r>
            <a:endParaRPr sz="1500" b="0" i="0" u="none" strike="noStrike" cap="none" dirty="0">
              <a:solidFill>
                <a:schemeClr val="dk1"/>
              </a:solidFill>
              <a:latin typeface="Calibri"/>
              <a:ea typeface="Calibri"/>
              <a:cs typeface="Calibri"/>
              <a:sym typeface="Calibri"/>
            </a:endParaRPr>
          </a:p>
        </p:txBody>
      </p:sp>
      <p:sp>
        <p:nvSpPr>
          <p:cNvPr id="454" name="Google Shape;454;p51"/>
          <p:cNvSpPr txBox="1"/>
          <p:nvPr/>
        </p:nvSpPr>
        <p:spPr>
          <a:xfrm>
            <a:off x="6183001" y="1483537"/>
            <a:ext cx="2684100" cy="317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900"/>
              <a:buFont typeface="Arial"/>
              <a:buNone/>
            </a:pPr>
            <a:endParaRPr sz="900" b="0" i="0" u="none" strike="noStrike" cap="none">
              <a:solidFill>
                <a:schemeClr val="dk1"/>
              </a:solidFill>
              <a:latin typeface="Calibri"/>
              <a:ea typeface="Calibri"/>
              <a:cs typeface="Calibri"/>
              <a:sym typeface="Calibri"/>
            </a:endParaRPr>
          </a:p>
        </p:txBody>
      </p:sp>
      <p:sp>
        <p:nvSpPr>
          <p:cNvPr id="455" name="Google Shape;455;p51"/>
          <p:cNvSpPr txBox="1"/>
          <p:nvPr/>
        </p:nvSpPr>
        <p:spPr>
          <a:xfrm>
            <a:off x="6119719" y="1221521"/>
            <a:ext cx="2817300" cy="270000"/>
          </a:xfrm>
          <a:prstGeom prst="rect">
            <a:avLst/>
          </a:prstGeom>
          <a:noFill/>
          <a:ln>
            <a:noFill/>
          </a:ln>
          <a:effectLst>
            <a:outerShdw blurRad="57150" dist="19050" dir="5400000" algn="bl" rotWithShape="0">
              <a:srgbClr val="674EA7">
                <a:alpha val="56078"/>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2100"/>
              <a:buFont typeface="Arial"/>
              <a:buNone/>
            </a:pPr>
            <a:endParaRPr sz="2100" b="0" i="0" u="none" strike="noStrike" cap="none">
              <a:solidFill>
                <a:srgbClr val="1155CC"/>
              </a:solidFill>
              <a:latin typeface="Calibri"/>
              <a:ea typeface="Calibri"/>
              <a:cs typeface="Calibri"/>
              <a:sym typeface="Calibri"/>
            </a:endParaRPr>
          </a:p>
        </p:txBody>
      </p:sp>
      <p:sp>
        <p:nvSpPr>
          <p:cNvPr id="456" name="Google Shape;456;p51"/>
          <p:cNvSpPr txBox="1"/>
          <p:nvPr/>
        </p:nvSpPr>
        <p:spPr>
          <a:xfrm>
            <a:off x="6426123" y="1350465"/>
            <a:ext cx="2643900" cy="234300"/>
          </a:xfrm>
          <a:prstGeom prst="rect">
            <a:avLst/>
          </a:prstGeom>
          <a:noFill/>
          <a:ln>
            <a:noFill/>
          </a:ln>
        </p:spPr>
        <p:txBody>
          <a:bodyPr spcFirstLastPara="1" wrap="square" lIns="91250" tIns="91250" rIns="91250" bIns="91250" anchor="t" anchorCtr="0">
            <a:noAutofit/>
          </a:bodyPr>
          <a:lstStyle/>
          <a:p>
            <a:pPr marL="0" marR="0" lvl="0" indent="0" algn="ctr" rtl="0">
              <a:lnSpc>
                <a:spcPct val="150000"/>
              </a:lnSpc>
              <a:spcBef>
                <a:spcPts val="0"/>
              </a:spcBef>
              <a:spcAft>
                <a:spcPts val="0"/>
              </a:spcAft>
              <a:buClr>
                <a:srgbClr val="000000"/>
              </a:buClr>
              <a:buSzPts val="1000"/>
              <a:buFont typeface="Arial"/>
              <a:buNone/>
            </a:pPr>
            <a:r>
              <a:rPr lang="en" sz="1000" b="0" i="0" u="sng" strike="noStrike" cap="none" dirty="0">
                <a:solidFill>
                  <a:schemeClr val="hlink"/>
                </a:solidFill>
                <a:latin typeface="Calibri"/>
                <a:ea typeface="Calibri"/>
                <a:cs typeface="Calibri"/>
                <a:sym typeface="Calibri"/>
                <a:hlinkClick r:id="rId9"/>
              </a:rPr>
              <a:t>Total</a:t>
            </a:r>
            <a:r>
              <a:rPr lang="en" sz="1000" b="0" i="0" u="none" strike="noStrike" cap="none" dirty="0">
                <a:solidFill>
                  <a:srgbClr val="333333"/>
                </a:solidFill>
                <a:latin typeface="Calibri"/>
                <a:ea typeface="Calibri"/>
                <a:cs typeface="Calibri"/>
                <a:sym typeface="Calibri"/>
              </a:rPr>
              <a:t>: {{DS_T}}</a:t>
            </a:r>
            <a:endParaRPr sz="1000" b="0" i="0" u="none" strike="noStrike" cap="none" dirty="0">
              <a:solidFill>
                <a:srgbClr val="333333"/>
              </a:solidFill>
              <a:latin typeface="Calibri"/>
              <a:ea typeface="Calibri"/>
              <a:cs typeface="Calibri"/>
              <a:sym typeface="Calibri"/>
            </a:endParaRPr>
          </a:p>
        </p:txBody>
      </p:sp>
      <p:sp>
        <p:nvSpPr>
          <p:cNvPr id="457" name="Google Shape;457;p51"/>
          <p:cNvSpPr txBox="1"/>
          <p:nvPr/>
        </p:nvSpPr>
        <p:spPr>
          <a:xfrm>
            <a:off x="6425673" y="1603626"/>
            <a:ext cx="2643900" cy="234300"/>
          </a:xfrm>
          <a:prstGeom prst="rect">
            <a:avLst/>
          </a:prstGeom>
          <a:noFill/>
          <a:ln>
            <a:noFill/>
          </a:ln>
        </p:spPr>
        <p:txBody>
          <a:bodyPr spcFirstLastPara="1" wrap="square" lIns="91250" tIns="91250" rIns="91250" bIns="91250" anchor="t" anchorCtr="0">
            <a:noAutofit/>
          </a:bodyPr>
          <a:lstStyle/>
          <a:p>
            <a:pPr marL="0" marR="0" lvl="0" indent="0" algn="ctr" rtl="0">
              <a:lnSpc>
                <a:spcPct val="150000"/>
              </a:lnSpc>
              <a:spcBef>
                <a:spcPts val="0"/>
              </a:spcBef>
              <a:spcAft>
                <a:spcPts val="0"/>
              </a:spcAft>
              <a:buClr>
                <a:srgbClr val="000000"/>
              </a:buClr>
              <a:buSzPts val="1000"/>
              <a:buFont typeface="Arial"/>
              <a:buNone/>
            </a:pPr>
            <a:r>
              <a:rPr lang="en" sz="1000" b="0" i="0" u="sng" strike="noStrike" cap="none">
                <a:solidFill>
                  <a:schemeClr val="hlink"/>
                </a:solidFill>
                <a:latin typeface="Calibri"/>
                <a:ea typeface="Calibri"/>
                <a:cs typeface="Calibri"/>
                <a:sym typeface="Calibri"/>
                <a:hlinkClick r:id="rId10"/>
              </a:rPr>
              <a:t>Failed</a:t>
            </a:r>
            <a:r>
              <a:rPr lang="en" sz="1000" b="0" i="0" u="none" strike="noStrike" cap="none">
                <a:solidFill>
                  <a:srgbClr val="333333"/>
                </a:solidFill>
                <a:latin typeface="Calibri"/>
                <a:ea typeface="Calibri"/>
                <a:cs typeface="Calibri"/>
                <a:sym typeface="Calibri"/>
              </a:rPr>
              <a:t>: {{DS_F}}</a:t>
            </a:r>
            <a:endParaRPr sz="1000" b="0" i="0" u="none" strike="noStrike" cap="none">
              <a:solidFill>
                <a:srgbClr val="333333"/>
              </a:solidFill>
              <a:latin typeface="Calibri"/>
              <a:ea typeface="Calibri"/>
              <a:cs typeface="Calibri"/>
              <a:sym typeface="Calibri"/>
            </a:endParaRPr>
          </a:p>
        </p:txBody>
      </p:sp>
      <p:sp>
        <p:nvSpPr>
          <p:cNvPr id="458" name="Google Shape;458;p51"/>
          <p:cNvSpPr txBox="1"/>
          <p:nvPr/>
        </p:nvSpPr>
        <p:spPr>
          <a:xfrm>
            <a:off x="6258947" y="2109948"/>
            <a:ext cx="2928300" cy="234300"/>
          </a:xfrm>
          <a:prstGeom prst="rect">
            <a:avLst/>
          </a:prstGeom>
          <a:noFill/>
          <a:ln>
            <a:noFill/>
          </a:ln>
        </p:spPr>
        <p:txBody>
          <a:bodyPr spcFirstLastPara="1" wrap="square" lIns="91250" tIns="91250" rIns="91250" bIns="91250" anchor="t" anchorCtr="0">
            <a:noAutofit/>
          </a:bodyPr>
          <a:lstStyle/>
          <a:p>
            <a:pPr marL="0" marR="0" lvl="0" indent="0" algn="ctr" rtl="0">
              <a:lnSpc>
                <a:spcPct val="150000"/>
              </a:lnSpc>
              <a:spcBef>
                <a:spcPts val="0"/>
              </a:spcBef>
              <a:spcAft>
                <a:spcPts val="0"/>
              </a:spcAft>
              <a:buClr>
                <a:srgbClr val="000000"/>
              </a:buClr>
              <a:buSzPts val="1000"/>
              <a:buFont typeface="Arial"/>
              <a:buNone/>
            </a:pPr>
            <a:r>
              <a:rPr lang="en" sz="1000" b="0" i="0" u="none" strike="noStrike" cap="none">
                <a:solidFill>
                  <a:srgbClr val="000000"/>
                </a:solidFill>
                <a:latin typeface="Calibri"/>
                <a:ea typeface="Calibri"/>
                <a:cs typeface="Calibri"/>
                <a:sym typeface="Calibri"/>
              </a:rPr>
              <a:t>Data Scan Coverage:</a:t>
            </a:r>
            <a:r>
              <a:rPr lang="en" sz="1000" b="0" i="0" u="none" strike="noStrike" cap="none">
                <a:solidFill>
                  <a:srgbClr val="333333"/>
                </a:solidFill>
                <a:latin typeface="Calibri"/>
                <a:ea typeface="Calibri"/>
                <a:cs typeface="Calibri"/>
                <a:sym typeface="Calibri"/>
              </a:rPr>
              <a:t> {{DS_P}}</a:t>
            </a:r>
            <a:endParaRPr sz="1000" b="0" i="0" u="none" strike="noStrike" cap="none">
              <a:solidFill>
                <a:srgbClr val="333333"/>
              </a:solidFill>
              <a:latin typeface="Calibri"/>
              <a:ea typeface="Calibri"/>
              <a:cs typeface="Calibri"/>
              <a:sym typeface="Calibri"/>
            </a:endParaRPr>
          </a:p>
        </p:txBody>
      </p:sp>
      <p:sp>
        <p:nvSpPr>
          <p:cNvPr id="459" name="Google Shape;459;p51"/>
          <p:cNvSpPr txBox="1"/>
          <p:nvPr/>
        </p:nvSpPr>
        <p:spPr>
          <a:xfrm>
            <a:off x="6419464" y="1856787"/>
            <a:ext cx="2643900" cy="234300"/>
          </a:xfrm>
          <a:prstGeom prst="rect">
            <a:avLst/>
          </a:prstGeom>
          <a:noFill/>
          <a:ln>
            <a:noFill/>
          </a:ln>
        </p:spPr>
        <p:txBody>
          <a:bodyPr spcFirstLastPara="1" wrap="square" lIns="91250" tIns="91250" rIns="91250" bIns="91250" anchor="t" anchorCtr="0">
            <a:noAutofit/>
          </a:bodyPr>
          <a:lstStyle/>
          <a:p>
            <a:pPr marL="0" marR="0" lvl="0" indent="0" algn="ctr" rtl="0">
              <a:lnSpc>
                <a:spcPct val="150000"/>
              </a:lnSpc>
              <a:spcBef>
                <a:spcPts val="0"/>
              </a:spcBef>
              <a:spcAft>
                <a:spcPts val="0"/>
              </a:spcAft>
              <a:buClr>
                <a:srgbClr val="000000"/>
              </a:buClr>
              <a:buSzPts val="1000"/>
              <a:buFont typeface="Arial"/>
              <a:buNone/>
            </a:pPr>
            <a:r>
              <a:rPr lang="en" sz="1000" b="0" i="0" u="sng" strike="noStrike" cap="none">
                <a:solidFill>
                  <a:schemeClr val="hlink"/>
                </a:solidFill>
                <a:latin typeface="Calibri"/>
                <a:ea typeface="Calibri"/>
                <a:cs typeface="Calibri"/>
                <a:sym typeface="Calibri"/>
                <a:hlinkClick r:id="rId11"/>
              </a:rPr>
              <a:t>Skipped</a:t>
            </a:r>
            <a:r>
              <a:rPr lang="en" sz="1000" b="0" i="0" u="none" strike="noStrike" cap="none">
                <a:solidFill>
                  <a:srgbClr val="333333"/>
                </a:solidFill>
                <a:latin typeface="Calibri"/>
                <a:ea typeface="Calibri"/>
                <a:cs typeface="Calibri"/>
                <a:sym typeface="Calibri"/>
              </a:rPr>
              <a:t>: {{DS_SK}}</a:t>
            </a:r>
            <a:endParaRPr sz="1000" b="0" i="0" u="none" strike="noStrike" cap="none">
              <a:solidFill>
                <a:srgbClr val="333333"/>
              </a:solidFill>
              <a:latin typeface="Calibri"/>
              <a:ea typeface="Calibri"/>
              <a:cs typeface="Calibri"/>
              <a:sym typeface="Calibri"/>
            </a:endParaRPr>
          </a:p>
        </p:txBody>
      </p:sp>
      <p:pic>
        <p:nvPicPr>
          <p:cNvPr id="460" name="Google Shape;460;p51"/>
          <p:cNvPicPr preferRelativeResize="0"/>
          <p:nvPr/>
        </p:nvPicPr>
        <p:blipFill rotWithShape="1">
          <a:blip r:embed="rId3">
            <a:alphaModFix/>
          </a:blip>
          <a:srcRect/>
          <a:stretch/>
        </p:blipFill>
        <p:spPr>
          <a:xfrm>
            <a:off x="6071616" y="2962656"/>
            <a:ext cx="2939187" cy="2033900"/>
          </a:xfrm>
          <a:prstGeom prst="rect">
            <a:avLst/>
          </a:prstGeom>
          <a:noFill/>
          <a:ln w="9525" cap="flat" cmpd="sng">
            <a:solidFill>
              <a:schemeClr val="accent1"/>
            </a:solidFill>
            <a:prstDash val="solid"/>
            <a:round/>
            <a:headEnd type="none" w="sm" len="sm"/>
            <a:tailEnd type="none" w="sm" len="sm"/>
          </a:ln>
        </p:spPr>
      </p:pic>
      <p:sp>
        <p:nvSpPr>
          <p:cNvPr id="461" name="Google Shape;461;p51"/>
          <p:cNvSpPr txBox="1"/>
          <p:nvPr/>
        </p:nvSpPr>
        <p:spPr>
          <a:xfrm>
            <a:off x="6074177" y="3001318"/>
            <a:ext cx="2937000" cy="536100"/>
          </a:xfrm>
          <a:prstGeom prst="rect">
            <a:avLst/>
          </a:prstGeom>
          <a:no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chemeClr val="dk2"/>
              </a:buClr>
              <a:buSzPts val="1500"/>
              <a:buFont typeface="Arial"/>
              <a:buNone/>
            </a:pPr>
            <a:r>
              <a:rPr lang="en" sz="1500" b="0" i="0" u="none" strike="noStrike" cap="none">
                <a:solidFill>
                  <a:schemeClr val="dk1"/>
                </a:solidFill>
                <a:latin typeface="Calibri"/>
                <a:ea typeface="Calibri"/>
                <a:cs typeface="Calibri"/>
                <a:sym typeface="Calibri"/>
              </a:rPr>
              <a:t>Data Security Scans</a:t>
            </a:r>
            <a:br>
              <a:rPr lang="en" sz="1500" b="0" i="0" u="none" strike="noStrike" cap="none">
                <a:solidFill>
                  <a:schemeClr val="dk1"/>
                </a:solidFill>
                <a:latin typeface="Calibri"/>
                <a:ea typeface="Calibri"/>
                <a:cs typeface="Calibri"/>
                <a:sym typeface="Calibri"/>
              </a:rPr>
            </a:br>
            <a:r>
              <a:rPr lang="en" sz="1300" b="0" i="0" u="none" strike="noStrike" cap="none">
                <a:solidFill>
                  <a:schemeClr val="dk1"/>
                </a:solidFill>
                <a:latin typeface="Calibri"/>
                <a:ea typeface="Calibri"/>
                <a:cs typeface="Calibri"/>
                <a:sym typeface="Calibri"/>
              </a:rPr>
              <a:t>Counts by Resource Type</a:t>
            </a:r>
            <a:r>
              <a:rPr lang="en" sz="1500" b="0" i="0" u="none" strike="noStrike" cap="none">
                <a:solidFill>
                  <a:schemeClr val="dk1"/>
                </a:solidFill>
                <a:latin typeface="Calibri"/>
                <a:ea typeface="Calibri"/>
                <a:cs typeface="Calibri"/>
                <a:sym typeface="Calibri"/>
              </a:rPr>
              <a:t> </a:t>
            </a:r>
            <a:endParaRPr sz="1500" b="0" i="0" u="none" strike="noStrike" cap="none">
              <a:solidFill>
                <a:schemeClr val="dk1"/>
              </a:solidFill>
              <a:latin typeface="Calibri"/>
              <a:ea typeface="Calibri"/>
              <a:cs typeface="Calibri"/>
              <a:sym typeface="Calibri"/>
            </a:endParaRPr>
          </a:p>
        </p:txBody>
      </p:sp>
      <p:sp>
        <p:nvSpPr>
          <p:cNvPr id="462" name="Google Shape;462;p51"/>
          <p:cNvSpPr txBox="1"/>
          <p:nvPr/>
        </p:nvSpPr>
        <p:spPr>
          <a:xfrm>
            <a:off x="6182195" y="3512872"/>
            <a:ext cx="2681400" cy="317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900"/>
              <a:buFont typeface="Arial"/>
              <a:buNone/>
            </a:pPr>
            <a:endParaRPr sz="900" b="0" i="0" u="none" strike="noStrike" cap="none">
              <a:solidFill>
                <a:schemeClr val="dk1"/>
              </a:solidFill>
              <a:latin typeface="Calibri"/>
              <a:ea typeface="Calibri"/>
              <a:cs typeface="Calibri"/>
              <a:sym typeface="Calibri"/>
            </a:endParaRPr>
          </a:p>
        </p:txBody>
      </p:sp>
      <p:sp>
        <p:nvSpPr>
          <p:cNvPr id="463" name="Google Shape;463;p51"/>
          <p:cNvSpPr txBox="1"/>
          <p:nvPr/>
        </p:nvSpPr>
        <p:spPr>
          <a:xfrm>
            <a:off x="6080958" y="3553677"/>
            <a:ext cx="2925600" cy="207300"/>
          </a:xfrm>
          <a:prstGeom prst="rect">
            <a:avLst/>
          </a:prstGeom>
          <a:solidFill>
            <a:schemeClr val="lt1"/>
          </a:solidFill>
          <a:ln>
            <a:noFill/>
          </a:ln>
        </p:spPr>
        <p:txBody>
          <a:bodyPr spcFirstLastPara="1" wrap="square" lIns="91250" tIns="91250" rIns="91250" bIns="91250"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0" i="0" u="sng" strike="noStrike" cap="none">
                <a:solidFill>
                  <a:schemeClr val="hlink"/>
                </a:solidFill>
                <a:latin typeface="Calibri"/>
                <a:ea typeface="Calibri"/>
                <a:cs typeface="Calibri"/>
                <a:sym typeface="Calibri"/>
                <a:hlinkClick r:id="rId12"/>
              </a:rPr>
              <a:t>Buckets</a:t>
            </a:r>
            <a:r>
              <a:rPr lang="en" sz="1000" b="0" i="0" u="none" strike="noStrike" cap="none">
                <a:solidFill>
                  <a:srgbClr val="333333"/>
                </a:solidFill>
                <a:latin typeface="Calibri"/>
                <a:ea typeface="Calibri"/>
                <a:cs typeface="Calibri"/>
                <a:sym typeface="Calibri"/>
              </a:rPr>
              <a:t>: {{DS_B}}</a:t>
            </a:r>
            <a:endParaRPr sz="1000" b="0" i="0" u="none" strike="noStrike" cap="none">
              <a:solidFill>
                <a:srgbClr val="333333"/>
              </a:solidFill>
              <a:latin typeface="Calibri"/>
              <a:ea typeface="Calibri"/>
              <a:cs typeface="Calibri"/>
              <a:sym typeface="Calibri"/>
            </a:endParaRPr>
          </a:p>
        </p:txBody>
      </p:sp>
      <p:sp>
        <p:nvSpPr>
          <p:cNvPr id="464" name="Google Shape;464;p51"/>
          <p:cNvSpPr txBox="1"/>
          <p:nvPr/>
        </p:nvSpPr>
        <p:spPr>
          <a:xfrm>
            <a:off x="6076847" y="3787606"/>
            <a:ext cx="2939400" cy="207300"/>
          </a:xfrm>
          <a:prstGeom prst="rect">
            <a:avLst/>
          </a:prstGeom>
          <a:noFill/>
          <a:ln>
            <a:noFill/>
          </a:ln>
        </p:spPr>
        <p:txBody>
          <a:bodyPr spcFirstLastPara="1" wrap="square" lIns="91250" tIns="91250" rIns="91250" bIns="91250"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0" i="0" u="sng" strike="noStrike" cap="none">
                <a:solidFill>
                  <a:schemeClr val="hlink"/>
                </a:solidFill>
                <a:latin typeface="Calibri"/>
                <a:ea typeface="Calibri"/>
                <a:cs typeface="Calibri"/>
                <a:sym typeface="Calibri"/>
                <a:hlinkClick r:id="rId13"/>
              </a:rPr>
              <a:t>PaaS Databases</a:t>
            </a:r>
            <a:r>
              <a:rPr lang="en" sz="1000" b="0" i="0" u="none" strike="noStrike" cap="none">
                <a:solidFill>
                  <a:srgbClr val="333333"/>
                </a:solidFill>
                <a:latin typeface="Calibri"/>
                <a:ea typeface="Calibri"/>
                <a:cs typeface="Calibri"/>
                <a:sym typeface="Calibri"/>
              </a:rPr>
              <a:t>: {{DS_PD}}</a:t>
            </a:r>
            <a:endParaRPr sz="1000" b="0" i="0" u="none" strike="noStrike" cap="none">
              <a:solidFill>
                <a:srgbClr val="333333"/>
              </a:solidFill>
              <a:latin typeface="Calibri"/>
              <a:ea typeface="Calibri"/>
              <a:cs typeface="Calibri"/>
              <a:sym typeface="Calibri"/>
            </a:endParaRPr>
          </a:p>
        </p:txBody>
      </p:sp>
      <p:sp>
        <p:nvSpPr>
          <p:cNvPr id="465" name="Google Shape;465;p51"/>
          <p:cNvSpPr txBox="1"/>
          <p:nvPr/>
        </p:nvSpPr>
        <p:spPr>
          <a:xfrm>
            <a:off x="6087369" y="4266098"/>
            <a:ext cx="2925600" cy="207300"/>
          </a:xfrm>
          <a:prstGeom prst="rect">
            <a:avLst/>
          </a:prstGeom>
          <a:noFill/>
          <a:ln>
            <a:noFill/>
          </a:ln>
        </p:spPr>
        <p:txBody>
          <a:bodyPr spcFirstLastPara="1" wrap="square" lIns="91250" tIns="91250" rIns="91250" bIns="91250"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0" i="0" u="sng" strike="noStrike" cap="none">
                <a:solidFill>
                  <a:schemeClr val="hlink"/>
                </a:solidFill>
                <a:latin typeface="Calibri"/>
                <a:ea typeface="Calibri"/>
                <a:cs typeface="Calibri"/>
                <a:sym typeface="Calibri"/>
                <a:hlinkClick r:id="rId14"/>
              </a:rPr>
              <a:t>Virtual Drives</a:t>
            </a:r>
            <a:r>
              <a:rPr lang="en" sz="1000" b="0" i="0" u="none" strike="noStrike" cap="none">
                <a:solidFill>
                  <a:srgbClr val="333333"/>
                </a:solidFill>
                <a:latin typeface="Calibri"/>
                <a:ea typeface="Calibri"/>
                <a:cs typeface="Calibri"/>
                <a:sym typeface="Calibri"/>
              </a:rPr>
              <a:t>: {{DS_VD}}</a:t>
            </a:r>
            <a:endParaRPr sz="1000" b="0" i="0" u="none" strike="noStrike" cap="none">
              <a:solidFill>
                <a:srgbClr val="333333"/>
              </a:solidFill>
              <a:latin typeface="Calibri"/>
              <a:ea typeface="Calibri"/>
              <a:cs typeface="Calibri"/>
              <a:sym typeface="Calibri"/>
            </a:endParaRPr>
          </a:p>
        </p:txBody>
      </p:sp>
      <p:sp>
        <p:nvSpPr>
          <p:cNvPr id="466" name="Google Shape;466;p51"/>
          <p:cNvSpPr txBox="1"/>
          <p:nvPr/>
        </p:nvSpPr>
        <p:spPr>
          <a:xfrm>
            <a:off x="6084243" y="4026852"/>
            <a:ext cx="2925600" cy="207300"/>
          </a:xfrm>
          <a:prstGeom prst="rect">
            <a:avLst/>
          </a:prstGeom>
          <a:noFill/>
          <a:ln>
            <a:noFill/>
          </a:ln>
        </p:spPr>
        <p:txBody>
          <a:bodyPr spcFirstLastPara="1" wrap="square" lIns="91250" tIns="91250" rIns="91250" bIns="91250"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0" i="0" u="sng" strike="noStrike" cap="none">
                <a:solidFill>
                  <a:schemeClr val="hlink"/>
                </a:solidFill>
                <a:latin typeface="Calibri"/>
                <a:ea typeface="Calibri"/>
                <a:cs typeface="Calibri"/>
                <a:sym typeface="Calibri"/>
                <a:hlinkClick r:id="rId15"/>
              </a:rPr>
              <a:t>Data Warehouses</a:t>
            </a:r>
            <a:r>
              <a:rPr lang="en" sz="1000" b="0" i="0" u="none" strike="noStrike" cap="none">
                <a:solidFill>
                  <a:srgbClr val="333333"/>
                </a:solidFill>
                <a:latin typeface="Calibri"/>
                <a:ea typeface="Calibri"/>
                <a:cs typeface="Calibri"/>
                <a:sym typeface="Calibri"/>
              </a:rPr>
              <a:t>: {{DS_DW}}</a:t>
            </a:r>
            <a:endParaRPr sz="1000" b="0" i="0" u="none" strike="noStrike" cap="none">
              <a:solidFill>
                <a:srgbClr val="333333"/>
              </a:solidFill>
              <a:latin typeface="Calibri"/>
              <a:ea typeface="Calibri"/>
              <a:cs typeface="Calibri"/>
              <a:sym typeface="Calibri"/>
            </a:endParaRPr>
          </a:p>
        </p:txBody>
      </p:sp>
      <p:sp>
        <p:nvSpPr>
          <p:cNvPr id="467" name="Google Shape;467;p51"/>
          <p:cNvSpPr txBox="1"/>
          <p:nvPr/>
        </p:nvSpPr>
        <p:spPr>
          <a:xfrm>
            <a:off x="6085707" y="4505344"/>
            <a:ext cx="2925600" cy="207300"/>
          </a:xfrm>
          <a:prstGeom prst="rect">
            <a:avLst/>
          </a:prstGeom>
          <a:noFill/>
          <a:ln>
            <a:noFill/>
          </a:ln>
        </p:spPr>
        <p:txBody>
          <a:bodyPr spcFirstLastPara="1" wrap="square" lIns="91250" tIns="91250" rIns="91250" bIns="91250"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0" i="0" u="sng" strike="noStrike" cap="none">
                <a:solidFill>
                  <a:schemeClr val="hlink"/>
                </a:solidFill>
                <a:latin typeface="Calibri"/>
                <a:ea typeface="Calibri"/>
                <a:cs typeface="Calibri"/>
                <a:sym typeface="Calibri"/>
                <a:hlinkClick r:id="rId16"/>
              </a:rPr>
              <a:t>AI Datastores</a:t>
            </a:r>
            <a:r>
              <a:rPr lang="en" sz="1000" b="0" i="0" u="none" strike="noStrike" cap="none">
                <a:solidFill>
                  <a:srgbClr val="333333"/>
                </a:solidFill>
                <a:latin typeface="Calibri"/>
                <a:ea typeface="Calibri"/>
                <a:cs typeface="Calibri"/>
                <a:sym typeface="Calibri"/>
              </a:rPr>
              <a:t>: {{DS_AI}}</a:t>
            </a:r>
            <a:endParaRPr sz="1000" b="0" i="0" u="none" strike="noStrike" cap="none">
              <a:solidFill>
                <a:srgbClr val="333333"/>
              </a:solidFill>
              <a:latin typeface="Calibri"/>
              <a:ea typeface="Calibri"/>
              <a:cs typeface="Calibri"/>
              <a:sym typeface="Calibri"/>
            </a:endParaRPr>
          </a:p>
        </p:txBody>
      </p:sp>
      <p:sp>
        <p:nvSpPr>
          <p:cNvPr id="468" name="Google Shape;468;p51"/>
          <p:cNvSpPr txBox="1"/>
          <p:nvPr/>
        </p:nvSpPr>
        <p:spPr>
          <a:xfrm>
            <a:off x="6085192" y="4744589"/>
            <a:ext cx="2925600" cy="207300"/>
          </a:xfrm>
          <a:prstGeom prst="rect">
            <a:avLst/>
          </a:prstGeom>
          <a:noFill/>
          <a:ln>
            <a:noFill/>
          </a:ln>
        </p:spPr>
        <p:txBody>
          <a:bodyPr spcFirstLastPara="1" wrap="square" lIns="91250" tIns="91250" rIns="91250" bIns="91250"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0" i="0" u="sng" strike="noStrike" cap="none">
                <a:solidFill>
                  <a:schemeClr val="hlink"/>
                </a:solidFill>
                <a:latin typeface="Calibri"/>
                <a:ea typeface="Calibri"/>
                <a:cs typeface="Calibri"/>
                <a:sym typeface="Calibri"/>
                <a:hlinkClick r:id="rId17"/>
              </a:rPr>
              <a:t>File System Services</a:t>
            </a:r>
            <a:r>
              <a:rPr lang="en" sz="1000" b="0" i="0" u="none" strike="noStrike" cap="none">
                <a:solidFill>
                  <a:srgbClr val="333333"/>
                </a:solidFill>
                <a:latin typeface="Calibri"/>
                <a:ea typeface="Calibri"/>
                <a:cs typeface="Calibri"/>
                <a:sym typeface="Calibri"/>
              </a:rPr>
              <a:t>: {{DS_FSS}}</a:t>
            </a:r>
            <a:endParaRPr sz="1000" b="0" i="0" u="none" strike="noStrike" cap="none">
              <a:solidFill>
                <a:srgbClr val="333333"/>
              </a:solidFill>
              <a:latin typeface="Calibri"/>
              <a:ea typeface="Calibri"/>
              <a:cs typeface="Calibri"/>
              <a:sym typeface="Calibri"/>
            </a:endParaRPr>
          </a:p>
        </p:txBody>
      </p:sp>
      <p:pic>
        <p:nvPicPr>
          <p:cNvPr id="469" name="Google Shape;469;p51"/>
          <p:cNvPicPr preferRelativeResize="0"/>
          <p:nvPr/>
        </p:nvPicPr>
        <p:blipFill rotWithShape="1">
          <a:blip r:embed="rId3">
            <a:alphaModFix/>
          </a:blip>
          <a:srcRect/>
          <a:stretch/>
        </p:blipFill>
        <p:spPr>
          <a:xfrm>
            <a:off x="3080275" y="933600"/>
            <a:ext cx="3188398" cy="1594690"/>
          </a:xfrm>
          <a:prstGeom prst="rect">
            <a:avLst/>
          </a:prstGeom>
          <a:noFill/>
          <a:ln w="9525" cap="flat" cmpd="sng">
            <a:solidFill>
              <a:schemeClr val="accent1"/>
            </a:solidFill>
            <a:prstDash val="solid"/>
            <a:round/>
            <a:headEnd type="none" w="sm" len="sm"/>
            <a:tailEnd type="none" w="sm" len="sm"/>
          </a:ln>
        </p:spPr>
      </p:pic>
      <p:sp>
        <p:nvSpPr>
          <p:cNvPr id="470" name="Google Shape;470;p51"/>
          <p:cNvSpPr txBox="1"/>
          <p:nvPr/>
        </p:nvSpPr>
        <p:spPr>
          <a:xfrm>
            <a:off x="3080276" y="1001134"/>
            <a:ext cx="3174975" cy="345600"/>
          </a:xfrm>
          <a:prstGeom prst="rect">
            <a:avLst/>
          </a:prstGeom>
          <a:no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chemeClr val="dk2"/>
              </a:buClr>
              <a:buSzPts val="1500"/>
              <a:buFont typeface="Arial"/>
              <a:buNone/>
            </a:pPr>
            <a:r>
              <a:rPr lang="en" sz="1500" b="0" i="0" u="none" strike="noStrike" cap="none" dirty="0">
                <a:solidFill>
                  <a:schemeClr val="dk1"/>
                </a:solidFill>
                <a:latin typeface="Calibri"/>
                <a:ea typeface="Calibri"/>
                <a:cs typeface="Calibri"/>
                <a:sym typeface="Calibri"/>
              </a:rPr>
              <a:t>Workload Scans</a:t>
            </a:r>
            <a:endParaRPr sz="1200" b="0" i="0" u="none" strike="noStrike" cap="none" dirty="0">
              <a:solidFill>
                <a:schemeClr val="dk1"/>
              </a:solidFill>
              <a:latin typeface="Calibri"/>
              <a:ea typeface="Calibri"/>
              <a:cs typeface="Calibri"/>
              <a:sym typeface="Calibri"/>
            </a:endParaRPr>
          </a:p>
        </p:txBody>
      </p:sp>
      <p:sp>
        <p:nvSpPr>
          <p:cNvPr id="471" name="Google Shape;471;p51"/>
          <p:cNvSpPr txBox="1"/>
          <p:nvPr/>
        </p:nvSpPr>
        <p:spPr>
          <a:xfrm>
            <a:off x="3072365" y="1578966"/>
            <a:ext cx="3177693" cy="317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900"/>
              <a:buFont typeface="Arial"/>
              <a:buNone/>
            </a:pPr>
            <a:endParaRPr sz="900" b="0" i="0" u="none" strike="noStrike" cap="none">
              <a:solidFill>
                <a:schemeClr val="dk1"/>
              </a:solidFill>
              <a:latin typeface="Calibri"/>
              <a:ea typeface="Calibri"/>
              <a:cs typeface="Calibri"/>
              <a:sym typeface="Calibri"/>
            </a:endParaRPr>
          </a:p>
        </p:txBody>
      </p:sp>
      <p:sp>
        <p:nvSpPr>
          <p:cNvPr id="472" name="Google Shape;472;p51"/>
          <p:cNvSpPr txBox="1"/>
          <p:nvPr/>
        </p:nvSpPr>
        <p:spPr>
          <a:xfrm>
            <a:off x="3080274" y="1296582"/>
            <a:ext cx="3183206" cy="207300"/>
          </a:xfrm>
          <a:prstGeom prst="rect">
            <a:avLst/>
          </a:prstGeom>
          <a:noFill/>
          <a:ln>
            <a:noFill/>
          </a:ln>
        </p:spPr>
        <p:txBody>
          <a:bodyPr spcFirstLastPara="1" wrap="square" lIns="91250" tIns="91250" rIns="91250" bIns="91250" anchor="t" anchorCtr="0">
            <a:noAutofit/>
          </a:bodyPr>
          <a:lstStyle/>
          <a:p>
            <a:pPr marL="0" marR="0" lvl="0" indent="0" algn="ctr" rtl="0">
              <a:lnSpc>
                <a:spcPct val="150000"/>
              </a:lnSpc>
              <a:spcBef>
                <a:spcPts val="0"/>
              </a:spcBef>
              <a:spcAft>
                <a:spcPts val="0"/>
              </a:spcAft>
              <a:buClr>
                <a:srgbClr val="000000"/>
              </a:buClr>
              <a:buSzPts val="1000"/>
              <a:buFont typeface="Arial"/>
              <a:buNone/>
            </a:pPr>
            <a:r>
              <a:rPr lang="en" sz="1000" b="0" i="0" u="sng" strike="noStrike" cap="none" dirty="0">
                <a:solidFill>
                  <a:schemeClr val="hlink"/>
                </a:solidFill>
                <a:latin typeface="Calibri"/>
                <a:ea typeface="Calibri"/>
                <a:cs typeface="Calibri"/>
                <a:sym typeface="Calibri"/>
                <a:hlinkClick r:id="rId18"/>
              </a:rPr>
              <a:t>Total Workload Scans</a:t>
            </a:r>
            <a:r>
              <a:rPr lang="en" sz="1000" b="0" i="0" u="none" strike="noStrike" cap="none" dirty="0">
                <a:solidFill>
                  <a:srgbClr val="333333"/>
                </a:solidFill>
                <a:latin typeface="Calibri"/>
                <a:ea typeface="Calibri"/>
                <a:cs typeface="Calibri"/>
                <a:sym typeface="Calibri"/>
              </a:rPr>
              <a:t>: {{WS_T}}</a:t>
            </a:r>
            <a:endParaRPr sz="1000" b="0" i="0" u="none" strike="noStrike" cap="none" dirty="0">
              <a:solidFill>
                <a:srgbClr val="333333"/>
              </a:solidFill>
              <a:latin typeface="Calibri"/>
              <a:ea typeface="Calibri"/>
              <a:cs typeface="Calibri"/>
              <a:sym typeface="Calibri"/>
            </a:endParaRPr>
          </a:p>
        </p:txBody>
      </p:sp>
      <p:sp>
        <p:nvSpPr>
          <p:cNvPr id="476" name="Google Shape;476;p51"/>
          <p:cNvSpPr/>
          <p:nvPr/>
        </p:nvSpPr>
        <p:spPr>
          <a:xfrm>
            <a:off x="1335452" y="2575004"/>
            <a:ext cx="269400" cy="345600"/>
          </a:xfrm>
          <a:prstGeom prst="downArrow">
            <a:avLst>
              <a:gd name="adj1" fmla="val 50000"/>
              <a:gd name="adj2" fmla="val 50000"/>
            </a:avLst>
          </a:prstGeom>
          <a:solidFill>
            <a:srgbClr val="014FF7"/>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pic>
        <p:nvPicPr>
          <p:cNvPr id="477" name="Google Shape;477;p51"/>
          <p:cNvPicPr preferRelativeResize="0"/>
          <p:nvPr/>
        </p:nvPicPr>
        <p:blipFill rotWithShape="1">
          <a:blip r:embed="rId3">
            <a:alphaModFix/>
          </a:blip>
          <a:srcRect/>
          <a:stretch/>
        </p:blipFill>
        <p:spPr>
          <a:xfrm>
            <a:off x="119827" y="2962925"/>
            <a:ext cx="2755502" cy="2126475"/>
          </a:xfrm>
          <a:prstGeom prst="rect">
            <a:avLst/>
          </a:prstGeom>
          <a:noFill/>
          <a:ln w="9525" cap="flat" cmpd="sng">
            <a:solidFill>
              <a:schemeClr val="accent1"/>
            </a:solidFill>
            <a:prstDash val="solid"/>
            <a:round/>
            <a:headEnd type="none" w="sm" len="sm"/>
            <a:tailEnd type="none" w="sm" len="sm"/>
          </a:ln>
        </p:spPr>
      </p:pic>
      <p:sp>
        <p:nvSpPr>
          <p:cNvPr id="478" name="Google Shape;478;p51"/>
          <p:cNvSpPr txBox="1"/>
          <p:nvPr/>
        </p:nvSpPr>
        <p:spPr>
          <a:xfrm>
            <a:off x="119827" y="2984749"/>
            <a:ext cx="2753400" cy="536100"/>
          </a:xfrm>
          <a:prstGeom prst="rect">
            <a:avLst/>
          </a:prstGeom>
          <a:no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chemeClr val="dk2"/>
              </a:buClr>
              <a:buSzPts val="1500"/>
              <a:buFont typeface="Arial"/>
              <a:buNone/>
            </a:pPr>
            <a:r>
              <a:rPr lang="en" sz="1500" b="0" i="0" u="none" strike="noStrike" cap="none">
                <a:solidFill>
                  <a:schemeClr val="dk1"/>
                </a:solidFill>
                <a:latin typeface="Calibri"/>
                <a:ea typeface="Calibri"/>
                <a:cs typeface="Calibri"/>
                <a:sym typeface="Calibri"/>
              </a:rPr>
              <a:t>System Health Issues</a:t>
            </a:r>
            <a:br>
              <a:rPr lang="en" sz="1500" b="0" i="0" u="none" strike="noStrike" cap="none">
                <a:solidFill>
                  <a:schemeClr val="dk1"/>
                </a:solidFill>
                <a:latin typeface="Calibri"/>
                <a:ea typeface="Calibri"/>
                <a:cs typeface="Calibri"/>
                <a:sym typeface="Calibri"/>
              </a:rPr>
            </a:br>
            <a:r>
              <a:rPr lang="en" sz="1300" b="0" i="0" u="none" strike="noStrike" cap="none">
                <a:solidFill>
                  <a:schemeClr val="dk1"/>
                </a:solidFill>
                <a:latin typeface="Calibri"/>
                <a:ea typeface="Calibri"/>
                <a:cs typeface="Calibri"/>
                <a:sym typeface="Calibri"/>
              </a:rPr>
              <a:t>Counts by Resource Type</a:t>
            </a:r>
            <a:r>
              <a:rPr lang="en" sz="1500" b="0" i="0" u="none" strike="noStrike" cap="none">
                <a:solidFill>
                  <a:schemeClr val="dk1"/>
                </a:solidFill>
                <a:latin typeface="Calibri"/>
                <a:ea typeface="Calibri"/>
                <a:cs typeface="Calibri"/>
                <a:sym typeface="Calibri"/>
              </a:rPr>
              <a:t> </a:t>
            </a:r>
            <a:endParaRPr sz="1500" b="0" i="0" u="none" strike="noStrike" cap="none">
              <a:solidFill>
                <a:schemeClr val="dk1"/>
              </a:solidFill>
              <a:latin typeface="Calibri"/>
              <a:ea typeface="Calibri"/>
              <a:cs typeface="Calibri"/>
              <a:sym typeface="Calibri"/>
            </a:endParaRPr>
          </a:p>
        </p:txBody>
      </p:sp>
      <p:sp>
        <p:nvSpPr>
          <p:cNvPr id="479" name="Google Shape;479;p51"/>
          <p:cNvSpPr txBox="1"/>
          <p:nvPr/>
        </p:nvSpPr>
        <p:spPr>
          <a:xfrm>
            <a:off x="157649" y="3766713"/>
            <a:ext cx="2690181" cy="188771"/>
          </a:xfrm>
          <a:prstGeom prst="rect">
            <a:avLst/>
          </a:prstGeom>
          <a:noFill/>
          <a:ln>
            <a:noFill/>
          </a:ln>
        </p:spPr>
        <p:txBody>
          <a:bodyPr spcFirstLastPara="1" wrap="square" lIns="91250" tIns="91250" rIns="91250" bIns="91250"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0" i="0" u="sng" strike="noStrike" cap="none">
                <a:solidFill>
                  <a:schemeClr val="hlink"/>
                </a:solidFill>
                <a:latin typeface="Calibri"/>
                <a:ea typeface="Calibri"/>
                <a:cs typeface="Calibri"/>
                <a:sym typeface="Calibri"/>
                <a:hlinkClick r:id="rId19"/>
              </a:rPr>
              <a:t>Outposts</a:t>
            </a:r>
            <a:r>
              <a:rPr lang="en" sz="1000" b="0" i="0" u="none" strike="noStrike" cap="none">
                <a:solidFill>
                  <a:srgbClr val="333333"/>
                </a:solidFill>
                <a:latin typeface="Calibri"/>
                <a:ea typeface="Calibri"/>
                <a:cs typeface="Calibri"/>
                <a:sym typeface="Calibri"/>
              </a:rPr>
              <a:t>: {{SHI_O}}</a:t>
            </a:r>
            <a:endParaRPr sz="1000" b="0" i="0" u="none" strike="noStrike" cap="none">
              <a:solidFill>
                <a:srgbClr val="333333"/>
              </a:solidFill>
              <a:latin typeface="Calibri"/>
              <a:ea typeface="Calibri"/>
              <a:cs typeface="Calibri"/>
              <a:sym typeface="Calibri"/>
            </a:endParaRPr>
          </a:p>
        </p:txBody>
      </p:sp>
      <p:sp>
        <p:nvSpPr>
          <p:cNvPr id="480" name="Google Shape;480;p51"/>
          <p:cNvSpPr txBox="1"/>
          <p:nvPr/>
        </p:nvSpPr>
        <p:spPr>
          <a:xfrm>
            <a:off x="142826" y="4203392"/>
            <a:ext cx="2695757" cy="223500"/>
          </a:xfrm>
          <a:prstGeom prst="rect">
            <a:avLst/>
          </a:prstGeom>
          <a:noFill/>
          <a:ln>
            <a:noFill/>
          </a:ln>
        </p:spPr>
        <p:txBody>
          <a:bodyPr spcFirstLastPara="1" wrap="square" lIns="91250" tIns="91250" rIns="91250" bIns="91250"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0" i="0" u="sng" strike="noStrike" cap="none">
                <a:solidFill>
                  <a:schemeClr val="hlink"/>
                </a:solidFill>
                <a:latin typeface="Calibri"/>
                <a:ea typeface="Calibri"/>
                <a:cs typeface="Calibri"/>
                <a:sym typeface="Calibri"/>
                <a:hlinkClick r:id="rId20"/>
              </a:rPr>
              <a:t>Registry Connectors</a:t>
            </a:r>
            <a:r>
              <a:rPr lang="en" sz="1000" b="0" i="0" u="none" strike="noStrike" cap="none">
                <a:solidFill>
                  <a:srgbClr val="333333"/>
                </a:solidFill>
                <a:latin typeface="Calibri"/>
                <a:ea typeface="Calibri"/>
                <a:cs typeface="Calibri"/>
                <a:sym typeface="Calibri"/>
              </a:rPr>
              <a:t>: {{SHI_RC}}</a:t>
            </a:r>
            <a:endParaRPr sz="1000" b="0" i="0" u="none" strike="noStrike" cap="none">
              <a:solidFill>
                <a:srgbClr val="333333"/>
              </a:solidFill>
              <a:latin typeface="Calibri"/>
              <a:ea typeface="Calibri"/>
              <a:cs typeface="Calibri"/>
              <a:sym typeface="Calibri"/>
            </a:endParaRPr>
          </a:p>
        </p:txBody>
      </p:sp>
      <p:sp>
        <p:nvSpPr>
          <p:cNvPr id="481" name="Google Shape;481;p51"/>
          <p:cNvSpPr txBox="1"/>
          <p:nvPr/>
        </p:nvSpPr>
        <p:spPr>
          <a:xfrm>
            <a:off x="147275" y="3985053"/>
            <a:ext cx="2696624" cy="199810"/>
          </a:xfrm>
          <a:prstGeom prst="rect">
            <a:avLst/>
          </a:prstGeom>
          <a:noFill/>
          <a:ln>
            <a:noFill/>
          </a:ln>
        </p:spPr>
        <p:txBody>
          <a:bodyPr spcFirstLastPara="1" wrap="square" lIns="91250" tIns="91250" rIns="91250" bIns="91250"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0" i="0" u="sng" strike="noStrike" cap="none">
                <a:solidFill>
                  <a:schemeClr val="hlink"/>
                </a:solidFill>
                <a:latin typeface="Calibri"/>
                <a:ea typeface="Calibri"/>
                <a:cs typeface="Calibri"/>
                <a:sym typeface="Calibri"/>
                <a:hlinkClick r:id="rId21"/>
              </a:rPr>
              <a:t>Integrations</a:t>
            </a:r>
            <a:r>
              <a:rPr lang="en" sz="1000" b="0" i="0" u="none" strike="noStrike" cap="none">
                <a:solidFill>
                  <a:srgbClr val="333333"/>
                </a:solidFill>
                <a:latin typeface="Calibri"/>
                <a:ea typeface="Calibri"/>
                <a:cs typeface="Calibri"/>
                <a:sym typeface="Calibri"/>
              </a:rPr>
              <a:t>: {{SHI_I}}</a:t>
            </a:r>
            <a:endParaRPr sz="1000" b="0" i="0" u="none" strike="noStrike" cap="none">
              <a:solidFill>
                <a:srgbClr val="333333"/>
              </a:solidFill>
              <a:latin typeface="Calibri"/>
              <a:ea typeface="Calibri"/>
              <a:cs typeface="Calibri"/>
              <a:sym typeface="Calibri"/>
            </a:endParaRPr>
          </a:p>
        </p:txBody>
      </p:sp>
      <p:sp>
        <p:nvSpPr>
          <p:cNvPr id="482" name="Google Shape;482;p51"/>
          <p:cNvSpPr txBox="1"/>
          <p:nvPr/>
        </p:nvSpPr>
        <p:spPr>
          <a:xfrm>
            <a:off x="157216" y="4421732"/>
            <a:ext cx="2685297" cy="202588"/>
          </a:xfrm>
          <a:prstGeom prst="rect">
            <a:avLst/>
          </a:prstGeom>
          <a:noFill/>
          <a:ln>
            <a:noFill/>
          </a:ln>
        </p:spPr>
        <p:txBody>
          <a:bodyPr spcFirstLastPara="1" wrap="square" lIns="91250" tIns="91250" rIns="91250" bIns="91250"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0" i="0" u="sng" strike="noStrike" cap="none">
                <a:solidFill>
                  <a:schemeClr val="hlink"/>
                </a:solidFill>
                <a:latin typeface="Calibri"/>
                <a:ea typeface="Calibri"/>
                <a:cs typeface="Calibri"/>
                <a:sym typeface="Calibri"/>
                <a:hlinkClick r:id="rId22"/>
              </a:rPr>
              <a:t>K8S Connectors</a:t>
            </a:r>
            <a:r>
              <a:rPr lang="en" sz="1000" b="0" i="0" u="none" strike="noStrike" cap="none">
                <a:solidFill>
                  <a:srgbClr val="333333"/>
                </a:solidFill>
                <a:latin typeface="Calibri"/>
                <a:ea typeface="Calibri"/>
                <a:cs typeface="Calibri"/>
                <a:sym typeface="Calibri"/>
              </a:rPr>
              <a:t>: {{SHI_KC}}</a:t>
            </a:r>
            <a:endParaRPr sz="1000" b="0" i="0" u="none" strike="noStrike" cap="none">
              <a:solidFill>
                <a:srgbClr val="333333"/>
              </a:solidFill>
              <a:latin typeface="Calibri"/>
              <a:ea typeface="Calibri"/>
              <a:cs typeface="Calibri"/>
              <a:sym typeface="Calibri"/>
            </a:endParaRPr>
          </a:p>
        </p:txBody>
      </p:sp>
      <p:sp>
        <p:nvSpPr>
          <p:cNvPr id="483" name="Google Shape;483;p51"/>
          <p:cNvSpPr txBox="1"/>
          <p:nvPr/>
        </p:nvSpPr>
        <p:spPr>
          <a:xfrm>
            <a:off x="140785" y="4640071"/>
            <a:ext cx="2695757" cy="218340"/>
          </a:xfrm>
          <a:prstGeom prst="rect">
            <a:avLst/>
          </a:prstGeom>
          <a:noFill/>
          <a:ln>
            <a:noFill/>
          </a:ln>
        </p:spPr>
        <p:txBody>
          <a:bodyPr spcFirstLastPara="1" wrap="square" lIns="91250" tIns="91250" rIns="91250" bIns="91250"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0" i="0" u="sng" strike="noStrike" cap="none">
                <a:solidFill>
                  <a:schemeClr val="hlink"/>
                </a:solidFill>
                <a:latin typeface="Calibri"/>
                <a:ea typeface="Calibri"/>
                <a:cs typeface="Calibri"/>
                <a:sym typeface="Calibri"/>
                <a:hlinkClick r:id="rId23"/>
              </a:rPr>
              <a:t>VCS Connectors</a:t>
            </a:r>
            <a:r>
              <a:rPr lang="en" sz="1000" b="0" i="0" u="none" strike="noStrike" cap="none">
                <a:solidFill>
                  <a:srgbClr val="333333"/>
                </a:solidFill>
                <a:latin typeface="Calibri"/>
                <a:ea typeface="Calibri"/>
                <a:cs typeface="Calibri"/>
                <a:sym typeface="Calibri"/>
              </a:rPr>
              <a:t>: {{SHI_VCS}}</a:t>
            </a:r>
            <a:endParaRPr sz="1000" b="0" i="0" u="none" strike="noStrike" cap="none">
              <a:solidFill>
                <a:srgbClr val="333333"/>
              </a:solidFill>
              <a:latin typeface="Calibri"/>
              <a:ea typeface="Calibri"/>
              <a:cs typeface="Calibri"/>
              <a:sym typeface="Calibri"/>
            </a:endParaRPr>
          </a:p>
        </p:txBody>
      </p:sp>
      <p:sp>
        <p:nvSpPr>
          <p:cNvPr id="484" name="Google Shape;484;p51"/>
          <p:cNvSpPr txBox="1"/>
          <p:nvPr/>
        </p:nvSpPr>
        <p:spPr>
          <a:xfrm>
            <a:off x="154650" y="4858411"/>
            <a:ext cx="2682547" cy="194650"/>
          </a:xfrm>
          <a:prstGeom prst="rect">
            <a:avLst/>
          </a:prstGeom>
          <a:noFill/>
          <a:ln>
            <a:noFill/>
          </a:ln>
        </p:spPr>
        <p:txBody>
          <a:bodyPr spcFirstLastPara="1" wrap="square" lIns="91250" tIns="91250" rIns="91250" bIns="91250"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0" i="0" u="sng" strike="noStrike" cap="none">
                <a:solidFill>
                  <a:schemeClr val="hlink"/>
                </a:solidFill>
                <a:latin typeface="Calibri"/>
                <a:ea typeface="Calibri"/>
                <a:cs typeface="Calibri"/>
                <a:sym typeface="Calibri"/>
                <a:hlinkClick r:id="rId24"/>
              </a:rPr>
              <a:t>Brokers</a:t>
            </a:r>
            <a:r>
              <a:rPr lang="en" sz="1000" b="0" i="0" u="none" strike="noStrike" cap="none">
                <a:solidFill>
                  <a:srgbClr val="333333"/>
                </a:solidFill>
                <a:latin typeface="Calibri"/>
                <a:ea typeface="Calibri"/>
                <a:cs typeface="Calibri"/>
                <a:sym typeface="Calibri"/>
              </a:rPr>
              <a:t>: {{SHI_B}}</a:t>
            </a:r>
            <a:endParaRPr sz="1000" b="0" i="0" u="none" strike="noStrike" cap="none">
              <a:solidFill>
                <a:srgbClr val="333333"/>
              </a:solidFill>
              <a:latin typeface="Calibri"/>
              <a:ea typeface="Calibri"/>
              <a:cs typeface="Calibri"/>
              <a:sym typeface="Calibri"/>
            </a:endParaRPr>
          </a:p>
        </p:txBody>
      </p:sp>
      <p:sp>
        <p:nvSpPr>
          <p:cNvPr id="485" name="Google Shape;485;p51"/>
          <p:cNvSpPr txBox="1"/>
          <p:nvPr/>
        </p:nvSpPr>
        <p:spPr>
          <a:xfrm>
            <a:off x="136809" y="3548374"/>
            <a:ext cx="2725374" cy="194650"/>
          </a:xfrm>
          <a:prstGeom prst="rect">
            <a:avLst/>
          </a:prstGeom>
          <a:solidFill>
            <a:schemeClr val="lt1"/>
          </a:solidFill>
          <a:ln>
            <a:noFill/>
          </a:ln>
        </p:spPr>
        <p:txBody>
          <a:bodyPr spcFirstLastPara="1" wrap="square" lIns="91250" tIns="91250" rIns="91250" bIns="91250"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0" i="0" u="sng" strike="noStrike" cap="none">
                <a:solidFill>
                  <a:schemeClr val="hlink"/>
                </a:solidFill>
                <a:latin typeface="Calibri"/>
                <a:ea typeface="Calibri"/>
                <a:cs typeface="Calibri"/>
                <a:sym typeface="Calibri"/>
                <a:hlinkClick r:id="rId25"/>
              </a:rPr>
              <a:t>Cloud Connectors</a:t>
            </a:r>
            <a:r>
              <a:rPr lang="en" sz="1000" b="0" i="0" u="none" strike="noStrike" cap="none">
                <a:solidFill>
                  <a:srgbClr val="333333"/>
                </a:solidFill>
                <a:latin typeface="Calibri"/>
                <a:ea typeface="Calibri"/>
                <a:cs typeface="Calibri"/>
                <a:sym typeface="Calibri"/>
              </a:rPr>
              <a:t>: {{SHI_CC}}</a:t>
            </a:r>
            <a:endParaRPr sz="1000" b="0" i="0" u="none" strike="noStrike" cap="none">
              <a:solidFill>
                <a:srgbClr val="333333"/>
              </a:solidFill>
              <a:latin typeface="Calibri"/>
              <a:ea typeface="Calibri"/>
              <a:cs typeface="Calibri"/>
              <a:sym typeface="Calibri"/>
            </a:endParaRPr>
          </a:p>
        </p:txBody>
      </p:sp>
      <p:sp>
        <p:nvSpPr>
          <p:cNvPr id="486" name="Google Shape;486;p51"/>
          <p:cNvSpPr/>
          <p:nvPr/>
        </p:nvSpPr>
        <p:spPr>
          <a:xfrm>
            <a:off x="7428227" y="2578608"/>
            <a:ext cx="269400" cy="345600"/>
          </a:xfrm>
          <a:prstGeom prst="downArrow">
            <a:avLst>
              <a:gd name="adj1" fmla="val 50000"/>
              <a:gd name="adj2" fmla="val 50000"/>
            </a:avLst>
          </a:prstGeom>
          <a:solidFill>
            <a:srgbClr val="014FF7"/>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487" name="Google Shape;487;p51"/>
          <p:cNvSpPr txBox="1"/>
          <p:nvPr/>
        </p:nvSpPr>
        <p:spPr>
          <a:xfrm>
            <a:off x="3097638" y="3166433"/>
            <a:ext cx="2742900" cy="207300"/>
          </a:xfrm>
          <a:prstGeom prst="rect">
            <a:avLst/>
          </a:prstGeom>
          <a:solidFill>
            <a:srgbClr val="FFFFFF"/>
          </a:solidFill>
          <a:ln>
            <a:noFill/>
          </a:ln>
        </p:spPr>
        <p:txBody>
          <a:bodyPr spcFirstLastPara="1" wrap="square" lIns="91250" tIns="91250" rIns="91250" bIns="91250"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0" i="0" u="sng" strike="noStrike" cap="none">
                <a:solidFill>
                  <a:srgbClr val="0097A7"/>
                </a:solidFill>
                <a:latin typeface="Calibri"/>
                <a:ea typeface="Calibri"/>
                <a:cs typeface="Calibri"/>
                <a:sym typeface="Calibri"/>
                <a:hlinkClick r:id="rId26">
                  <a:extLst>
                    <a:ext uri="{A12FA001-AC4F-418D-AE19-62706E023703}">
                      <ahyp:hlinkClr xmlns:ahyp="http://schemas.microsoft.com/office/drawing/2018/hyperlinkcolor" val="tx"/>
                    </a:ext>
                  </a:extLst>
                </a:hlinkClick>
              </a:rPr>
              <a:t>Non-OS Disk Scans</a:t>
            </a:r>
            <a:r>
              <a:rPr lang="en" sz="1000" b="0" i="0" u="none" strike="noStrike" cap="none">
                <a:solidFill>
                  <a:srgbClr val="333333"/>
                </a:solidFill>
                <a:latin typeface="Calibri"/>
                <a:ea typeface="Calibri"/>
                <a:cs typeface="Calibri"/>
                <a:sym typeface="Calibri"/>
              </a:rPr>
              <a:t>: {{NON_T}}</a:t>
            </a:r>
            <a:endParaRPr sz="1000" b="0" i="0" u="none" strike="noStrike" cap="none">
              <a:solidFill>
                <a:srgbClr val="333333"/>
              </a:solidFill>
              <a:latin typeface="Calibri"/>
              <a:ea typeface="Calibri"/>
              <a:cs typeface="Calibri"/>
              <a:sym typeface="Calibri"/>
            </a:endParaRPr>
          </a:p>
        </p:txBody>
      </p:sp>
      <p:sp>
        <p:nvSpPr>
          <p:cNvPr id="488" name="Google Shape;488;p51"/>
          <p:cNvSpPr txBox="1"/>
          <p:nvPr/>
        </p:nvSpPr>
        <p:spPr>
          <a:xfrm>
            <a:off x="3116051" y="3365306"/>
            <a:ext cx="2715900" cy="176700"/>
          </a:xfrm>
          <a:prstGeom prst="rect">
            <a:avLst/>
          </a:prstGeom>
          <a:solidFill>
            <a:srgbClr val="FFFFFF"/>
          </a:solidFill>
          <a:ln>
            <a:noFill/>
          </a:ln>
        </p:spPr>
        <p:txBody>
          <a:bodyPr spcFirstLastPara="1" wrap="square" lIns="91250" tIns="91250" rIns="91250" bIns="91250"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en" sz="900" b="0" i="0" u="sng" strike="noStrike" cap="none">
                <a:solidFill>
                  <a:srgbClr val="0097A7"/>
                </a:solidFill>
                <a:latin typeface="Calibri"/>
                <a:ea typeface="Calibri"/>
                <a:cs typeface="Calibri"/>
                <a:sym typeface="Calibri"/>
                <a:hlinkClick r:id="rId27">
                  <a:extLst>
                    <a:ext uri="{A12FA001-AC4F-418D-AE19-62706E023703}">
                      <ahyp:hlinkClr xmlns:ahyp="http://schemas.microsoft.com/office/drawing/2018/hyperlinkcolor" val="tx"/>
                    </a:ext>
                  </a:extLst>
                </a:hlinkClick>
              </a:rPr>
              <a:t>Failed</a:t>
            </a:r>
            <a:r>
              <a:rPr lang="en" sz="900" b="0" i="0" u="none" strike="noStrike" cap="none">
                <a:solidFill>
                  <a:srgbClr val="333333"/>
                </a:solidFill>
                <a:latin typeface="Calibri"/>
                <a:ea typeface="Calibri"/>
                <a:cs typeface="Calibri"/>
                <a:sym typeface="Calibri"/>
              </a:rPr>
              <a:t>: {{NON_F}} / </a:t>
            </a:r>
            <a:r>
              <a:rPr lang="en" sz="900" b="0" i="0" u="sng" strike="noStrike" cap="none">
                <a:solidFill>
                  <a:srgbClr val="0097A7"/>
                </a:solidFill>
                <a:latin typeface="Calibri"/>
                <a:ea typeface="Calibri"/>
                <a:cs typeface="Calibri"/>
                <a:sym typeface="Calibri"/>
                <a:hlinkClick r:id="rId28">
                  <a:extLst>
                    <a:ext uri="{A12FA001-AC4F-418D-AE19-62706E023703}">
                      <ahyp:hlinkClr xmlns:ahyp="http://schemas.microsoft.com/office/drawing/2018/hyperlinkcolor" val="tx"/>
                    </a:ext>
                  </a:extLst>
                </a:hlinkClick>
              </a:rPr>
              <a:t>Skipped</a:t>
            </a:r>
            <a:r>
              <a:rPr lang="en" sz="900" b="0" i="0" u="none" strike="noStrike" cap="none">
                <a:solidFill>
                  <a:srgbClr val="333333"/>
                </a:solidFill>
                <a:latin typeface="Calibri"/>
                <a:ea typeface="Calibri"/>
                <a:cs typeface="Calibri"/>
                <a:sym typeface="Calibri"/>
              </a:rPr>
              <a:t>: {{NON_S}}</a:t>
            </a:r>
            <a:endParaRPr sz="900" b="0" i="0" u="none" strike="noStrike" cap="none">
              <a:solidFill>
                <a:srgbClr val="333333"/>
              </a:solidFill>
              <a:latin typeface="Calibri"/>
              <a:ea typeface="Calibri"/>
              <a:cs typeface="Calibri"/>
              <a:sym typeface="Calibri"/>
            </a:endParaRPr>
          </a:p>
        </p:txBody>
      </p:sp>
      <p:sp>
        <p:nvSpPr>
          <p:cNvPr id="489" name="Google Shape;489;p51"/>
          <p:cNvSpPr txBox="1"/>
          <p:nvPr/>
        </p:nvSpPr>
        <p:spPr>
          <a:xfrm>
            <a:off x="3125493" y="3816773"/>
            <a:ext cx="2684100" cy="192600"/>
          </a:xfrm>
          <a:prstGeom prst="rect">
            <a:avLst/>
          </a:prstGeom>
          <a:noFill/>
          <a:ln>
            <a:noFill/>
          </a:ln>
        </p:spPr>
        <p:txBody>
          <a:bodyPr spcFirstLastPara="1" wrap="square" lIns="91250" tIns="91250" rIns="91250" bIns="91250"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0" i="0" u="sng" strike="noStrike" cap="none">
                <a:solidFill>
                  <a:srgbClr val="0097A7"/>
                </a:solidFill>
                <a:latin typeface="Calibri"/>
                <a:ea typeface="Calibri"/>
                <a:cs typeface="Calibri"/>
                <a:sym typeface="Calibri"/>
                <a:hlinkClick r:id="rId29">
                  <a:extLst>
                    <a:ext uri="{A12FA001-AC4F-418D-AE19-62706E023703}">
                      <ahyp:hlinkClr xmlns:ahyp="http://schemas.microsoft.com/office/drawing/2018/hyperlinkcolor" val="tx"/>
                    </a:ext>
                  </a:extLst>
                </a:hlinkClick>
              </a:rPr>
              <a:t>Container Image Scans</a:t>
            </a:r>
            <a:r>
              <a:rPr lang="en" sz="1000" b="0" i="0" u="none" strike="noStrike" cap="none">
                <a:solidFill>
                  <a:srgbClr val="333333"/>
                </a:solidFill>
                <a:latin typeface="Calibri"/>
                <a:ea typeface="Calibri"/>
                <a:cs typeface="Calibri"/>
                <a:sym typeface="Calibri"/>
              </a:rPr>
              <a:t>: {{RCI_T}}</a:t>
            </a:r>
            <a:endParaRPr sz="1000" b="0" i="0" u="none" strike="noStrike" cap="none">
              <a:solidFill>
                <a:srgbClr val="333333"/>
              </a:solidFill>
              <a:latin typeface="Calibri"/>
              <a:ea typeface="Calibri"/>
              <a:cs typeface="Calibri"/>
              <a:sym typeface="Calibri"/>
            </a:endParaRPr>
          </a:p>
        </p:txBody>
      </p:sp>
      <p:sp>
        <p:nvSpPr>
          <p:cNvPr id="490" name="Google Shape;490;p51"/>
          <p:cNvSpPr txBox="1"/>
          <p:nvPr/>
        </p:nvSpPr>
        <p:spPr>
          <a:xfrm>
            <a:off x="3121350" y="3994034"/>
            <a:ext cx="2684100" cy="207300"/>
          </a:xfrm>
          <a:prstGeom prst="rect">
            <a:avLst/>
          </a:prstGeom>
          <a:noFill/>
          <a:ln>
            <a:noFill/>
          </a:ln>
        </p:spPr>
        <p:txBody>
          <a:bodyPr spcFirstLastPara="1" wrap="square" lIns="91250" tIns="91250" rIns="91250" bIns="91250"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en" sz="900" b="0" i="0" u="sng" strike="noStrike" cap="none">
                <a:solidFill>
                  <a:srgbClr val="0097A7"/>
                </a:solidFill>
                <a:latin typeface="Calibri"/>
                <a:ea typeface="Calibri"/>
                <a:cs typeface="Calibri"/>
                <a:sym typeface="Calibri"/>
                <a:hlinkClick r:id="rId30">
                  <a:extLst>
                    <a:ext uri="{A12FA001-AC4F-418D-AE19-62706E023703}">
                      <ahyp:hlinkClr xmlns:ahyp="http://schemas.microsoft.com/office/drawing/2018/hyperlinkcolor" val="tx"/>
                    </a:ext>
                  </a:extLst>
                </a:hlinkClick>
              </a:rPr>
              <a:t>Failed</a:t>
            </a:r>
            <a:r>
              <a:rPr lang="en" sz="900" b="0" i="0" u="none" strike="noStrike" cap="none">
                <a:solidFill>
                  <a:srgbClr val="333333"/>
                </a:solidFill>
                <a:latin typeface="Calibri"/>
                <a:ea typeface="Calibri"/>
                <a:cs typeface="Calibri"/>
                <a:sym typeface="Calibri"/>
              </a:rPr>
              <a:t>: {{RCI_F}} / </a:t>
            </a:r>
            <a:r>
              <a:rPr lang="en" sz="900" b="0" i="0" u="sng" strike="noStrike" cap="none">
                <a:solidFill>
                  <a:srgbClr val="0097A7"/>
                </a:solidFill>
                <a:latin typeface="Calibri"/>
                <a:ea typeface="Calibri"/>
                <a:cs typeface="Calibri"/>
                <a:sym typeface="Calibri"/>
                <a:hlinkClick r:id="rId31">
                  <a:extLst>
                    <a:ext uri="{A12FA001-AC4F-418D-AE19-62706E023703}">
                      <ahyp:hlinkClr xmlns:ahyp="http://schemas.microsoft.com/office/drawing/2018/hyperlinkcolor" val="tx"/>
                    </a:ext>
                  </a:extLst>
                </a:hlinkClick>
              </a:rPr>
              <a:t>Skipped</a:t>
            </a:r>
            <a:r>
              <a:rPr lang="en" sz="900" b="0" i="0" u="none" strike="noStrike" cap="none">
                <a:solidFill>
                  <a:srgbClr val="333333"/>
                </a:solidFill>
                <a:latin typeface="Calibri"/>
                <a:ea typeface="Calibri"/>
                <a:cs typeface="Calibri"/>
                <a:sym typeface="Calibri"/>
              </a:rPr>
              <a:t>: {{RCI_S}}</a:t>
            </a:r>
            <a:endParaRPr sz="900" b="0" i="0" u="none" strike="noStrike" cap="none">
              <a:solidFill>
                <a:srgbClr val="333333"/>
              </a:solidFill>
              <a:latin typeface="Calibri"/>
              <a:ea typeface="Calibri"/>
              <a:cs typeface="Calibri"/>
              <a:sym typeface="Calibri"/>
            </a:endParaRPr>
          </a:p>
        </p:txBody>
      </p:sp>
      <p:sp>
        <p:nvSpPr>
          <p:cNvPr id="491" name="Google Shape;491;p51"/>
          <p:cNvSpPr txBox="1"/>
          <p:nvPr/>
        </p:nvSpPr>
        <p:spPr>
          <a:xfrm>
            <a:off x="3115085" y="4449820"/>
            <a:ext cx="2715900" cy="201600"/>
          </a:xfrm>
          <a:prstGeom prst="rect">
            <a:avLst/>
          </a:prstGeom>
          <a:noFill/>
          <a:ln>
            <a:noFill/>
          </a:ln>
        </p:spPr>
        <p:txBody>
          <a:bodyPr spcFirstLastPara="1" wrap="square" lIns="91250" tIns="91250" rIns="91250" bIns="91250"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0" i="0" u="sng" strike="noStrike" cap="none">
                <a:solidFill>
                  <a:srgbClr val="0097A7"/>
                </a:solidFill>
                <a:latin typeface="Calibri"/>
                <a:ea typeface="Calibri"/>
                <a:cs typeface="Calibri"/>
                <a:sym typeface="Calibri"/>
                <a:hlinkClick r:id="rId32">
                  <a:extLst>
                    <a:ext uri="{A12FA001-AC4F-418D-AE19-62706E023703}">
                      <ahyp:hlinkClr xmlns:ahyp="http://schemas.microsoft.com/office/drawing/2018/hyperlinkcolor" val="tx"/>
                    </a:ext>
                  </a:extLst>
                </a:hlinkClick>
              </a:rPr>
              <a:t>VM Image Scans</a:t>
            </a:r>
            <a:r>
              <a:rPr lang="en" sz="1000" b="0" i="0" u="none" strike="noStrike" cap="none">
                <a:solidFill>
                  <a:srgbClr val="333333"/>
                </a:solidFill>
                <a:latin typeface="Calibri"/>
                <a:ea typeface="Calibri"/>
                <a:cs typeface="Calibri"/>
                <a:sym typeface="Calibri"/>
              </a:rPr>
              <a:t>: {{VMI_T}}</a:t>
            </a:r>
            <a:endParaRPr sz="1000" b="0" i="0" u="none" strike="noStrike" cap="none">
              <a:solidFill>
                <a:srgbClr val="333333"/>
              </a:solidFill>
              <a:latin typeface="Calibri"/>
              <a:ea typeface="Calibri"/>
              <a:cs typeface="Calibri"/>
              <a:sym typeface="Calibri"/>
            </a:endParaRPr>
          </a:p>
        </p:txBody>
      </p:sp>
      <p:sp>
        <p:nvSpPr>
          <p:cNvPr id="492" name="Google Shape;492;p51"/>
          <p:cNvSpPr txBox="1"/>
          <p:nvPr/>
        </p:nvSpPr>
        <p:spPr>
          <a:xfrm>
            <a:off x="3132188" y="4624320"/>
            <a:ext cx="2684100" cy="207300"/>
          </a:xfrm>
          <a:prstGeom prst="rect">
            <a:avLst/>
          </a:prstGeom>
          <a:noFill/>
          <a:ln>
            <a:noFill/>
          </a:ln>
        </p:spPr>
        <p:txBody>
          <a:bodyPr spcFirstLastPara="1" wrap="square" lIns="91250" tIns="91250" rIns="91250" bIns="91250"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en" sz="900" b="0" i="0" u="sng" strike="noStrike" cap="none">
                <a:solidFill>
                  <a:srgbClr val="0097A7"/>
                </a:solidFill>
                <a:latin typeface="Calibri"/>
                <a:ea typeface="Calibri"/>
                <a:cs typeface="Calibri"/>
                <a:sym typeface="Calibri"/>
                <a:hlinkClick r:id="rId33">
                  <a:extLst>
                    <a:ext uri="{A12FA001-AC4F-418D-AE19-62706E023703}">
                      <ahyp:hlinkClr xmlns:ahyp="http://schemas.microsoft.com/office/drawing/2018/hyperlinkcolor" val="tx"/>
                    </a:ext>
                  </a:extLst>
                </a:hlinkClick>
              </a:rPr>
              <a:t>Failed</a:t>
            </a:r>
            <a:r>
              <a:rPr lang="en" sz="900" b="0" i="0" u="none" strike="noStrike" cap="none">
                <a:solidFill>
                  <a:srgbClr val="333333"/>
                </a:solidFill>
                <a:latin typeface="Calibri"/>
                <a:ea typeface="Calibri"/>
                <a:cs typeface="Calibri"/>
                <a:sym typeface="Calibri"/>
              </a:rPr>
              <a:t>: {{VMI_F}} / </a:t>
            </a:r>
            <a:r>
              <a:rPr lang="en" sz="900" b="0" i="0" u="sng" strike="noStrike" cap="none">
                <a:solidFill>
                  <a:srgbClr val="0097A7"/>
                </a:solidFill>
                <a:latin typeface="Calibri"/>
                <a:ea typeface="Calibri"/>
                <a:cs typeface="Calibri"/>
                <a:sym typeface="Calibri"/>
                <a:hlinkClick r:id="rId34">
                  <a:extLst>
                    <a:ext uri="{A12FA001-AC4F-418D-AE19-62706E023703}">
                      <ahyp:hlinkClr xmlns:ahyp="http://schemas.microsoft.com/office/drawing/2018/hyperlinkcolor" val="tx"/>
                    </a:ext>
                  </a:extLst>
                </a:hlinkClick>
              </a:rPr>
              <a:t>Skipped</a:t>
            </a:r>
            <a:r>
              <a:rPr lang="en" sz="900" b="0" i="0" u="none" strike="noStrike" cap="none">
                <a:solidFill>
                  <a:srgbClr val="333333"/>
                </a:solidFill>
                <a:latin typeface="Calibri"/>
                <a:ea typeface="Calibri"/>
                <a:cs typeface="Calibri"/>
                <a:sym typeface="Calibri"/>
              </a:rPr>
              <a:t>: {{VMI_S}}</a:t>
            </a:r>
            <a:endParaRPr sz="900" b="0" i="0" u="none" strike="noStrike" cap="none">
              <a:solidFill>
                <a:srgbClr val="333333"/>
              </a:solidFill>
              <a:latin typeface="Calibri"/>
              <a:ea typeface="Calibri"/>
              <a:cs typeface="Calibri"/>
              <a:sym typeface="Calibri"/>
            </a:endParaRPr>
          </a:p>
        </p:txBody>
      </p:sp>
      <p:sp>
        <p:nvSpPr>
          <p:cNvPr id="493" name="Google Shape;493;p51"/>
          <p:cNvSpPr txBox="1"/>
          <p:nvPr/>
        </p:nvSpPr>
        <p:spPr>
          <a:xfrm>
            <a:off x="3121555" y="3532304"/>
            <a:ext cx="2701800" cy="207300"/>
          </a:xfrm>
          <a:prstGeom prst="rect">
            <a:avLst/>
          </a:prstGeom>
          <a:noFill/>
          <a:ln>
            <a:noFill/>
          </a:ln>
        </p:spPr>
        <p:txBody>
          <a:bodyPr spcFirstLastPara="1" wrap="square" lIns="91250" tIns="91250" rIns="91250" bIns="91250"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en" sz="900" b="0" i="0" u="none" strike="noStrike" cap="none">
                <a:solidFill>
                  <a:srgbClr val="333333"/>
                </a:solidFill>
                <a:latin typeface="Calibri"/>
                <a:ea typeface="Calibri"/>
                <a:cs typeface="Calibri"/>
                <a:sym typeface="Calibri"/>
              </a:rPr>
              <a:t>Non-OS Disk Scan Coverage: {{NON_C}}</a:t>
            </a:r>
            <a:endParaRPr sz="900" b="0" i="0" u="none" strike="noStrike" cap="none">
              <a:solidFill>
                <a:srgbClr val="333333"/>
              </a:solidFill>
              <a:latin typeface="Calibri"/>
              <a:ea typeface="Calibri"/>
              <a:cs typeface="Calibri"/>
              <a:sym typeface="Calibri"/>
            </a:endParaRPr>
          </a:p>
        </p:txBody>
      </p:sp>
      <p:sp>
        <p:nvSpPr>
          <p:cNvPr id="494" name="Google Shape;494;p51"/>
          <p:cNvSpPr txBox="1"/>
          <p:nvPr/>
        </p:nvSpPr>
        <p:spPr>
          <a:xfrm>
            <a:off x="3116240" y="4171296"/>
            <a:ext cx="2715900" cy="201600"/>
          </a:xfrm>
          <a:prstGeom prst="rect">
            <a:avLst/>
          </a:prstGeom>
          <a:noFill/>
          <a:ln>
            <a:noFill/>
          </a:ln>
        </p:spPr>
        <p:txBody>
          <a:bodyPr spcFirstLastPara="1" wrap="square" lIns="0" tIns="91250" rIns="0" bIns="91250"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en" sz="900" b="0" i="0" u="none" strike="noStrike" cap="none">
                <a:solidFill>
                  <a:srgbClr val="333333"/>
                </a:solidFill>
                <a:latin typeface="Calibri"/>
                <a:ea typeface="Calibri"/>
                <a:cs typeface="Calibri"/>
                <a:sym typeface="Calibri"/>
              </a:rPr>
              <a:t>Container Image Scan Coverage: {{RCI_C}}</a:t>
            </a:r>
            <a:endParaRPr sz="900" b="0" i="0" u="none" strike="noStrike" cap="none">
              <a:solidFill>
                <a:srgbClr val="333333"/>
              </a:solidFill>
              <a:latin typeface="Calibri"/>
              <a:ea typeface="Calibri"/>
              <a:cs typeface="Calibri"/>
              <a:sym typeface="Calibri"/>
            </a:endParaRPr>
          </a:p>
        </p:txBody>
      </p:sp>
      <p:sp>
        <p:nvSpPr>
          <p:cNvPr id="495" name="Google Shape;495;p51"/>
          <p:cNvSpPr txBox="1"/>
          <p:nvPr/>
        </p:nvSpPr>
        <p:spPr>
          <a:xfrm>
            <a:off x="3114023" y="4798820"/>
            <a:ext cx="2742900" cy="207300"/>
          </a:xfrm>
          <a:prstGeom prst="rect">
            <a:avLst/>
          </a:prstGeom>
          <a:noFill/>
          <a:ln>
            <a:noFill/>
          </a:ln>
        </p:spPr>
        <p:txBody>
          <a:bodyPr spcFirstLastPara="1" wrap="square" lIns="91250" tIns="91250" rIns="91250" bIns="91250"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en" sz="900" b="0" i="0" u="none" strike="noStrike" cap="none">
                <a:solidFill>
                  <a:srgbClr val="333333"/>
                </a:solidFill>
                <a:latin typeface="Calibri"/>
                <a:ea typeface="Calibri"/>
                <a:cs typeface="Calibri"/>
                <a:sym typeface="Calibri"/>
              </a:rPr>
              <a:t>VM Image Scan Coverage: {{VMI_C}}</a:t>
            </a:r>
            <a:endParaRPr sz="900" b="0" i="0" u="none" strike="noStrike" cap="none">
              <a:solidFill>
                <a:srgbClr val="333333"/>
              </a:solidFill>
              <a:latin typeface="Calibri"/>
              <a:ea typeface="Calibri"/>
              <a:cs typeface="Calibri"/>
              <a:sym typeface="Calibri"/>
            </a:endParaRPr>
          </a:p>
        </p:txBody>
      </p:sp>
      <p:sp>
        <p:nvSpPr>
          <p:cNvPr id="3" name="Google Shape;473;p51">
            <a:extLst>
              <a:ext uri="{FF2B5EF4-FFF2-40B4-BE49-F238E27FC236}">
                <a16:creationId xmlns:a16="http://schemas.microsoft.com/office/drawing/2014/main" id="{D3CCA7BC-5C8C-64A8-3E89-8946581ECE8D}"/>
              </a:ext>
            </a:extLst>
          </p:cNvPr>
          <p:cNvSpPr txBox="1"/>
          <p:nvPr/>
        </p:nvSpPr>
        <p:spPr>
          <a:xfrm>
            <a:off x="3092446" y="2131817"/>
            <a:ext cx="3171034" cy="207300"/>
          </a:xfrm>
          <a:prstGeom prst="rect">
            <a:avLst/>
          </a:prstGeom>
          <a:noFill/>
          <a:ln>
            <a:noFill/>
          </a:ln>
        </p:spPr>
        <p:txBody>
          <a:bodyPr spcFirstLastPara="1" wrap="square" lIns="91250" tIns="91250" rIns="91250" bIns="91250" anchor="t" anchorCtr="0">
            <a:noAutofit/>
          </a:bodyPr>
          <a:lstStyle/>
          <a:p>
            <a:pPr marL="0" marR="0" lvl="0" indent="0" algn="ctr" rtl="0">
              <a:spcBef>
                <a:spcPts val="0"/>
              </a:spcBef>
              <a:spcAft>
                <a:spcPts val="0"/>
              </a:spcAft>
              <a:buClr>
                <a:srgbClr val="000000"/>
              </a:buClr>
              <a:buSzPts val="1000"/>
              <a:buFont typeface="Arial"/>
              <a:buNone/>
            </a:pPr>
            <a:r>
              <a:rPr lang="en" sz="900" b="0" i="0" u="none" strike="noStrike" cap="none" dirty="0">
                <a:solidFill>
                  <a:srgbClr val="333333"/>
                </a:solidFill>
                <a:latin typeface="Calibri"/>
                <a:ea typeface="Calibri"/>
                <a:cs typeface="Calibri"/>
                <a:sym typeface="Calibri"/>
              </a:rPr>
              <a:t>Top Failure Reason: </a:t>
            </a:r>
            <a:br>
              <a:rPr lang="en" sz="900" b="0" i="0" u="none" strike="noStrike" cap="none" dirty="0">
                <a:solidFill>
                  <a:srgbClr val="333333"/>
                </a:solidFill>
                <a:latin typeface="Calibri"/>
                <a:ea typeface="Calibri"/>
                <a:cs typeface="Calibri"/>
                <a:sym typeface="Calibri"/>
              </a:rPr>
            </a:br>
            <a:r>
              <a:rPr lang="en" sz="900" b="0" i="0" u="none" strike="noStrike" cap="none" dirty="0">
                <a:solidFill>
                  <a:srgbClr val="333333"/>
                </a:solidFill>
                <a:latin typeface="Calibri"/>
                <a:ea typeface="Calibri"/>
                <a:cs typeface="Calibri"/>
                <a:sym typeface="Calibri"/>
              </a:rPr>
              <a:t>{{WS_S1}}</a:t>
            </a:r>
            <a:endParaRPr sz="900" b="0" i="0" u="none" strike="noStrike" cap="none" dirty="0">
              <a:solidFill>
                <a:srgbClr val="333333"/>
              </a:solidFill>
              <a:latin typeface="Calibri"/>
              <a:ea typeface="Calibri"/>
              <a:cs typeface="Calibri"/>
              <a:sym typeface="Calibri"/>
            </a:endParaRPr>
          </a:p>
        </p:txBody>
      </p:sp>
      <p:sp>
        <p:nvSpPr>
          <p:cNvPr id="4" name="Google Shape;472;p51">
            <a:extLst>
              <a:ext uri="{FF2B5EF4-FFF2-40B4-BE49-F238E27FC236}">
                <a16:creationId xmlns:a16="http://schemas.microsoft.com/office/drawing/2014/main" id="{ADFD464D-5F95-C6CE-5742-579822A4A499}"/>
              </a:ext>
            </a:extLst>
          </p:cNvPr>
          <p:cNvSpPr txBox="1"/>
          <p:nvPr/>
        </p:nvSpPr>
        <p:spPr>
          <a:xfrm>
            <a:off x="3084890" y="1493623"/>
            <a:ext cx="3183206" cy="207300"/>
          </a:xfrm>
          <a:prstGeom prst="rect">
            <a:avLst/>
          </a:prstGeom>
          <a:noFill/>
          <a:ln>
            <a:noFill/>
          </a:ln>
        </p:spPr>
        <p:txBody>
          <a:bodyPr spcFirstLastPara="1" wrap="square" lIns="91250" tIns="91250" rIns="91250" bIns="91250" anchor="t" anchorCtr="0">
            <a:noAutofit/>
          </a:bodyPr>
          <a:lstStyle/>
          <a:p>
            <a:pPr marL="0" marR="0" lvl="0" indent="0" algn="ctr" rtl="0">
              <a:lnSpc>
                <a:spcPct val="150000"/>
              </a:lnSpc>
              <a:spcBef>
                <a:spcPts val="0"/>
              </a:spcBef>
              <a:spcAft>
                <a:spcPts val="0"/>
              </a:spcAft>
              <a:buClr>
                <a:srgbClr val="000000"/>
              </a:buClr>
              <a:buSzPts val="1000"/>
              <a:buFont typeface="Arial"/>
              <a:buNone/>
            </a:pPr>
            <a:r>
              <a:rPr lang="en" sz="1000" b="0" i="0" u="sng" strike="noStrike" cap="none" dirty="0">
                <a:solidFill>
                  <a:schemeClr val="hlink"/>
                </a:solidFill>
                <a:latin typeface="Calibri"/>
                <a:ea typeface="Calibri"/>
                <a:cs typeface="Calibri"/>
                <a:sym typeface="Calibri"/>
                <a:hlinkClick r:id="rId35"/>
              </a:rPr>
              <a:t>Failed Workload Scans</a:t>
            </a:r>
            <a:r>
              <a:rPr lang="en" sz="1000" b="0" i="0" u="none" strike="noStrike" cap="none" dirty="0">
                <a:solidFill>
                  <a:srgbClr val="333333"/>
                </a:solidFill>
                <a:latin typeface="Calibri"/>
                <a:ea typeface="Calibri"/>
                <a:cs typeface="Calibri"/>
                <a:sym typeface="Calibri"/>
              </a:rPr>
              <a:t>: {{WS_F}}</a:t>
            </a:r>
            <a:endParaRPr sz="1000" b="0" i="0" u="none" strike="noStrike" cap="none" dirty="0">
              <a:solidFill>
                <a:srgbClr val="333333"/>
              </a:solidFill>
              <a:latin typeface="Calibri"/>
              <a:ea typeface="Calibri"/>
              <a:cs typeface="Calibri"/>
              <a:sym typeface="Calibri"/>
            </a:endParaRPr>
          </a:p>
        </p:txBody>
      </p:sp>
      <p:sp>
        <p:nvSpPr>
          <p:cNvPr id="5" name="Google Shape;472;p51">
            <a:extLst>
              <a:ext uri="{FF2B5EF4-FFF2-40B4-BE49-F238E27FC236}">
                <a16:creationId xmlns:a16="http://schemas.microsoft.com/office/drawing/2014/main" id="{9B293F5D-041A-56DE-A085-0A24241B2365}"/>
              </a:ext>
            </a:extLst>
          </p:cNvPr>
          <p:cNvSpPr txBox="1"/>
          <p:nvPr/>
        </p:nvSpPr>
        <p:spPr>
          <a:xfrm>
            <a:off x="3084888" y="1690664"/>
            <a:ext cx="3183206" cy="207300"/>
          </a:xfrm>
          <a:prstGeom prst="rect">
            <a:avLst/>
          </a:prstGeom>
          <a:noFill/>
          <a:ln>
            <a:noFill/>
          </a:ln>
        </p:spPr>
        <p:txBody>
          <a:bodyPr spcFirstLastPara="1" wrap="square" lIns="91250" tIns="91250" rIns="91250" bIns="91250" anchor="t" anchorCtr="0">
            <a:noAutofit/>
          </a:bodyPr>
          <a:lstStyle/>
          <a:p>
            <a:pPr marL="0" marR="0" lvl="0" indent="0" algn="ctr" rtl="0">
              <a:lnSpc>
                <a:spcPct val="150000"/>
              </a:lnSpc>
              <a:spcBef>
                <a:spcPts val="0"/>
              </a:spcBef>
              <a:spcAft>
                <a:spcPts val="0"/>
              </a:spcAft>
              <a:buClr>
                <a:srgbClr val="000000"/>
              </a:buClr>
              <a:buSzPts val="1000"/>
              <a:buFont typeface="Arial"/>
              <a:buNone/>
            </a:pPr>
            <a:r>
              <a:rPr lang="en" sz="1000" u="sng" dirty="0">
                <a:solidFill>
                  <a:schemeClr val="hlink"/>
                </a:solidFill>
                <a:latin typeface="Calibri"/>
                <a:ea typeface="Calibri"/>
                <a:cs typeface="Calibri"/>
                <a:sym typeface="Calibri"/>
                <a:hlinkClick r:id="rId36"/>
              </a:rPr>
              <a:t>Skipped</a:t>
            </a:r>
            <a:r>
              <a:rPr lang="en" sz="1000" b="0" i="0" u="sng" strike="noStrike" cap="none" dirty="0">
                <a:solidFill>
                  <a:schemeClr val="hlink"/>
                </a:solidFill>
                <a:latin typeface="Calibri"/>
                <a:ea typeface="Calibri"/>
                <a:cs typeface="Calibri"/>
                <a:sym typeface="Calibri"/>
                <a:hlinkClick r:id="rId36"/>
              </a:rPr>
              <a:t> Workload Scans</a:t>
            </a:r>
            <a:r>
              <a:rPr lang="en" sz="1000" b="0" i="0" u="none" strike="noStrike" cap="none" dirty="0">
                <a:solidFill>
                  <a:srgbClr val="333333"/>
                </a:solidFill>
                <a:latin typeface="Calibri"/>
                <a:ea typeface="Calibri"/>
                <a:cs typeface="Calibri"/>
                <a:sym typeface="Calibri"/>
              </a:rPr>
              <a:t>: {{WS_S}}</a:t>
            </a:r>
            <a:endParaRPr sz="1000" b="0" i="0" u="none" strike="noStrike" cap="none" dirty="0">
              <a:solidFill>
                <a:srgbClr val="333333"/>
              </a:solidFill>
              <a:latin typeface="Calibri"/>
              <a:ea typeface="Calibri"/>
              <a:cs typeface="Calibri"/>
              <a:sym typeface="Calibri"/>
            </a:endParaRPr>
          </a:p>
        </p:txBody>
      </p:sp>
      <p:sp>
        <p:nvSpPr>
          <p:cNvPr id="6" name="Google Shape;472;p51">
            <a:extLst>
              <a:ext uri="{FF2B5EF4-FFF2-40B4-BE49-F238E27FC236}">
                <a16:creationId xmlns:a16="http://schemas.microsoft.com/office/drawing/2014/main" id="{407A4C8C-27D1-4DD1-9A1D-17C2B3042FD4}"/>
              </a:ext>
            </a:extLst>
          </p:cNvPr>
          <p:cNvSpPr txBox="1"/>
          <p:nvPr/>
        </p:nvSpPr>
        <p:spPr>
          <a:xfrm>
            <a:off x="3084893" y="1887704"/>
            <a:ext cx="3183206" cy="207300"/>
          </a:xfrm>
          <a:prstGeom prst="rect">
            <a:avLst/>
          </a:prstGeom>
          <a:noFill/>
          <a:ln>
            <a:noFill/>
          </a:ln>
        </p:spPr>
        <p:txBody>
          <a:bodyPr spcFirstLastPara="1" wrap="square" lIns="91250" tIns="91250" rIns="91250" bIns="91250" anchor="t" anchorCtr="0">
            <a:noAutofit/>
          </a:bodyPr>
          <a:lstStyle/>
          <a:p>
            <a:pPr marL="0" marR="0" lvl="0" indent="0" algn="ctr" rtl="0">
              <a:lnSpc>
                <a:spcPct val="150000"/>
              </a:lnSpc>
              <a:spcBef>
                <a:spcPts val="0"/>
              </a:spcBef>
              <a:spcAft>
                <a:spcPts val="0"/>
              </a:spcAft>
              <a:buClr>
                <a:srgbClr val="000000"/>
              </a:buClr>
              <a:buSzPts val="1000"/>
              <a:buFont typeface="Arial"/>
              <a:buNone/>
            </a:pPr>
            <a:r>
              <a:rPr lang="en" sz="1000" dirty="0">
                <a:solidFill>
                  <a:schemeClr val="tx1"/>
                </a:solidFill>
                <a:latin typeface="Calibri"/>
                <a:ea typeface="Calibri"/>
                <a:cs typeface="Calibri"/>
                <a:sym typeface="Calibri"/>
              </a:rPr>
              <a:t>Workload Scan Coverage</a:t>
            </a:r>
            <a:r>
              <a:rPr lang="en" sz="1000" b="0" i="0" u="none" strike="noStrike" cap="none" dirty="0">
                <a:solidFill>
                  <a:srgbClr val="333333"/>
                </a:solidFill>
                <a:latin typeface="Calibri"/>
                <a:ea typeface="Calibri"/>
                <a:cs typeface="Calibri"/>
                <a:sym typeface="Calibri"/>
              </a:rPr>
              <a:t>: {{WS_P}}</a:t>
            </a:r>
            <a:endParaRPr sz="1000" b="0" i="0" u="none" strike="noStrike" cap="none" dirty="0">
              <a:solidFill>
                <a:srgbClr val="333333"/>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00"/>
        <p:cNvGrpSpPr/>
        <p:nvPr/>
      </p:nvGrpSpPr>
      <p:grpSpPr>
        <a:xfrm>
          <a:off x="0" y="0"/>
          <a:ext cx="0" cy="0"/>
          <a:chOff x="0" y="0"/>
          <a:chExt cx="0" cy="0"/>
        </a:xfrm>
      </p:grpSpPr>
      <p:sp>
        <p:nvSpPr>
          <p:cNvPr id="501" name="Google Shape;501;p52"/>
          <p:cNvSpPr txBox="1">
            <a:spLocks noGrp="1"/>
          </p:cNvSpPr>
          <p:nvPr>
            <p:ph type="title" idx="4294967295"/>
          </p:nvPr>
        </p:nvSpPr>
        <p:spPr>
          <a:xfrm>
            <a:off x="150" y="266150"/>
            <a:ext cx="9144000" cy="367200"/>
          </a:xfrm>
          <a:prstGeom prst="rect">
            <a:avLst/>
          </a:prstGeom>
          <a:noFill/>
          <a:ln>
            <a:noFill/>
          </a:ln>
        </p:spPr>
        <p:txBody>
          <a:bodyPr spcFirstLastPara="1" wrap="square" lIns="68575" tIns="34275" rIns="68575" bIns="34275" anchor="ctr" anchorCtr="0">
            <a:noAutofit/>
          </a:bodyPr>
          <a:lstStyle/>
          <a:p>
            <a:pPr marL="0" lvl="0" indent="0" algn="ctr" rtl="0">
              <a:lnSpc>
                <a:spcPct val="90000"/>
              </a:lnSpc>
              <a:spcBef>
                <a:spcPts val="0"/>
              </a:spcBef>
              <a:spcAft>
                <a:spcPts val="0"/>
              </a:spcAft>
              <a:buClr>
                <a:schemeClr val="dk1"/>
              </a:buClr>
              <a:buSzPts val="1800"/>
              <a:buFont typeface="DM Sans"/>
              <a:buNone/>
            </a:pPr>
            <a:r>
              <a:rPr lang="en" sz="2420">
                <a:latin typeface="Calibri"/>
                <a:ea typeface="Calibri"/>
                <a:cs typeface="Calibri"/>
                <a:sym typeface="Calibri"/>
              </a:rPr>
              <a:t>Democratization Snapshot</a:t>
            </a:r>
            <a:endParaRPr sz="2420">
              <a:latin typeface="Calibri"/>
              <a:ea typeface="Calibri"/>
              <a:cs typeface="Calibri"/>
              <a:sym typeface="Calibri"/>
            </a:endParaRPr>
          </a:p>
        </p:txBody>
      </p:sp>
      <p:sp>
        <p:nvSpPr>
          <p:cNvPr id="502" name="Google Shape;502;p52"/>
          <p:cNvSpPr/>
          <p:nvPr/>
        </p:nvSpPr>
        <p:spPr>
          <a:xfrm>
            <a:off x="145225" y="1212546"/>
            <a:ext cx="2401200" cy="953400"/>
          </a:xfrm>
          <a:prstGeom prst="roundRect">
            <a:avLst>
              <a:gd name="adj" fmla="val 16667"/>
            </a:avLst>
          </a:prstGeom>
          <a:noFill/>
          <a:ln w="9650" cap="sq" cmpd="sng">
            <a:solidFill>
              <a:schemeClr val="accent1"/>
            </a:solidFill>
            <a:prstDash val="solid"/>
            <a:round/>
            <a:headEnd type="none" w="sm" len="sm"/>
            <a:tailEnd type="none" w="sm" len="sm"/>
          </a:ln>
        </p:spPr>
        <p:txBody>
          <a:bodyPr spcFirstLastPara="1" wrap="square" lIns="92600" tIns="92600" rIns="92600" bIns="926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503" name="Google Shape;503;p52"/>
          <p:cNvSpPr txBox="1"/>
          <p:nvPr/>
        </p:nvSpPr>
        <p:spPr>
          <a:xfrm>
            <a:off x="145225" y="914076"/>
            <a:ext cx="2401200" cy="303900"/>
          </a:xfrm>
          <a:prstGeom prst="rect">
            <a:avLst/>
          </a:prstGeom>
          <a:noFill/>
          <a:ln>
            <a:noFill/>
          </a:ln>
        </p:spPr>
        <p:txBody>
          <a:bodyPr spcFirstLastPara="1" wrap="square" lIns="92600" tIns="92600" rIns="92600" bIns="92600"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 sz="1300" b="0" i="0" u="none" strike="noStrike" cap="none">
                <a:solidFill>
                  <a:srgbClr val="333333"/>
                </a:solidFill>
                <a:latin typeface="Calibri"/>
                <a:ea typeface="Calibri"/>
                <a:cs typeface="Calibri"/>
                <a:sym typeface="Calibri"/>
              </a:rPr>
              <a:t>Users &amp; Engagement</a:t>
            </a:r>
            <a:endParaRPr sz="1300" b="0" i="0" u="none" strike="noStrike" cap="none">
              <a:solidFill>
                <a:srgbClr val="333333"/>
              </a:solidFill>
              <a:latin typeface="Calibri"/>
              <a:ea typeface="Calibri"/>
              <a:cs typeface="Calibri"/>
              <a:sym typeface="Calibri"/>
            </a:endParaRPr>
          </a:p>
        </p:txBody>
      </p:sp>
      <p:sp>
        <p:nvSpPr>
          <p:cNvPr id="504" name="Google Shape;504;p52"/>
          <p:cNvSpPr txBox="1"/>
          <p:nvPr/>
        </p:nvSpPr>
        <p:spPr>
          <a:xfrm>
            <a:off x="178750" y="1248140"/>
            <a:ext cx="1723200" cy="172500"/>
          </a:xfrm>
          <a:prstGeom prst="rect">
            <a:avLst/>
          </a:prstGeom>
          <a:noFill/>
          <a:ln>
            <a:noFill/>
          </a:ln>
        </p:spPr>
        <p:txBody>
          <a:bodyPr spcFirstLastPara="1" wrap="square" lIns="92600" tIns="92600" rIns="92600" bIns="92600" anchor="t" anchorCtr="0">
            <a:noAutofit/>
          </a:bodyPr>
          <a:lstStyle/>
          <a:p>
            <a:pPr marL="0" marR="0" lvl="0" indent="0" algn="l" rtl="0">
              <a:lnSpc>
                <a:spcPct val="150000"/>
              </a:lnSpc>
              <a:spcBef>
                <a:spcPts val="0"/>
              </a:spcBef>
              <a:spcAft>
                <a:spcPts val="0"/>
              </a:spcAft>
              <a:buClr>
                <a:srgbClr val="000000"/>
              </a:buClr>
              <a:buSzPts val="1000"/>
              <a:buFont typeface="Arial"/>
              <a:buNone/>
            </a:pPr>
            <a:r>
              <a:rPr lang="en" sz="1000" b="0" i="0" u="sng" strike="noStrike" cap="none">
                <a:solidFill>
                  <a:schemeClr val="hlink"/>
                </a:solidFill>
                <a:latin typeface="Calibri"/>
                <a:ea typeface="Calibri"/>
                <a:cs typeface="Calibri"/>
                <a:sym typeface="Calibri"/>
                <a:hlinkClick r:id="rId3"/>
              </a:rPr>
              <a:t>Total Users</a:t>
            </a:r>
            <a:endParaRPr sz="1000" b="0" i="0" u="none" strike="noStrike" cap="none">
              <a:solidFill>
                <a:srgbClr val="0254EC"/>
              </a:solidFill>
              <a:latin typeface="Calibri"/>
              <a:ea typeface="Calibri"/>
              <a:cs typeface="Calibri"/>
              <a:sym typeface="Calibri"/>
            </a:endParaRPr>
          </a:p>
        </p:txBody>
      </p:sp>
      <p:sp>
        <p:nvSpPr>
          <p:cNvPr id="505" name="Google Shape;505;p52"/>
          <p:cNvSpPr txBox="1"/>
          <p:nvPr/>
        </p:nvSpPr>
        <p:spPr>
          <a:xfrm>
            <a:off x="1496720" y="1248135"/>
            <a:ext cx="953400" cy="172500"/>
          </a:xfrm>
          <a:prstGeom prst="rect">
            <a:avLst/>
          </a:prstGeom>
          <a:noFill/>
          <a:ln>
            <a:noFill/>
          </a:ln>
        </p:spPr>
        <p:txBody>
          <a:bodyPr spcFirstLastPara="1" wrap="square" lIns="92600" tIns="92600" rIns="92600" bIns="92600" anchor="t" anchorCtr="0">
            <a:noAutofit/>
          </a:bodyPr>
          <a:lstStyle/>
          <a:p>
            <a:pPr marL="0" marR="0" lvl="0" indent="0" algn="r" rtl="0">
              <a:lnSpc>
                <a:spcPct val="150000"/>
              </a:lnSpc>
              <a:spcBef>
                <a:spcPts val="0"/>
              </a:spcBef>
              <a:spcAft>
                <a:spcPts val="0"/>
              </a:spcAft>
              <a:buClr>
                <a:srgbClr val="000000"/>
              </a:buClr>
              <a:buSzPts val="1000"/>
              <a:buFont typeface="Arial"/>
              <a:buNone/>
            </a:pPr>
            <a:r>
              <a:rPr lang="en" sz="1000" b="1" i="0" u="none" strike="noStrike" cap="none">
                <a:solidFill>
                  <a:srgbClr val="333333"/>
                </a:solidFill>
                <a:latin typeface="Calibri"/>
                <a:ea typeface="Calibri"/>
                <a:cs typeface="Calibri"/>
                <a:sym typeface="Calibri"/>
              </a:rPr>
              <a:t>{{U_TOT}}</a:t>
            </a:r>
            <a:endParaRPr sz="1000" b="1" i="0" u="none" strike="noStrike" cap="none">
              <a:solidFill>
                <a:srgbClr val="333333"/>
              </a:solidFill>
              <a:latin typeface="Calibri"/>
              <a:ea typeface="Calibri"/>
              <a:cs typeface="Calibri"/>
              <a:sym typeface="Calibri"/>
            </a:endParaRPr>
          </a:p>
        </p:txBody>
      </p:sp>
      <p:sp>
        <p:nvSpPr>
          <p:cNvPr id="506" name="Google Shape;506;p52"/>
          <p:cNvSpPr txBox="1"/>
          <p:nvPr/>
        </p:nvSpPr>
        <p:spPr>
          <a:xfrm>
            <a:off x="178750" y="1430476"/>
            <a:ext cx="1723200" cy="172500"/>
          </a:xfrm>
          <a:prstGeom prst="rect">
            <a:avLst/>
          </a:prstGeom>
          <a:noFill/>
          <a:ln>
            <a:noFill/>
          </a:ln>
        </p:spPr>
        <p:txBody>
          <a:bodyPr spcFirstLastPara="1" wrap="square" lIns="92600" tIns="92600" rIns="92600" bIns="92600" anchor="t" anchorCtr="0">
            <a:noAutofit/>
          </a:bodyPr>
          <a:lstStyle/>
          <a:p>
            <a:pPr marL="0" marR="0" lvl="0" indent="0" algn="l" rtl="0">
              <a:lnSpc>
                <a:spcPct val="150000"/>
              </a:lnSpc>
              <a:spcBef>
                <a:spcPts val="0"/>
              </a:spcBef>
              <a:spcAft>
                <a:spcPts val="0"/>
              </a:spcAft>
              <a:buClr>
                <a:srgbClr val="000000"/>
              </a:buClr>
              <a:buSzPts val="1000"/>
              <a:buFont typeface="Arial"/>
              <a:buNone/>
            </a:pPr>
            <a:r>
              <a:rPr lang="en" sz="1000" b="0" i="0" u="sng" strike="noStrike" cap="none">
                <a:solidFill>
                  <a:schemeClr val="hlink"/>
                </a:solidFill>
                <a:latin typeface="Calibri"/>
                <a:ea typeface="Calibri"/>
                <a:cs typeface="Calibri"/>
                <a:sym typeface="Calibri"/>
                <a:hlinkClick r:id="rId4"/>
              </a:rPr>
              <a:t>Active (Last 30 Days)</a:t>
            </a:r>
            <a:endParaRPr sz="1000" b="0" i="0" u="none" strike="noStrike" cap="none">
              <a:solidFill>
                <a:srgbClr val="0254EC"/>
              </a:solidFill>
              <a:latin typeface="Calibri"/>
              <a:ea typeface="Calibri"/>
              <a:cs typeface="Calibri"/>
              <a:sym typeface="Calibri"/>
            </a:endParaRPr>
          </a:p>
        </p:txBody>
      </p:sp>
      <p:sp>
        <p:nvSpPr>
          <p:cNvPr id="507" name="Google Shape;507;p52"/>
          <p:cNvSpPr txBox="1"/>
          <p:nvPr/>
        </p:nvSpPr>
        <p:spPr>
          <a:xfrm>
            <a:off x="1496720" y="1430472"/>
            <a:ext cx="953400" cy="172500"/>
          </a:xfrm>
          <a:prstGeom prst="rect">
            <a:avLst/>
          </a:prstGeom>
          <a:noFill/>
          <a:ln>
            <a:noFill/>
          </a:ln>
        </p:spPr>
        <p:txBody>
          <a:bodyPr spcFirstLastPara="1" wrap="square" lIns="92600" tIns="92600" rIns="92600" bIns="92600" anchor="t" anchorCtr="0">
            <a:noAutofit/>
          </a:bodyPr>
          <a:lstStyle/>
          <a:p>
            <a:pPr marL="0" marR="0" lvl="0" indent="0" algn="r" rtl="0">
              <a:lnSpc>
                <a:spcPct val="150000"/>
              </a:lnSpc>
              <a:spcBef>
                <a:spcPts val="0"/>
              </a:spcBef>
              <a:spcAft>
                <a:spcPts val="0"/>
              </a:spcAft>
              <a:buClr>
                <a:srgbClr val="000000"/>
              </a:buClr>
              <a:buSzPts val="1000"/>
              <a:buFont typeface="Arial"/>
              <a:buNone/>
            </a:pPr>
            <a:r>
              <a:rPr lang="en" sz="1000" b="1" i="0" u="none" strike="noStrike" cap="none">
                <a:solidFill>
                  <a:srgbClr val="333333"/>
                </a:solidFill>
                <a:latin typeface="Calibri"/>
                <a:ea typeface="Calibri"/>
                <a:cs typeface="Calibri"/>
                <a:sym typeface="Calibri"/>
              </a:rPr>
              <a:t>{{U_ACT}}</a:t>
            </a:r>
            <a:endParaRPr sz="1000" b="1" i="0" u="none" strike="noStrike" cap="none">
              <a:solidFill>
                <a:srgbClr val="333333"/>
              </a:solidFill>
              <a:latin typeface="Calibri"/>
              <a:ea typeface="Calibri"/>
              <a:cs typeface="Calibri"/>
              <a:sym typeface="Calibri"/>
            </a:endParaRPr>
          </a:p>
        </p:txBody>
      </p:sp>
      <p:sp>
        <p:nvSpPr>
          <p:cNvPr id="508" name="Google Shape;508;p52"/>
          <p:cNvSpPr txBox="1"/>
          <p:nvPr/>
        </p:nvSpPr>
        <p:spPr>
          <a:xfrm>
            <a:off x="178750" y="1612811"/>
            <a:ext cx="1723200" cy="172500"/>
          </a:xfrm>
          <a:prstGeom prst="rect">
            <a:avLst/>
          </a:prstGeom>
          <a:noFill/>
          <a:ln>
            <a:noFill/>
          </a:ln>
        </p:spPr>
        <p:txBody>
          <a:bodyPr spcFirstLastPara="1" wrap="square" lIns="92600" tIns="92600" rIns="92600" bIns="92600" anchor="t" anchorCtr="0">
            <a:noAutofit/>
          </a:bodyPr>
          <a:lstStyle/>
          <a:p>
            <a:pPr marL="0" marR="0" lvl="0" indent="0" algn="l" rtl="0">
              <a:lnSpc>
                <a:spcPct val="150000"/>
              </a:lnSpc>
              <a:spcBef>
                <a:spcPts val="0"/>
              </a:spcBef>
              <a:spcAft>
                <a:spcPts val="0"/>
              </a:spcAft>
              <a:buClr>
                <a:srgbClr val="000000"/>
              </a:buClr>
              <a:buSzPts val="1000"/>
              <a:buFont typeface="Arial"/>
              <a:buNone/>
            </a:pPr>
            <a:r>
              <a:rPr lang="en" sz="1000" b="0" i="0" u="none" strike="noStrike" cap="none">
                <a:solidFill>
                  <a:srgbClr val="0254EC"/>
                </a:solidFill>
                <a:latin typeface="Calibri"/>
                <a:ea typeface="Calibri"/>
                <a:cs typeface="Calibri"/>
                <a:sym typeface="Calibri"/>
              </a:rPr>
              <a:t>Engagement Rate</a:t>
            </a:r>
            <a:endParaRPr sz="1000" b="0" i="0" u="none" strike="noStrike" cap="none">
              <a:solidFill>
                <a:srgbClr val="0254EC"/>
              </a:solidFill>
              <a:latin typeface="Calibri"/>
              <a:ea typeface="Calibri"/>
              <a:cs typeface="Calibri"/>
              <a:sym typeface="Calibri"/>
            </a:endParaRPr>
          </a:p>
        </p:txBody>
      </p:sp>
      <p:sp>
        <p:nvSpPr>
          <p:cNvPr id="509" name="Google Shape;509;p52"/>
          <p:cNvSpPr txBox="1"/>
          <p:nvPr/>
        </p:nvSpPr>
        <p:spPr>
          <a:xfrm>
            <a:off x="1496720" y="1612810"/>
            <a:ext cx="953400" cy="172500"/>
          </a:xfrm>
          <a:prstGeom prst="rect">
            <a:avLst/>
          </a:prstGeom>
          <a:noFill/>
          <a:ln>
            <a:noFill/>
          </a:ln>
        </p:spPr>
        <p:txBody>
          <a:bodyPr spcFirstLastPara="1" wrap="square" lIns="92600" tIns="92600" rIns="92600" bIns="92600" anchor="t" anchorCtr="0">
            <a:noAutofit/>
          </a:bodyPr>
          <a:lstStyle/>
          <a:p>
            <a:pPr marL="0" marR="0" lvl="0" indent="0" algn="r" rtl="0">
              <a:lnSpc>
                <a:spcPct val="150000"/>
              </a:lnSpc>
              <a:spcBef>
                <a:spcPts val="0"/>
              </a:spcBef>
              <a:spcAft>
                <a:spcPts val="0"/>
              </a:spcAft>
              <a:buClr>
                <a:srgbClr val="000000"/>
              </a:buClr>
              <a:buSzPts val="1000"/>
              <a:buFont typeface="Arial"/>
              <a:buNone/>
            </a:pPr>
            <a:r>
              <a:rPr lang="en" sz="1000" b="1" i="0" u="none" strike="noStrike" cap="none">
                <a:solidFill>
                  <a:srgbClr val="333333"/>
                </a:solidFill>
                <a:latin typeface="Calibri"/>
                <a:ea typeface="Calibri"/>
                <a:cs typeface="Calibri"/>
                <a:sym typeface="Calibri"/>
              </a:rPr>
              <a:t>{{U_ENG}}</a:t>
            </a:r>
            <a:endParaRPr sz="1000" b="1" i="0" u="none" strike="noStrike" cap="none">
              <a:solidFill>
                <a:srgbClr val="333333"/>
              </a:solidFill>
              <a:latin typeface="Calibri"/>
              <a:ea typeface="Calibri"/>
              <a:cs typeface="Calibri"/>
              <a:sym typeface="Calibri"/>
            </a:endParaRPr>
          </a:p>
        </p:txBody>
      </p:sp>
      <p:sp>
        <p:nvSpPr>
          <p:cNvPr id="510" name="Google Shape;510;p52"/>
          <p:cNvSpPr/>
          <p:nvPr/>
        </p:nvSpPr>
        <p:spPr>
          <a:xfrm>
            <a:off x="2714774" y="1111825"/>
            <a:ext cx="3290529" cy="2203950"/>
          </a:xfrm>
          <a:prstGeom prst="roundRect">
            <a:avLst>
              <a:gd name="adj" fmla="val 16667"/>
            </a:avLst>
          </a:prstGeom>
          <a:noFill/>
          <a:ln w="9525" cap="flat" cmpd="sng">
            <a:solidFill>
              <a:schemeClr val="accent1"/>
            </a:solidFill>
            <a:prstDash val="solid"/>
            <a:round/>
            <a:headEnd type="none" w="sm" len="sm"/>
            <a:tailEnd type="none" w="sm" len="sm"/>
          </a:ln>
        </p:spPr>
        <p:txBody>
          <a:bodyPr spcFirstLastPara="1" wrap="square" lIns="87225" tIns="87225" rIns="87225" bIns="87225" anchor="ctr" anchorCtr="0">
            <a:noAutofit/>
          </a:bodyPr>
          <a:lstStyle/>
          <a:p>
            <a:pPr marL="0" marR="0" lvl="0" indent="0" algn="ctr" rtl="0">
              <a:lnSpc>
                <a:spcPct val="100000"/>
              </a:lnSpc>
              <a:spcBef>
                <a:spcPts val="0"/>
              </a:spcBef>
              <a:spcAft>
                <a:spcPts val="0"/>
              </a:spcAft>
              <a:buClr>
                <a:srgbClr val="000000"/>
              </a:buClr>
              <a:buSzPts val="1319"/>
              <a:buFont typeface="Arial"/>
              <a:buNone/>
            </a:pPr>
            <a:endParaRPr sz="1319" b="0" i="0" u="none" strike="noStrike" cap="none">
              <a:solidFill>
                <a:srgbClr val="000000"/>
              </a:solidFill>
              <a:latin typeface="Calibri"/>
              <a:ea typeface="Calibri"/>
              <a:cs typeface="Calibri"/>
              <a:sym typeface="Calibri"/>
            </a:endParaRPr>
          </a:p>
        </p:txBody>
      </p:sp>
      <p:sp>
        <p:nvSpPr>
          <p:cNvPr id="511" name="Google Shape;511;p52"/>
          <p:cNvSpPr txBox="1"/>
          <p:nvPr/>
        </p:nvSpPr>
        <p:spPr>
          <a:xfrm>
            <a:off x="2828728" y="1492318"/>
            <a:ext cx="2338694" cy="172562"/>
          </a:xfrm>
          <a:prstGeom prst="rect">
            <a:avLst/>
          </a:prstGeom>
          <a:noFill/>
          <a:ln>
            <a:noFill/>
          </a:ln>
        </p:spPr>
        <p:txBody>
          <a:bodyPr spcFirstLastPara="1" wrap="square" lIns="87225" tIns="87225" rIns="87225" bIns="87225" anchor="t" anchorCtr="0">
            <a:noAutofit/>
          </a:bodyPr>
          <a:lstStyle/>
          <a:p>
            <a:pPr marL="0" marR="0" lvl="0" indent="0" algn="l" rtl="0">
              <a:lnSpc>
                <a:spcPct val="100000"/>
              </a:lnSpc>
              <a:spcBef>
                <a:spcPts val="0"/>
              </a:spcBef>
              <a:spcAft>
                <a:spcPts val="0"/>
              </a:spcAft>
              <a:buClr>
                <a:srgbClr val="000000"/>
              </a:buClr>
              <a:buSzPts val="847"/>
              <a:buFont typeface="Arial"/>
              <a:buNone/>
            </a:pPr>
            <a:r>
              <a:rPr lang="en" sz="848" b="0" i="0" u="none" strike="noStrike" cap="none">
                <a:solidFill>
                  <a:srgbClr val="333333"/>
                </a:solidFill>
                <a:latin typeface="Calibri"/>
                <a:ea typeface="Calibri"/>
                <a:cs typeface="Calibri"/>
                <a:sym typeface="Calibri"/>
              </a:rPr>
              <a:t>{{IA_2}}</a:t>
            </a:r>
            <a:endParaRPr sz="848" b="0" i="0" u="none" strike="noStrike" cap="none">
              <a:solidFill>
                <a:srgbClr val="333333"/>
              </a:solidFill>
              <a:latin typeface="Calibri"/>
              <a:ea typeface="Calibri"/>
              <a:cs typeface="Calibri"/>
              <a:sym typeface="Calibri"/>
            </a:endParaRPr>
          </a:p>
        </p:txBody>
      </p:sp>
      <p:sp>
        <p:nvSpPr>
          <p:cNvPr id="512" name="Google Shape;512;p52"/>
          <p:cNvSpPr txBox="1"/>
          <p:nvPr/>
        </p:nvSpPr>
        <p:spPr>
          <a:xfrm>
            <a:off x="2828728" y="1667642"/>
            <a:ext cx="2338694" cy="172562"/>
          </a:xfrm>
          <a:prstGeom prst="rect">
            <a:avLst/>
          </a:prstGeom>
          <a:noFill/>
          <a:ln>
            <a:noFill/>
          </a:ln>
        </p:spPr>
        <p:txBody>
          <a:bodyPr spcFirstLastPara="1" wrap="square" lIns="87225" tIns="87225" rIns="87225" bIns="87225" anchor="t" anchorCtr="0">
            <a:noAutofit/>
          </a:bodyPr>
          <a:lstStyle/>
          <a:p>
            <a:pPr marL="0" marR="0" lvl="0" indent="0" algn="l" rtl="0">
              <a:lnSpc>
                <a:spcPct val="100000"/>
              </a:lnSpc>
              <a:spcBef>
                <a:spcPts val="0"/>
              </a:spcBef>
              <a:spcAft>
                <a:spcPts val="0"/>
              </a:spcAft>
              <a:buClr>
                <a:srgbClr val="000000"/>
              </a:buClr>
              <a:buSzPts val="847"/>
              <a:buFont typeface="Arial"/>
              <a:buNone/>
            </a:pPr>
            <a:r>
              <a:rPr lang="en" sz="848" b="0" i="0" u="none" strike="noStrike" cap="none">
                <a:solidFill>
                  <a:srgbClr val="333333"/>
                </a:solidFill>
                <a:latin typeface="Calibri"/>
                <a:ea typeface="Calibri"/>
                <a:cs typeface="Calibri"/>
                <a:sym typeface="Calibri"/>
              </a:rPr>
              <a:t>{{IA_3}}</a:t>
            </a:r>
            <a:endParaRPr sz="848" b="0" i="0" u="none" strike="noStrike" cap="none">
              <a:solidFill>
                <a:srgbClr val="333333"/>
              </a:solidFill>
              <a:latin typeface="Calibri"/>
              <a:ea typeface="Calibri"/>
              <a:cs typeface="Calibri"/>
              <a:sym typeface="Calibri"/>
            </a:endParaRPr>
          </a:p>
        </p:txBody>
      </p:sp>
      <p:sp>
        <p:nvSpPr>
          <p:cNvPr id="513" name="Google Shape;513;p52"/>
          <p:cNvSpPr txBox="1"/>
          <p:nvPr/>
        </p:nvSpPr>
        <p:spPr>
          <a:xfrm>
            <a:off x="2828726" y="1839906"/>
            <a:ext cx="2338694" cy="192051"/>
          </a:xfrm>
          <a:prstGeom prst="rect">
            <a:avLst/>
          </a:prstGeom>
          <a:noFill/>
          <a:ln>
            <a:noFill/>
          </a:ln>
        </p:spPr>
        <p:txBody>
          <a:bodyPr spcFirstLastPara="1" wrap="square" lIns="87225" tIns="87225" rIns="87225" bIns="87225" anchor="t" anchorCtr="0">
            <a:noAutofit/>
          </a:bodyPr>
          <a:lstStyle/>
          <a:p>
            <a:pPr marL="0" marR="0" lvl="0" indent="0" algn="l" rtl="0">
              <a:lnSpc>
                <a:spcPct val="100000"/>
              </a:lnSpc>
              <a:spcBef>
                <a:spcPts val="0"/>
              </a:spcBef>
              <a:spcAft>
                <a:spcPts val="0"/>
              </a:spcAft>
              <a:buClr>
                <a:srgbClr val="000000"/>
              </a:buClr>
              <a:buSzPts val="847"/>
              <a:buFont typeface="Arial"/>
              <a:buNone/>
            </a:pPr>
            <a:r>
              <a:rPr lang="en" sz="848" b="0" i="0" u="none" strike="noStrike" cap="none">
                <a:solidFill>
                  <a:srgbClr val="333333"/>
                </a:solidFill>
                <a:latin typeface="Calibri"/>
                <a:ea typeface="Calibri"/>
                <a:cs typeface="Calibri"/>
                <a:sym typeface="Calibri"/>
              </a:rPr>
              <a:t>{{IA_4}}</a:t>
            </a:r>
            <a:endParaRPr sz="848" b="0" i="0" u="none" strike="noStrike" cap="none">
              <a:solidFill>
                <a:srgbClr val="333333"/>
              </a:solidFill>
              <a:latin typeface="Calibri"/>
              <a:ea typeface="Calibri"/>
              <a:cs typeface="Calibri"/>
              <a:sym typeface="Calibri"/>
            </a:endParaRPr>
          </a:p>
        </p:txBody>
      </p:sp>
      <p:sp>
        <p:nvSpPr>
          <p:cNvPr id="514" name="Google Shape;514;p52"/>
          <p:cNvSpPr txBox="1"/>
          <p:nvPr/>
        </p:nvSpPr>
        <p:spPr>
          <a:xfrm>
            <a:off x="2828728" y="2018325"/>
            <a:ext cx="2338694" cy="172562"/>
          </a:xfrm>
          <a:prstGeom prst="rect">
            <a:avLst/>
          </a:prstGeom>
          <a:noFill/>
          <a:ln>
            <a:noFill/>
          </a:ln>
        </p:spPr>
        <p:txBody>
          <a:bodyPr spcFirstLastPara="1" wrap="square" lIns="87225" tIns="87225" rIns="87225" bIns="87225" anchor="t" anchorCtr="0">
            <a:noAutofit/>
          </a:bodyPr>
          <a:lstStyle/>
          <a:p>
            <a:pPr marL="0" marR="0" lvl="0" indent="0" algn="l" rtl="0">
              <a:lnSpc>
                <a:spcPct val="100000"/>
              </a:lnSpc>
              <a:spcBef>
                <a:spcPts val="0"/>
              </a:spcBef>
              <a:spcAft>
                <a:spcPts val="0"/>
              </a:spcAft>
              <a:buClr>
                <a:srgbClr val="000000"/>
              </a:buClr>
              <a:buSzPts val="847"/>
              <a:buFont typeface="Arial"/>
              <a:buNone/>
            </a:pPr>
            <a:r>
              <a:rPr lang="en" sz="848" b="0" i="0" u="none" strike="noStrike" cap="none">
                <a:solidFill>
                  <a:srgbClr val="333333"/>
                </a:solidFill>
                <a:latin typeface="Calibri"/>
                <a:ea typeface="Calibri"/>
                <a:cs typeface="Calibri"/>
                <a:sym typeface="Calibri"/>
              </a:rPr>
              <a:t>{{IA_5}}</a:t>
            </a:r>
            <a:endParaRPr sz="848" b="0" i="0" u="none" strike="noStrike" cap="none">
              <a:solidFill>
                <a:srgbClr val="333333"/>
              </a:solidFill>
              <a:latin typeface="Calibri"/>
              <a:ea typeface="Calibri"/>
              <a:cs typeface="Calibri"/>
              <a:sym typeface="Calibri"/>
            </a:endParaRPr>
          </a:p>
        </p:txBody>
      </p:sp>
      <p:sp>
        <p:nvSpPr>
          <p:cNvPr id="515" name="Google Shape;515;p52"/>
          <p:cNvSpPr txBox="1"/>
          <p:nvPr/>
        </p:nvSpPr>
        <p:spPr>
          <a:xfrm>
            <a:off x="2828728" y="2193660"/>
            <a:ext cx="2338694" cy="172562"/>
          </a:xfrm>
          <a:prstGeom prst="rect">
            <a:avLst/>
          </a:prstGeom>
          <a:noFill/>
          <a:ln>
            <a:noFill/>
          </a:ln>
        </p:spPr>
        <p:txBody>
          <a:bodyPr spcFirstLastPara="1" wrap="square" lIns="87225" tIns="87225" rIns="87225" bIns="87225" anchor="t" anchorCtr="0">
            <a:noAutofit/>
          </a:bodyPr>
          <a:lstStyle/>
          <a:p>
            <a:pPr marL="0" marR="0" lvl="0" indent="0" algn="l" rtl="0">
              <a:lnSpc>
                <a:spcPct val="100000"/>
              </a:lnSpc>
              <a:spcBef>
                <a:spcPts val="0"/>
              </a:spcBef>
              <a:spcAft>
                <a:spcPts val="0"/>
              </a:spcAft>
              <a:buClr>
                <a:srgbClr val="000000"/>
              </a:buClr>
              <a:buSzPts val="847"/>
              <a:buFont typeface="Arial"/>
              <a:buNone/>
            </a:pPr>
            <a:r>
              <a:rPr lang="en" sz="848" b="0" i="0" u="none" strike="noStrike" cap="none">
                <a:solidFill>
                  <a:srgbClr val="333333"/>
                </a:solidFill>
                <a:latin typeface="Calibri"/>
                <a:ea typeface="Calibri"/>
                <a:cs typeface="Calibri"/>
                <a:sym typeface="Calibri"/>
              </a:rPr>
              <a:t>{{IA_6}}</a:t>
            </a:r>
            <a:endParaRPr sz="848" b="0" i="0" u="none" strike="noStrike" cap="none">
              <a:solidFill>
                <a:srgbClr val="333333"/>
              </a:solidFill>
              <a:latin typeface="Calibri"/>
              <a:ea typeface="Calibri"/>
              <a:cs typeface="Calibri"/>
              <a:sym typeface="Calibri"/>
            </a:endParaRPr>
          </a:p>
        </p:txBody>
      </p:sp>
      <p:sp>
        <p:nvSpPr>
          <p:cNvPr id="516" name="Google Shape;516;p52"/>
          <p:cNvSpPr txBox="1"/>
          <p:nvPr/>
        </p:nvSpPr>
        <p:spPr>
          <a:xfrm>
            <a:off x="2828728" y="2368996"/>
            <a:ext cx="2338694" cy="172562"/>
          </a:xfrm>
          <a:prstGeom prst="rect">
            <a:avLst/>
          </a:prstGeom>
          <a:noFill/>
          <a:ln>
            <a:noFill/>
          </a:ln>
        </p:spPr>
        <p:txBody>
          <a:bodyPr spcFirstLastPara="1" wrap="square" lIns="87225" tIns="87225" rIns="87225" bIns="87225" anchor="t" anchorCtr="0">
            <a:noAutofit/>
          </a:bodyPr>
          <a:lstStyle/>
          <a:p>
            <a:pPr marL="0" marR="0" lvl="0" indent="0" algn="l" rtl="0">
              <a:lnSpc>
                <a:spcPct val="100000"/>
              </a:lnSpc>
              <a:spcBef>
                <a:spcPts val="0"/>
              </a:spcBef>
              <a:spcAft>
                <a:spcPts val="0"/>
              </a:spcAft>
              <a:buClr>
                <a:srgbClr val="000000"/>
              </a:buClr>
              <a:buSzPts val="847"/>
              <a:buFont typeface="Arial"/>
              <a:buNone/>
            </a:pPr>
            <a:r>
              <a:rPr lang="en" sz="848" b="0" i="0" u="none" strike="noStrike" cap="none">
                <a:solidFill>
                  <a:srgbClr val="333333"/>
                </a:solidFill>
                <a:latin typeface="Calibri"/>
                <a:ea typeface="Calibri"/>
                <a:cs typeface="Calibri"/>
                <a:sym typeface="Calibri"/>
              </a:rPr>
              <a:t>{{IA_7}}</a:t>
            </a:r>
            <a:endParaRPr sz="848" b="0" i="0" u="none" strike="noStrike" cap="none">
              <a:solidFill>
                <a:srgbClr val="333333"/>
              </a:solidFill>
              <a:latin typeface="Calibri"/>
              <a:ea typeface="Calibri"/>
              <a:cs typeface="Calibri"/>
              <a:sym typeface="Calibri"/>
            </a:endParaRPr>
          </a:p>
        </p:txBody>
      </p:sp>
      <p:sp>
        <p:nvSpPr>
          <p:cNvPr id="517" name="Google Shape;517;p52"/>
          <p:cNvSpPr txBox="1"/>
          <p:nvPr/>
        </p:nvSpPr>
        <p:spPr>
          <a:xfrm>
            <a:off x="2828728" y="2544332"/>
            <a:ext cx="2338694" cy="172562"/>
          </a:xfrm>
          <a:prstGeom prst="rect">
            <a:avLst/>
          </a:prstGeom>
          <a:noFill/>
          <a:ln>
            <a:noFill/>
          </a:ln>
        </p:spPr>
        <p:txBody>
          <a:bodyPr spcFirstLastPara="1" wrap="square" lIns="87225" tIns="87225" rIns="87225" bIns="87225" anchor="t" anchorCtr="0">
            <a:noAutofit/>
          </a:bodyPr>
          <a:lstStyle/>
          <a:p>
            <a:pPr marL="0" marR="0" lvl="0" indent="0" algn="l" rtl="0">
              <a:lnSpc>
                <a:spcPct val="100000"/>
              </a:lnSpc>
              <a:spcBef>
                <a:spcPts val="0"/>
              </a:spcBef>
              <a:spcAft>
                <a:spcPts val="0"/>
              </a:spcAft>
              <a:buClr>
                <a:srgbClr val="000000"/>
              </a:buClr>
              <a:buSzPts val="847"/>
              <a:buFont typeface="Arial"/>
              <a:buNone/>
            </a:pPr>
            <a:r>
              <a:rPr lang="en" sz="848" b="0" i="0" u="none" strike="noStrike" cap="none">
                <a:solidFill>
                  <a:srgbClr val="333333"/>
                </a:solidFill>
                <a:latin typeface="Calibri"/>
                <a:ea typeface="Calibri"/>
                <a:cs typeface="Calibri"/>
                <a:sym typeface="Calibri"/>
              </a:rPr>
              <a:t>{{IA_8}}</a:t>
            </a:r>
            <a:endParaRPr sz="848" b="0" i="0" u="none" strike="noStrike" cap="none">
              <a:solidFill>
                <a:srgbClr val="333333"/>
              </a:solidFill>
              <a:latin typeface="Calibri"/>
              <a:ea typeface="Calibri"/>
              <a:cs typeface="Calibri"/>
              <a:sym typeface="Calibri"/>
            </a:endParaRPr>
          </a:p>
        </p:txBody>
      </p:sp>
      <p:sp>
        <p:nvSpPr>
          <p:cNvPr id="518" name="Google Shape;518;p52"/>
          <p:cNvSpPr txBox="1"/>
          <p:nvPr/>
        </p:nvSpPr>
        <p:spPr>
          <a:xfrm>
            <a:off x="2828728" y="2719667"/>
            <a:ext cx="2338694" cy="172562"/>
          </a:xfrm>
          <a:prstGeom prst="rect">
            <a:avLst/>
          </a:prstGeom>
          <a:noFill/>
          <a:ln>
            <a:noFill/>
          </a:ln>
        </p:spPr>
        <p:txBody>
          <a:bodyPr spcFirstLastPara="1" wrap="square" lIns="87225" tIns="87225" rIns="87225" bIns="87225" anchor="t" anchorCtr="0">
            <a:noAutofit/>
          </a:bodyPr>
          <a:lstStyle/>
          <a:p>
            <a:pPr marL="0" marR="0" lvl="0" indent="0" algn="l" rtl="0">
              <a:lnSpc>
                <a:spcPct val="100000"/>
              </a:lnSpc>
              <a:spcBef>
                <a:spcPts val="0"/>
              </a:spcBef>
              <a:spcAft>
                <a:spcPts val="0"/>
              </a:spcAft>
              <a:buClr>
                <a:srgbClr val="000000"/>
              </a:buClr>
              <a:buSzPts val="847"/>
              <a:buFont typeface="Arial"/>
              <a:buNone/>
            </a:pPr>
            <a:r>
              <a:rPr lang="en" sz="848" b="0" i="0" u="none" strike="noStrike" cap="none">
                <a:solidFill>
                  <a:srgbClr val="333333"/>
                </a:solidFill>
                <a:latin typeface="Calibri"/>
                <a:ea typeface="Calibri"/>
                <a:cs typeface="Calibri"/>
                <a:sym typeface="Calibri"/>
              </a:rPr>
              <a:t>{{IA_9}}</a:t>
            </a:r>
            <a:endParaRPr sz="848" b="0" i="0" u="none" strike="noStrike" cap="none">
              <a:solidFill>
                <a:srgbClr val="333333"/>
              </a:solidFill>
              <a:latin typeface="Calibri"/>
              <a:ea typeface="Calibri"/>
              <a:cs typeface="Calibri"/>
              <a:sym typeface="Calibri"/>
            </a:endParaRPr>
          </a:p>
        </p:txBody>
      </p:sp>
      <p:sp>
        <p:nvSpPr>
          <p:cNvPr id="519" name="Google Shape;519;p52"/>
          <p:cNvSpPr txBox="1"/>
          <p:nvPr/>
        </p:nvSpPr>
        <p:spPr>
          <a:xfrm>
            <a:off x="2823192" y="2895003"/>
            <a:ext cx="2338694" cy="172562"/>
          </a:xfrm>
          <a:prstGeom prst="rect">
            <a:avLst/>
          </a:prstGeom>
          <a:noFill/>
          <a:ln>
            <a:noFill/>
          </a:ln>
        </p:spPr>
        <p:txBody>
          <a:bodyPr spcFirstLastPara="1" wrap="square" lIns="87225" tIns="87225" rIns="87225" bIns="87225" anchor="t" anchorCtr="0">
            <a:noAutofit/>
          </a:bodyPr>
          <a:lstStyle/>
          <a:p>
            <a:pPr marL="0" marR="0" lvl="0" indent="0" algn="l" rtl="0">
              <a:lnSpc>
                <a:spcPct val="100000"/>
              </a:lnSpc>
              <a:spcBef>
                <a:spcPts val="0"/>
              </a:spcBef>
              <a:spcAft>
                <a:spcPts val="0"/>
              </a:spcAft>
              <a:buClr>
                <a:srgbClr val="000000"/>
              </a:buClr>
              <a:buSzPts val="847"/>
              <a:buFont typeface="Arial"/>
              <a:buNone/>
            </a:pPr>
            <a:r>
              <a:rPr lang="en" sz="848" b="0" i="0" u="none" strike="noStrike" cap="none">
                <a:solidFill>
                  <a:srgbClr val="333333"/>
                </a:solidFill>
                <a:latin typeface="Calibri"/>
                <a:ea typeface="Calibri"/>
                <a:cs typeface="Calibri"/>
                <a:sym typeface="Calibri"/>
              </a:rPr>
              <a:t>{{IA_10}}</a:t>
            </a:r>
            <a:endParaRPr sz="848" b="0" i="0" u="none" strike="noStrike" cap="none">
              <a:solidFill>
                <a:srgbClr val="333333"/>
              </a:solidFill>
              <a:latin typeface="Calibri"/>
              <a:ea typeface="Calibri"/>
              <a:cs typeface="Calibri"/>
              <a:sym typeface="Calibri"/>
            </a:endParaRPr>
          </a:p>
        </p:txBody>
      </p:sp>
      <p:sp>
        <p:nvSpPr>
          <p:cNvPr id="520" name="Google Shape;520;p52"/>
          <p:cNvSpPr txBox="1"/>
          <p:nvPr/>
        </p:nvSpPr>
        <p:spPr>
          <a:xfrm>
            <a:off x="2828726" y="1314586"/>
            <a:ext cx="2338694" cy="175042"/>
          </a:xfrm>
          <a:prstGeom prst="rect">
            <a:avLst/>
          </a:prstGeom>
          <a:noFill/>
          <a:ln>
            <a:noFill/>
          </a:ln>
        </p:spPr>
        <p:txBody>
          <a:bodyPr spcFirstLastPara="1" wrap="square" lIns="87225" tIns="87225" rIns="87225" bIns="87225" anchor="t" anchorCtr="0">
            <a:noAutofit/>
          </a:bodyPr>
          <a:lstStyle/>
          <a:p>
            <a:pPr marL="0" marR="0" lvl="0" indent="0" algn="l" rtl="0">
              <a:lnSpc>
                <a:spcPct val="100000"/>
              </a:lnSpc>
              <a:spcBef>
                <a:spcPts val="0"/>
              </a:spcBef>
              <a:spcAft>
                <a:spcPts val="0"/>
              </a:spcAft>
              <a:buClr>
                <a:srgbClr val="000000"/>
              </a:buClr>
              <a:buSzPts val="847"/>
              <a:buFont typeface="Arial"/>
              <a:buNone/>
            </a:pPr>
            <a:r>
              <a:rPr lang="en" sz="848" b="0" i="0" u="none" strike="noStrike" cap="none">
                <a:solidFill>
                  <a:srgbClr val="333333"/>
                </a:solidFill>
                <a:latin typeface="Calibri"/>
                <a:ea typeface="Calibri"/>
                <a:cs typeface="Calibri"/>
                <a:sym typeface="Calibri"/>
              </a:rPr>
              <a:t>{{IA_1}}</a:t>
            </a:r>
            <a:endParaRPr sz="848" b="0" i="0" u="none" strike="noStrike" cap="none">
              <a:solidFill>
                <a:srgbClr val="333333"/>
              </a:solidFill>
              <a:latin typeface="Calibri"/>
              <a:ea typeface="Calibri"/>
              <a:cs typeface="Calibri"/>
              <a:sym typeface="Calibri"/>
            </a:endParaRPr>
          </a:p>
        </p:txBody>
      </p:sp>
      <p:sp>
        <p:nvSpPr>
          <p:cNvPr id="521" name="Google Shape;521;p52"/>
          <p:cNvSpPr txBox="1"/>
          <p:nvPr/>
        </p:nvSpPr>
        <p:spPr>
          <a:xfrm>
            <a:off x="4962307" y="1343525"/>
            <a:ext cx="912300" cy="148200"/>
          </a:xfrm>
          <a:prstGeom prst="rect">
            <a:avLst/>
          </a:prstGeom>
          <a:noFill/>
          <a:ln>
            <a:noFill/>
          </a:ln>
        </p:spPr>
        <p:txBody>
          <a:bodyPr spcFirstLastPara="1" wrap="square" lIns="87225" tIns="87225" rIns="87225" bIns="87225" anchor="t" anchorCtr="0">
            <a:noAutofit/>
          </a:bodyPr>
          <a:lstStyle/>
          <a:p>
            <a:pPr marL="0" marR="0" lvl="0" indent="0" algn="ctr" rtl="0">
              <a:lnSpc>
                <a:spcPct val="100000"/>
              </a:lnSpc>
              <a:spcBef>
                <a:spcPts val="0"/>
              </a:spcBef>
              <a:spcAft>
                <a:spcPts val="0"/>
              </a:spcAft>
              <a:buClr>
                <a:srgbClr val="000000"/>
              </a:buClr>
              <a:buSzPts val="847"/>
              <a:buFont typeface="Arial"/>
              <a:buNone/>
            </a:pPr>
            <a:r>
              <a:rPr lang="en" sz="848" b="0" i="0" u="none" strike="noStrike" cap="none" dirty="0">
                <a:solidFill>
                  <a:srgbClr val="333333"/>
                </a:solidFill>
                <a:latin typeface="Calibri"/>
                <a:ea typeface="Calibri"/>
                <a:cs typeface="Calibri"/>
                <a:sym typeface="Calibri"/>
              </a:rPr>
              <a:t>{{IR_1}}</a:t>
            </a:r>
            <a:endParaRPr sz="848" b="0" i="0" u="none" strike="noStrike" cap="none" dirty="0">
              <a:solidFill>
                <a:srgbClr val="333333"/>
              </a:solidFill>
              <a:latin typeface="Calibri"/>
              <a:ea typeface="Calibri"/>
              <a:cs typeface="Calibri"/>
              <a:sym typeface="Calibri"/>
            </a:endParaRPr>
          </a:p>
        </p:txBody>
      </p:sp>
      <p:sp>
        <p:nvSpPr>
          <p:cNvPr id="522" name="Google Shape;522;p52"/>
          <p:cNvSpPr txBox="1"/>
          <p:nvPr/>
        </p:nvSpPr>
        <p:spPr>
          <a:xfrm>
            <a:off x="4962307" y="1519058"/>
            <a:ext cx="912300" cy="148200"/>
          </a:xfrm>
          <a:prstGeom prst="rect">
            <a:avLst/>
          </a:prstGeom>
          <a:noFill/>
          <a:ln>
            <a:noFill/>
          </a:ln>
        </p:spPr>
        <p:txBody>
          <a:bodyPr spcFirstLastPara="1" wrap="square" lIns="87225" tIns="87225" rIns="87225" bIns="87225" anchor="t" anchorCtr="0">
            <a:noAutofit/>
          </a:bodyPr>
          <a:lstStyle/>
          <a:p>
            <a:pPr marL="0" marR="0" lvl="0" indent="0" algn="ctr" rtl="0">
              <a:lnSpc>
                <a:spcPct val="100000"/>
              </a:lnSpc>
              <a:spcBef>
                <a:spcPts val="0"/>
              </a:spcBef>
              <a:spcAft>
                <a:spcPts val="0"/>
              </a:spcAft>
              <a:buClr>
                <a:srgbClr val="000000"/>
              </a:buClr>
              <a:buSzPts val="847"/>
              <a:buFont typeface="Arial"/>
              <a:buNone/>
            </a:pPr>
            <a:r>
              <a:rPr lang="en" sz="848" b="0" i="0" u="none" strike="noStrike" cap="none">
                <a:solidFill>
                  <a:srgbClr val="333333"/>
                </a:solidFill>
                <a:latin typeface="Calibri"/>
                <a:ea typeface="Calibri"/>
                <a:cs typeface="Calibri"/>
                <a:sym typeface="Calibri"/>
              </a:rPr>
              <a:t>{{IR_2}}</a:t>
            </a:r>
            <a:endParaRPr sz="848" b="0" i="0" u="none" strike="noStrike" cap="none">
              <a:solidFill>
                <a:srgbClr val="333333"/>
              </a:solidFill>
              <a:latin typeface="Calibri"/>
              <a:ea typeface="Calibri"/>
              <a:cs typeface="Calibri"/>
              <a:sym typeface="Calibri"/>
            </a:endParaRPr>
          </a:p>
        </p:txBody>
      </p:sp>
      <p:sp>
        <p:nvSpPr>
          <p:cNvPr id="523" name="Google Shape;523;p52"/>
          <p:cNvSpPr txBox="1"/>
          <p:nvPr/>
        </p:nvSpPr>
        <p:spPr>
          <a:xfrm>
            <a:off x="4962307" y="1694592"/>
            <a:ext cx="912300" cy="148200"/>
          </a:xfrm>
          <a:prstGeom prst="rect">
            <a:avLst/>
          </a:prstGeom>
          <a:noFill/>
          <a:ln>
            <a:noFill/>
          </a:ln>
        </p:spPr>
        <p:txBody>
          <a:bodyPr spcFirstLastPara="1" wrap="square" lIns="87225" tIns="87225" rIns="87225" bIns="87225" anchor="t" anchorCtr="0">
            <a:noAutofit/>
          </a:bodyPr>
          <a:lstStyle/>
          <a:p>
            <a:pPr marL="0" marR="0" lvl="0" indent="0" algn="ctr" rtl="0">
              <a:lnSpc>
                <a:spcPct val="100000"/>
              </a:lnSpc>
              <a:spcBef>
                <a:spcPts val="0"/>
              </a:spcBef>
              <a:spcAft>
                <a:spcPts val="0"/>
              </a:spcAft>
              <a:buClr>
                <a:srgbClr val="000000"/>
              </a:buClr>
              <a:buSzPts val="847"/>
              <a:buFont typeface="Arial"/>
              <a:buNone/>
            </a:pPr>
            <a:r>
              <a:rPr lang="en" sz="848" b="0" i="0" u="none" strike="noStrike" cap="none">
                <a:solidFill>
                  <a:srgbClr val="333333"/>
                </a:solidFill>
                <a:latin typeface="Calibri"/>
                <a:ea typeface="Calibri"/>
                <a:cs typeface="Calibri"/>
                <a:sym typeface="Calibri"/>
              </a:rPr>
              <a:t>{{IR_3}}</a:t>
            </a:r>
            <a:endParaRPr sz="848" b="0" i="0" u="none" strike="noStrike" cap="none">
              <a:solidFill>
                <a:srgbClr val="333333"/>
              </a:solidFill>
              <a:latin typeface="Calibri"/>
              <a:ea typeface="Calibri"/>
              <a:cs typeface="Calibri"/>
              <a:sym typeface="Calibri"/>
            </a:endParaRPr>
          </a:p>
        </p:txBody>
      </p:sp>
      <p:sp>
        <p:nvSpPr>
          <p:cNvPr id="524" name="Google Shape;524;p52"/>
          <p:cNvSpPr txBox="1"/>
          <p:nvPr/>
        </p:nvSpPr>
        <p:spPr>
          <a:xfrm>
            <a:off x="4962307" y="1870125"/>
            <a:ext cx="912300" cy="148200"/>
          </a:xfrm>
          <a:prstGeom prst="rect">
            <a:avLst/>
          </a:prstGeom>
          <a:noFill/>
          <a:ln>
            <a:noFill/>
          </a:ln>
        </p:spPr>
        <p:txBody>
          <a:bodyPr spcFirstLastPara="1" wrap="square" lIns="87225" tIns="87225" rIns="87225" bIns="87225" anchor="t" anchorCtr="0">
            <a:noAutofit/>
          </a:bodyPr>
          <a:lstStyle/>
          <a:p>
            <a:pPr marL="0" marR="0" lvl="0" indent="0" algn="ctr" rtl="0">
              <a:lnSpc>
                <a:spcPct val="100000"/>
              </a:lnSpc>
              <a:spcBef>
                <a:spcPts val="0"/>
              </a:spcBef>
              <a:spcAft>
                <a:spcPts val="0"/>
              </a:spcAft>
              <a:buClr>
                <a:srgbClr val="000000"/>
              </a:buClr>
              <a:buSzPts val="847"/>
              <a:buFont typeface="Arial"/>
              <a:buNone/>
            </a:pPr>
            <a:r>
              <a:rPr lang="en" sz="848" b="0" i="0" u="none" strike="noStrike" cap="none">
                <a:solidFill>
                  <a:srgbClr val="333333"/>
                </a:solidFill>
                <a:latin typeface="Calibri"/>
                <a:ea typeface="Calibri"/>
                <a:cs typeface="Calibri"/>
                <a:sym typeface="Calibri"/>
              </a:rPr>
              <a:t>{{IR_4}}</a:t>
            </a:r>
            <a:endParaRPr sz="848" b="0" i="0" u="none" strike="noStrike" cap="none">
              <a:solidFill>
                <a:srgbClr val="333333"/>
              </a:solidFill>
              <a:latin typeface="Calibri"/>
              <a:ea typeface="Calibri"/>
              <a:cs typeface="Calibri"/>
              <a:sym typeface="Calibri"/>
            </a:endParaRPr>
          </a:p>
        </p:txBody>
      </p:sp>
      <p:sp>
        <p:nvSpPr>
          <p:cNvPr id="525" name="Google Shape;525;p52"/>
          <p:cNvSpPr txBox="1"/>
          <p:nvPr/>
        </p:nvSpPr>
        <p:spPr>
          <a:xfrm>
            <a:off x="4962307" y="2045659"/>
            <a:ext cx="912300" cy="148200"/>
          </a:xfrm>
          <a:prstGeom prst="rect">
            <a:avLst/>
          </a:prstGeom>
          <a:noFill/>
          <a:ln>
            <a:noFill/>
          </a:ln>
        </p:spPr>
        <p:txBody>
          <a:bodyPr spcFirstLastPara="1" wrap="square" lIns="87225" tIns="87225" rIns="87225" bIns="87225" anchor="t" anchorCtr="0">
            <a:noAutofit/>
          </a:bodyPr>
          <a:lstStyle/>
          <a:p>
            <a:pPr marL="0" marR="0" lvl="0" indent="0" algn="ctr" rtl="0">
              <a:lnSpc>
                <a:spcPct val="100000"/>
              </a:lnSpc>
              <a:spcBef>
                <a:spcPts val="0"/>
              </a:spcBef>
              <a:spcAft>
                <a:spcPts val="0"/>
              </a:spcAft>
              <a:buClr>
                <a:srgbClr val="000000"/>
              </a:buClr>
              <a:buSzPts val="847"/>
              <a:buFont typeface="Arial"/>
              <a:buNone/>
            </a:pPr>
            <a:r>
              <a:rPr lang="en" sz="848" b="0" i="0" u="none" strike="noStrike" cap="none">
                <a:solidFill>
                  <a:srgbClr val="333333"/>
                </a:solidFill>
                <a:latin typeface="Calibri"/>
                <a:ea typeface="Calibri"/>
                <a:cs typeface="Calibri"/>
                <a:sym typeface="Calibri"/>
              </a:rPr>
              <a:t>{{IR_5}}</a:t>
            </a:r>
            <a:endParaRPr sz="848" b="0" i="0" u="none" strike="noStrike" cap="none">
              <a:solidFill>
                <a:srgbClr val="333333"/>
              </a:solidFill>
              <a:latin typeface="Calibri"/>
              <a:ea typeface="Calibri"/>
              <a:cs typeface="Calibri"/>
              <a:sym typeface="Calibri"/>
            </a:endParaRPr>
          </a:p>
        </p:txBody>
      </p:sp>
      <p:sp>
        <p:nvSpPr>
          <p:cNvPr id="526" name="Google Shape;526;p52"/>
          <p:cNvSpPr txBox="1"/>
          <p:nvPr/>
        </p:nvSpPr>
        <p:spPr>
          <a:xfrm>
            <a:off x="4962307" y="2221192"/>
            <a:ext cx="912300" cy="148200"/>
          </a:xfrm>
          <a:prstGeom prst="rect">
            <a:avLst/>
          </a:prstGeom>
          <a:noFill/>
          <a:ln>
            <a:noFill/>
          </a:ln>
        </p:spPr>
        <p:txBody>
          <a:bodyPr spcFirstLastPara="1" wrap="square" lIns="87225" tIns="87225" rIns="87225" bIns="87225" anchor="t" anchorCtr="0">
            <a:noAutofit/>
          </a:bodyPr>
          <a:lstStyle/>
          <a:p>
            <a:pPr marL="0" marR="0" lvl="0" indent="0" algn="ctr" rtl="0">
              <a:lnSpc>
                <a:spcPct val="100000"/>
              </a:lnSpc>
              <a:spcBef>
                <a:spcPts val="0"/>
              </a:spcBef>
              <a:spcAft>
                <a:spcPts val="0"/>
              </a:spcAft>
              <a:buClr>
                <a:srgbClr val="000000"/>
              </a:buClr>
              <a:buSzPts val="847"/>
              <a:buFont typeface="Arial"/>
              <a:buNone/>
            </a:pPr>
            <a:r>
              <a:rPr lang="en" sz="848" b="0" i="0" u="none" strike="noStrike" cap="none">
                <a:solidFill>
                  <a:srgbClr val="333333"/>
                </a:solidFill>
                <a:latin typeface="Calibri"/>
                <a:ea typeface="Calibri"/>
                <a:cs typeface="Calibri"/>
                <a:sym typeface="Calibri"/>
              </a:rPr>
              <a:t>{{IR_6}}</a:t>
            </a:r>
            <a:endParaRPr sz="848" b="0" i="0" u="none" strike="noStrike" cap="none">
              <a:solidFill>
                <a:srgbClr val="333333"/>
              </a:solidFill>
              <a:latin typeface="Calibri"/>
              <a:ea typeface="Calibri"/>
              <a:cs typeface="Calibri"/>
              <a:sym typeface="Calibri"/>
            </a:endParaRPr>
          </a:p>
        </p:txBody>
      </p:sp>
      <p:sp>
        <p:nvSpPr>
          <p:cNvPr id="527" name="Google Shape;527;p52"/>
          <p:cNvSpPr txBox="1"/>
          <p:nvPr/>
        </p:nvSpPr>
        <p:spPr>
          <a:xfrm>
            <a:off x="4962307" y="2396725"/>
            <a:ext cx="912300" cy="148200"/>
          </a:xfrm>
          <a:prstGeom prst="rect">
            <a:avLst/>
          </a:prstGeom>
          <a:noFill/>
          <a:ln>
            <a:noFill/>
          </a:ln>
        </p:spPr>
        <p:txBody>
          <a:bodyPr spcFirstLastPara="1" wrap="square" lIns="87225" tIns="87225" rIns="87225" bIns="87225" anchor="t" anchorCtr="0">
            <a:noAutofit/>
          </a:bodyPr>
          <a:lstStyle/>
          <a:p>
            <a:pPr marL="0" marR="0" lvl="0" indent="0" algn="ctr" rtl="0">
              <a:lnSpc>
                <a:spcPct val="100000"/>
              </a:lnSpc>
              <a:spcBef>
                <a:spcPts val="0"/>
              </a:spcBef>
              <a:spcAft>
                <a:spcPts val="0"/>
              </a:spcAft>
              <a:buClr>
                <a:srgbClr val="000000"/>
              </a:buClr>
              <a:buSzPts val="847"/>
              <a:buFont typeface="Arial"/>
              <a:buNone/>
            </a:pPr>
            <a:r>
              <a:rPr lang="en" sz="848" b="0" i="0" u="none" strike="noStrike" cap="none">
                <a:solidFill>
                  <a:srgbClr val="333333"/>
                </a:solidFill>
                <a:latin typeface="Calibri"/>
                <a:ea typeface="Calibri"/>
                <a:cs typeface="Calibri"/>
                <a:sym typeface="Calibri"/>
              </a:rPr>
              <a:t>{{IR_7}}</a:t>
            </a:r>
            <a:endParaRPr sz="848" b="0" i="0" u="none" strike="noStrike" cap="none">
              <a:solidFill>
                <a:srgbClr val="333333"/>
              </a:solidFill>
              <a:latin typeface="Calibri"/>
              <a:ea typeface="Calibri"/>
              <a:cs typeface="Calibri"/>
              <a:sym typeface="Calibri"/>
            </a:endParaRPr>
          </a:p>
        </p:txBody>
      </p:sp>
      <p:sp>
        <p:nvSpPr>
          <p:cNvPr id="528" name="Google Shape;528;p52"/>
          <p:cNvSpPr txBox="1"/>
          <p:nvPr/>
        </p:nvSpPr>
        <p:spPr>
          <a:xfrm>
            <a:off x="4962307" y="2572259"/>
            <a:ext cx="912300" cy="148200"/>
          </a:xfrm>
          <a:prstGeom prst="rect">
            <a:avLst/>
          </a:prstGeom>
          <a:noFill/>
          <a:ln>
            <a:noFill/>
          </a:ln>
        </p:spPr>
        <p:txBody>
          <a:bodyPr spcFirstLastPara="1" wrap="square" lIns="87225" tIns="87225" rIns="87225" bIns="87225" anchor="t" anchorCtr="0">
            <a:noAutofit/>
          </a:bodyPr>
          <a:lstStyle/>
          <a:p>
            <a:pPr marL="0" marR="0" lvl="0" indent="0" algn="ctr" rtl="0">
              <a:lnSpc>
                <a:spcPct val="100000"/>
              </a:lnSpc>
              <a:spcBef>
                <a:spcPts val="0"/>
              </a:spcBef>
              <a:spcAft>
                <a:spcPts val="0"/>
              </a:spcAft>
              <a:buClr>
                <a:srgbClr val="000000"/>
              </a:buClr>
              <a:buSzPts val="847"/>
              <a:buFont typeface="Arial"/>
              <a:buNone/>
            </a:pPr>
            <a:r>
              <a:rPr lang="en" sz="848" b="0" i="0" u="none" strike="noStrike" cap="none">
                <a:solidFill>
                  <a:srgbClr val="333333"/>
                </a:solidFill>
                <a:latin typeface="Calibri"/>
                <a:ea typeface="Calibri"/>
                <a:cs typeface="Calibri"/>
                <a:sym typeface="Calibri"/>
              </a:rPr>
              <a:t>{{IR_8}}</a:t>
            </a:r>
            <a:endParaRPr sz="848" b="0" i="0" u="none" strike="noStrike" cap="none">
              <a:solidFill>
                <a:srgbClr val="333333"/>
              </a:solidFill>
              <a:latin typeface="Calibri"/>
              <a:ea typeface="Calibri"/>
              <a:cs typeface="Calibri"/>
              <a:sym typeface="Calibri"/>
            </a:endParaRPr>
          </a:p>
        </p:txBody>
      </p:sp>
      <p:sp>
        <p:nvSpPr>
          <p:cNvPr id="529" name="Google Shape;529;p52"/>
          <p:cNvSpPr txBox="1"/>
          <p:nvPr/>
        </p:nvSpPr>
        <p:spPr>
          <a:xfrm>
            <a:off x="4962307" y="2747792"/>
            <a:ext cx="912300" cy="148200"/>
          </a:xfrm>
          <a:prstGeom prst="rect">
            <a:avLst/>
          </a:prstGeom>
          <a:noFill/>
          <a:ln>
            <a:noFill/>
          </a:ln>
        </p:spPr>
        <p:txBody>
          <a:bodyPr spcFirstLastPara="1" wrap="square" lIns="87225" tIns="87225" rIns="87225" bIns="87225" anchor="t" anchorCtr="0">
            <a:noAutofit/>
          </a:bodyPr>
          <a:lstStyle/>
          <a:p>
            <a:pPr marL="0" marR="0" lvl="0" indent="0" algn="ctr" rtl="0">
              <a:lnSpc>
                <a:spcPct val="100000"/>
              </a:lnSpc>
              <a:spcBef>
                <a:spcPts val="0"/>
              </a:spcBef>
              <a:spcAft>
                <a:spcPts val="0"/>
              </a:spcAft>
              <a:buClr>
                <a:srgbClr val="000000"/>
              </a:buClr>
              <a:buSzPts val="847"/>
              <a:buFont typeface="Arial"/>
              <a:buNone/>
            </a:pPr>
            <a:r>
              <a:rPr lang="en" sz="848" b="0" i="0" u="none" strike="noStrike" cap="none">
                <a:solidFill>
                  <a:srgbClr val="333333"/>
                </a:solidFill>
                <a:latin typeface="Calibri"/>
                <a:ea typeface="Calibri"/>
                <a:cs typeface="Calibri"/>
                <a:sym typeface="Calibri"/>
              </a:rPr>
              <a:t>{{IR_9}}</a:t>
            </a:r>
            <a:endParaRPr sz="848" b="0" i="0" u="none" strike="noStrike" cap="none">
              <a:solidFill>
                <a:srgbClr val="333333"/>
              </a:solidFill>
              <a:latin typeface="Calibri"/>
              <a:ea typeface="Calibri"/>
              <a:cs typeface="Calibri"/>
              <a:sym typeface="Calibri"/>
            </a:endParaRPr>
          </a:p>
        </p:txBody>
      </p:sp>
      <p:sp>
        <p:nvSpPr>
          <p:cNvPr id="530" name="Google Shape;530;p52"/>
          <p:cNvSpPr txBox="1"/>
          <p:nvPr/>
        </p:nvSpPr>
        <p:spPr>
          <a:xfrm>
            <a:off x="4972718" y="2923326"/>
            <a:ext cx="912300" cy="148200"/>
          </a:xfrm>
          <a:prstGeom prst="rect">
            <a:avLst/>
          </a:prstGeom>
          <a:noFill/>
          <a:ln>
            <a:noFill/>
          </a:ln>
        </p:spPr>
        <p:txBody>
          <a:bodyPr spcFirstLastPara="1" wrap="square" lIns="87225" tIns="87225" rIns="87225" bIns="87225" anchor="t" anchorCtr="0">
            <a:noAutofit/>
          </a:bodyPr>
          <a:lstStyle/>
          <a:p>
            <a:pPr marL="0" marR="0" lvl="0" indent="0" algn="ctr" rtl="0">
              <a:lnSpc>
                <a:spcPct val="100000"/>
              </a:lnSpc>
              <a:spcBef>
                <a:spcPts val="0"/>
              </a:spcBef>
              <a:spcAft>
                <a:spcPts val="0"/>
              </a:spcAft>
              <a:buClr>
                <a:srgbClr val="000000"/>
              </a:buClr>
              <a:buSzPts val="847"/>
              <a:buFont typeface="Arial"/>
              <a:buNone/>
            </a:pPr>
            <a:r>
              <a:rPr lang="en" sz="848" b="0" i="0" u="none" strike="noStrike" cap="none">
                <a:solidFill>
                  <a:srgbClr val="333333"/>
                </a:solidFill>
                <a:latin typeface="Calibri"/>
                <a:ea typeface="Calibri"/>
                <a:cs typeface="Calibri"/>
                <a:sym typeface="Calibri"/>
              </a:rPr>
              <a:t>{{IR_10}}</a:t>
            </a:r>
            <a:endParaRPr sz="848" b="0" i="0" u="none" strike="noStrike" cap="none">
              <a:solidFill>
                <a:srgbClr val="333333"/>
              </a:solidFill>
              <a:latin typeface="Calibri"/>
              <a:ea typeface="Calibri"/>
              <a:cs typeface="Calibri"/>
              <a:sym typeface="Calibri"/>
            </a:endParaRPr>
          </a:p>
        </p:txBody>
      </p:sp>
      <p:sp>
        <p:nvSpPr>
          <p:cNvPr id="531" name="Google Shape;531;p52"/>
          <p:cNvSpPr txBox="1"/>
          <p:nvPr/>
        </p:nvSpPr>
        <p:spPr>
          <a:xfrm>
            <a:off x="2714775" y="792813"/>
            <a:ext cx="3290528" cy="301800"/>
          </a:xfrm>
          <a:prstGeom prst="rect">
            <a:avLst/>
          </a:prstGeom>
          <a:noFill/>
          <a:ln>
            <a:noFill/>
          </a:ln>
        </p:spPr>
        <p:txBody>
          <a:bodyPr spcFirstLastPara="1" wrap="square" lIns="87225" tIns="87225" rIns="87225" bIns="872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 sz="1300" b="0" i="0" u="sng" strike="noStrike" cap="none">
                <a:solidFill>
                  <a:schemeClr val="hlink"/>
                </a:solidFill>
                <a:latin typeface="Calibri"/>
                <a:ea typeface="Calibri"/>
                <a:cs typeface="Calibri"/>
                <a:sym typeface="Calibri"/>
                <a:hlinkClick r:id="rId5"/>
              </a:rPr>
              <a:t>Active Integrations</a:t>
            </a:r>
            <a:r>
              <a:rPr lang="en" sz="1300" b="0" i="0" u="none" strike="noStrike" cap="none">
                <a:solidFill>
                  <a:srgbClr val="0254EC"/>
                </a:solidFill>
                <a:latin typeface="Calibri"/>
                <a:ea typeface="Calibri"/>
                <a:cs typeface="Calibri"/>
                <a:sym typeface="Calibri"/>
              </a:rPr>
              <a:t> </a:t>
            </a:r>
            <a:r>
              <a:rPr lang="en" sz="1500" b="0" i="0" u="none" strike="noStrike" cap="none">
                <a:solidFill>
                  <a:schemeClr val="hlink"/>
                </a:solidFill>
                <a:uFill>
                  <a:noFill/>
                </a:uFill>
                <a:latin typeface="Calibri"/>
                <a:ea typeface="Calibri"/>
                <a:cs typeface="Calibri"/>
                <a:sym typeface="Calibri"/>
                <a:hlinkClick r:id="rId6"/>
              </a:rPr>
              <a:t>↗</a:t>
            </a:r>
            <a:endParaRPr sz="1300" b="0" i="0" u="none" strike="noStrike" cap="none">
              <a:solidFill>
                <a:srgbClr val="0254EC"/>
              </a:solidFill>
              <a:latin typeface="Calibri"/>
              <a:ea typeface="Calibri"/>
              <a:cs typeface="Calibri"/>
              <a:sym typeface="Calibri"/>
            </a:endParaRPr>
          </a:p>
        </p:txBody>
      </p:sp>
      <p:sp>
        <p:nvSpPr>
          <p:cNvPr id="532" name="Google Shape;532;p52"/>
          <p:cNvSpPr txBox="1"/>
          <p:nvPr/>
        </p:nvSpPr>
        <p:spPr>
          <a:xfrm>
            <a:off x="2714750" y="1108842"/>
            <a:ext cx="3159552" cy="240862"/>
          </a:xfrm>
          <a:prstGeom prst="rect">
            <a:avLst/>
          </a:prstGeom>
          <a:noFill/>
          <a:ln>
            <a:noFill/>
          </a:ln>
        </p:spPr>
        <p:txBody>
          <a:bodyPr spcFirstLastPara="1" wrap="square" lIns="87225" tIns="87225" rIns="87225" bIns="87225" anchor="t" anchorCtr="0">
            <a:noAutofit/>
          </a:bodyPr>
          <a:lstStyle/>
          <a:p>
            <a:pPr marL="0" marR="0" lvl="0" indent="0" algn="ctr" rtl="0">
              <a:lnSpc>
                <a:spcPct val="100000"/>
              </a:lnSpc>
              <a:spcBef>
                <a:spcPts val="0"/>
              </a:spcBef>
              <a:spcAft>
                <a:spcPts val="0"/>
              </a:spcAft>
              <a:buClr>
                <a:srgbClr val="000000"/>
              </a:buClr>
              <a:buSzPts val="1136"/>
              <a:buFont typeface="Arial"/>
              <a:buNone/>
            </a:pPr>
            <a:r>
              <a:rPr lang="en" sz="1136" b="0" i="0" u="none" strike="noStrike" cap="none" dirty="0">
                <a:solidFill>
                  <a:srgbClr val="333333"/>
                </a:solidFill>
                <a:latin typeface="Calibri"/>
                <a:ea typeface="Calibri"/>
                <a:cs typeface="Calibri"/>
                <a:sym typeface="Calibri"/>
              </a:rPr>
              <a:t>Integration                                               Status</a:t>
            </a:r>
            <a:endParaRPr sz="1136" b="0" i="0" u="none" strike="noStrike" cap="none" dirty="0">
              <a:solidFill>
                <a:srgbClr val="333333"/>
              </a:solidFill>
              <a:latin typeface="Calibri"/>
              <a:ea typeface="Calibri"/>
              <a:cs typeface="Calibri"/>
              <a:sym typeface="Calibri"/>
            </a:endParaRPr>
          </a:p>
        </p:txBody>
      </p:sp>
      <p:sp>
        <p:nvSpPr>
          <p:cNvPr id="533" name="Google Shape;533;p52"/>
          <p:cNvSpPr/>
          <p:nvPr/>
        </p:nvSpPr>
        <p:spPr>
          <a:xfrm>
            <a:off x="145250" y="2537551"/>
            <a:ext cx="2401200" cy="1159200"/>
          </a:xfrm>
          <a:prstGeom prst="roundRect">
            <a:avLst>
              <a:gd name="adj" fmla="val 16667"/>
            </a:avLst>
          </a:prstGeom>
          <a:noFill/>
          <a:ln w="9525" cap="flat" cmpd="sng">
            <a:solidFill>
              <a:schemeClr val="accent1"/>
            </a:solidFill>
            <a:prstDash val="solid"/>
            <a:round/>
            <a:headEnd type="none" w="sm" len="sm"/>
            <a:tailEnd type="none" w="sm" len="sm"/>
          </a:ln>
        </p:spPr>
        <p:txBody>
          <a:bodyPr spcFirstLastPara="1" wrap="square" lIns="83375" tIns="83375" rIns="83375" bIns="83375" anchor="ctr" anchorCtr="0">
            <a:noAutofit/>
          </a:bodyPr>
          <a:lstStyle/>
          <a:p>
            <a:pPr marL="0" marR="0" lvl="0" indent="0" algn="ctr" rtl="0">
              <a:lnSpc>
                <a:spcPct val="100000"/>
              </a:lnSpc>
              <a:spcBef>
                <a:spcPts val="0"/>
              </a:spcBef>
              <a:spcAft>
                <a:spcPts val="0"/>
              </a:spcAft>
              <a:buClr>
                <a:srgbClr val="000000"/>
              </a:buClr>
              <a:buSzPts val="1261"/>
              <a:buFont typeface="Arial"/>
              <a:buNone/>
            </a:pPr>
            <a:endParaRPr sz="1261" b="0" i="0" u="none" strike="noStrike" cap="none">
              <a:solidFill>
                <a:srgbClr val="000000"/>
              </a:solidFill>
              <a:latin typeface="Calibri"/>
              <a:ea typeface="Calibri"/>
              <a:cs typeface="Calibri"/>
              <a:sym typeface="Calibri"/>
            </a:endParaRPr>
          </a:p>
        </p:txBody>
      </p:sp>
      <p:sp>
        <p:nvSpPr>
          <p:cNvPr id="534" name="Google Shape;534;p52"/>
          <p:cNvSpPr txBox="1"/>
          <p:nvPr/>
        </p:nvSpPr>
        <p:spPr>
          <a:xfrm>
            <a:off x="178755" y="3027738"/>
            <a:ext cx="1609200" cy="155400"/>
          </a:xfrm>
          <a:prstGeom prst="rect">
            <a:avLst/>
          </a:prstGeom>
          <a:noFill/>
          <a:ln>
            <a:noFill/>
          </a:ln>
        </p:spPr>
        <p:txBody>
          <a:bodyPr spcFirstLastPara="1" wrap="square" lIns="83375" tIns="83375" rIns="83375" bIns="83375" anchor="t" anchorCtr="0">
            <a:noAutofit/>
          </a:bodyPr>
          <a:lstStyle/>
          <a:p>
            <a:pPr marL="0" marR="0" lvl="0" indent="0" algn="l" rtl="0">
              <a:lnSpc>
                <a:spcPct val="150000"/>
              </a:lnSpc>
              <a:spcBef>
                <a:spcPts val="0"/>
              </a:spcBef>
              <a:spcAft>
                <a:spcPts val="0"/>
              </a:spcAft>
              <a:buClr>
                <a:srgbClr val="000000"/>
              </a:buClr>
              <a:buSzPts val="810"/>
              <a:buFont typeface="Arial"/>
              <a:buNone/>
            </a:pPr>
            <a:r>
              <a:rPr lang="en" sz="810" b="0" i="0" u="sng" strike="noStrike" cap="none">
                <a:solidFill>
                  <a:schemeClr val="hlink"/>
                </a:solidFill>
                <a:latin typeface="Calibri"/>
                <a:ea typeface="Calibri"/>
                <a:cs typeface="Calibri"/>
                <a:sym typeface="Calibri"/>
                <a:hlinkClick r:id="rId7"/>
              </a:rPr>
              <a:t>HBI</a:t>
            </a:r>
            <a:r>
              <a:rPr lang="en" sz="810" b="0" i="0" u="none" strike="noStrike" cap="none">
                <a:solidFill>
                  <a:srgbClr val="333333"/>
                </a:solidFill>
                <a:latin typeface="Calibri"/>
                <a:ea typeface="Calibri"/>
                <a:cs typeface="Calibri"/>
                <a:sym typeface="Calibri"/>
              </a:rPr>
              <a:t> (High Business Impact)</a:t>
            </a:r>
            <a:endParaRPr sz="810" b="0" i="0" u="none" strike="noStrike" cap="none">
              <a:solidFill>
                <a:srgbClr val="333333"/>
              </a:solidFill>
              <a:latin typeface="Calibri"/>
              <a:ea typeface="Calibri"/>
              <a:cs typeface="Calibri"/>
              <a:sym typeface="Calibri"/>
            </a:endParaRPr>
          </a:p>
        </p:txBody>
      </p:sp>
      <p:sp>
        <p:nvSpPr>
          <p:cNvPr id="535" name="Google Shape;535;p52"/>
          <p:cNvSpPr txBox="1"/>
          <p:nvPr/>
        </p:nvSpPr>
        <p:spPr>
          <a:xfrm>
            <a:off x="1499205" y="3036972"/>
            <a:ext cx="912300" cy="155400"/>
          </a:xfrm>
          <a:prstGeom prst="rect">
            <a:avLst/>
          </a:prstGeom>
          <a:noFill/>
          <a:ln>
            <a:noFill/>
          </a:ln>
        </p:spPr>
        <p:txBody>
          <a:bodyPr spcFirstLastPara="1" wrap="square" lIns="83375" tIns="83375" rIns="83375" bIns="83375" anchor="t" anchorCtr="0">
            <a:noAutofit/>
          </a:bodyPr>
          <a:lstStyle/>
          <a:p>
            <a:pPr marL="0" marR="0" lvl="0" indent="0" algn="r" rtl="0">
              <a:lnSpc>
                <a:spcPct val="150000"/>
              </a:lnSpc>
              <a:spcBef>
                <a:spcPts val="0"/>
              </a:spcBef>
              <a:spcAft>
                <a:spcPts val="0"/>
              </a:spcAft>
              <a:buClr>
                <a:srgbClr val="000000"/>
              </a:buClr>
              <a:buSzPts val="810"/>
              <a:buFont typeface="Arial"/>
              <a:buNone/>
            </a:pPr>
            <a:r>
              <a:rPr lang="en" sz="810" b="1" i="0" u="none" strike="noStrike" cap="none">
                <a:solidFill>
                  <a:srgbClr val="333333"/>
                </a:solidFill>
                <a:latin typeface="Calibri"/>
                <a:ea typeface="Calibri"/>
                <a:cs typeface="Calibri"/>
                <a:sym typeface="Calibri"/>
              </a:rPr>
              <a:t>{{P_HBI}}</a:t>
            </a:r>
            <a:endParaRPr sz="810" b="1" i="0" u="none" strike="noStrike" cap="none">
              <a:solidFill>
                <a:srgbClr val="333333"/>
              </a:solidFill>
              <a:latin typeface="Calibri"/>
              <a:ea typeface="Calibri"/>
              <a:cs typeface="Calibri"/>
              <a:sym typeface="Calibri"/>
            </a:endParaRPr>
          </a:p>
        </p:txBody>
      </p:sp>
      <p:sp>
        <p:nvSpPr>
          <p:cNvPr id="536" name="Google Shape;536;p52"/>
          <p:cNvSpPr txBox="1"/>
          <p:nvPr/>
        </p:nvSpPr>
        <p:spPr>
          <a:xfrm>
            <a:off x="178763" y="3191899"/>
            <a:ext cx="1650000" cy="164100"/>
          </a:xfrm>
          <a:prstGeom prst="rect">
            <a:avLst/>
          </a:prstGeom>
          <a:noFill/>
          <a:ln>
            <a:noFill/>
          </a:ln>
        </p:spPr>
        <p:txBody>
          <a:bodyPr spcFirstLastPara="1" wrap="square" lIns="83375" tIns="83375" rIns="83375" bIns="83375" anchor="t" anchorCtr="0">
            <a:noAutofit/>
          </a:bodyPr>
          <a:lstStyle/>
          <a:p>
            <a:pPr marL="0" marR="0" lvl="0" indent="0" algn="l" rtl="0">
              <a:lnSpc>
                <a:spcPct val="150000"/>
              </a:lnSpc>
              <a:spcBef>
                <a:spcPts val="0"/>
              </a:spcBef>
              <a:spcAft>
                <a:spcPts val="0"/>
              </a:spcAft>
              <a:buClr>
                <a:srgbClr val="000000"/>
              </a:buClr>
              <a:buSzPts val="810"/>
              <a:buFont typeface="Arial"/>
              <a:buNone/>
            </a:pPr>
            <a:r>
              <a:rPr lang="en" sz="810" b="0" i="0" u="sng" strike="noStrike" cap="none">
                <a:solidFill>
                  <a:schemeClr val="hlink"/>
                </a:solidFill>
                <a:latin typeface="Calibri"/>
                <a:ea typeface="Calibri"/>
                <a:cs typeface="Calibri"/>
                <a:sym typeface="Calibri"/>
                <a:hlinkClick r:id="rId8"/>
              </a:rPr>
              <a:t>MBI</a:t>
            </a:r>
            <a:r>
              <a:rPr lang="en" sz="810" b="0" i="0" u="none" strike="noStrike" cap="none">
                <a:solidFill>
                  <a:srgbClr val="333333"/>
                </a:solidFill>
                <a:latin typeface="Calibri"/>
                <a:ea typeface="Calibri"/>
                <a:cs typeface="Calibri"/>
                <a:sym typeface="Calibri"/>
              </a:rPr>
              <a:t> (Medium Business Impact)</a:t>
            </a:r>
            <a:endParaRPr sz="810" b="0" i="0" u="none" strike="noStrike" cap="none">
              <a:solidFill>
                <a:srgbClr val="333333"/>
              </a:solidFill>
              <a:latin typeface="Calibri"/>
              <a:ea typeface="Calibri"/>
              <a:cs typeface="Calibri"/>
              <a:sym typeface="Calibri"/>
            </a:endParaRPr>
          </a:p>
        </p:txBody>
      </p:sp>
      <p:sp>
        <p:nvSpPr>
          <p:cNvPr id="537" name="Google Shape;537;p52"/>
          <p:cNvSpPr txBox="1"/>
          <p:nvPr/>
        </p:nvSpPr>
        <p:spPr>
          <a:xfrm>
            <a:off x="1499205" y="3194673"/>
            <a:ext cx="912300" cy="155400"/>
          </a:xfrm>
          <a:prstGeom prst="rect">
            <a:avLst/>
          </a:prstGeom>
          <a:noFill/>
          <a:ln>
            <a:noFill/>
          </a:ln>
        </p:spPr>
        <p:txBody>
          <a:bodyPr spcFirstLastPara="1" wrap="square" lIns="83375" tIns="83375" rIns="83375" bIns="83375" anchor="t" anchorCtr="0">
            <a:noAutofit/>
          </a:bodyPr>
          <a:lstStyle/>
          <a:p>
            <a:pPr marL="0" marR="0" lvl="0" indent="0" algn="r" rtl="0">
              <a:lnSpc>
                <a:spcPct val="150000"/>
              </a:lnSpc>
              <a:spcBef>
                <a:spcPts val="0"/>
              </a:spcBef>
              <a:spcAft>
                <a:spcPts val="0"/>
              </a:spcAft>
              <a:buClr>
                <a:srgbClr val="000000"/>
              </a:buClr>
              <a:buSzPts val="810"/>
              <a:buFont typeface="Arial"/>
              <a:buNone/>
            </a:pPr>
            <a:r>
              <a:rPr lang="en" sz="810" b="1" i="0" u="none" strike="noStrike" cap="none">
                <a:solidFill>
                  <a:srgbClr val="333333"/>
                </a:solidFill>
                <a:latin typeface="Calibri"/>
                <a:ea typeface="Calibri"/>
                <a:cs typeface="Calibri"/>
                <a:sym typeface="Calibri"/>
              </a:rPr>
              <a:t>{{P_MBI}}</a:t>
            </a:r>
            <a:endParaRPr sz="810" b="1" i="0" u="none" strike="noStrike" cap="none">
              <a:solidFill>
                <a:srgbClr val="333333"/>
              </a:solidFill>
              <a:latin typeface="Calibri"/>
              <a:ea typeface="Calibri"/>
              <a:cs typeface="Calibri"/>
              <a:sym typeface="Calibri"/>
            </a:endParaRPr>
          </a:p>
        </p:txBody>
      </p:sp>
      <p:sp>
        <p:nvSpPr>
          <p:cNvPr id="538" name="Google Shape;538;p52"/>
          <p:cNvSpPr txBox="1"/>
          <p:nvPr/>
        </p:nvSpPr>
        <p:spPr>
          <a:xfrm>
            <a:off x="103249" y="2268903"/>
            <a:ext cx="2443200" cy="273600"/>
          </a:xfrm>
          <a:prstGeom prst="rect">
            <a:avLst/>
          </a:prstGeom>
          <a:noFill/>
          <a:ln>
            <a:noFill/>
          </a:ln>
        </p:spPr>
        <p:txBody>
          <a:bodyPr spcFirstLastPara="1" wrap="square" lIns="83375" tIns="83375" rIns="83375" bIns="8337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 sz="1300" b="0" i="0" u="none" strike="noStrike" cap="none">
                <a:solidFill>
                  <a:srgbClr val="333333"/>
                </a:solidFill>
                <a:latin typeface="Calibri"/>
                <a:ea typeface="Calibri"/>
                <a:cs typeface="Calibri"/>
                <a:sym typeface="Calibri"/>
              </a:rPr>
              <a:t>Projects</a:t>
            </a:r>
            <a:endParaRPr sz="1300" b="0" i="0" u="none" strike="noStrike" cap="none">
              <a:solidFill>
                <a:srgbClr val="333333"/>
              </a:solidFill>
              <a:latin typeface="Calibri"/>
              <a:ea typeface="Calibri"/>
              <a:cs typeface="Calibri"/>
              <a:sym typeface="Calibri"/>
            </a:endParaRPr>
          </a:p>
        </p:txBody>
      </p:sp>
      <p:sp>
        <p:nvSpPr>
          <p:cNvPr id="539" name="Google Shape;539;p52"/>
          <p:cNvSpPr txBox="1"/>
          <p:nvPr/>
        </p:nvSpPr>
        <p:spPr>
          <a:xfrm>
            <a:off x="201255" y="2589298"/>
            <a:ext cx="1550400" cy="141600"/>
          </a:xfrm>
          <a:prstGeom prst="rect">
            <a:avLst/>
          </a:prstGeom>
          <a:noFill/>
          <a:ln>
            <a:noFill/>
          </a:ln>
        </p:spPr>
        <p:txBody>
          <a:bodyPr spcFirstLastPara="1" wrap="square" lIns="83375" tIns="83375" rIns="83375" bIns="83375" anchor="t" anchorCtr="0">
            <a:noAutofit/>
          </a:bodyPr>
          <a:lstStyle/>
          <a:p>
            <a:pPr marL="0" marR="0" lvl="0" indent="0" algn="l" rtl="0">
              <a:lnSpc>
                <a:spcPct val="150000"/>
              </a:lnSpc>
              <a:spcBef>
                <a:spcPts val="0"/>
              </a:spcBef>
              <a:spcAft>
                <a:spcPts val="0"/>
              </a:spcAft>
              <a:buClr>
                <a:srgbClr val="000000"/>
              </a:buClr>
              <a:buSzPts val="1000"/>
              <a:buFont typeface="Arial"/>
              <a:buNone/>
            </a:pPr>
            <a:r>
              <a:rPr lang="en" sz="1000" b="0" i="0" u="none" strike="noStrike" cap="none">
                <a:solidFill>
                  <a:schemeClr val="dk1"/>
                </a:solidFill>
                <a:latin typeface="Calibri"/>
                <a:ea typeface="Calibri"/>
                <a:cs typeface="Calibri"/>
                <a:sym typeface="Calibri"/>
              </a:rPr>
              <a:t>Total Parent</a:t>
            </a:r>
            <a:endParaRPr sz="1000" b="0" i="0" u="none" strike="noStrike" cap="none">
              <a:solidFill>
                <a:schemeClr val="dk1"/>
              </a:solidFill>
              <a:latin typeface="Calibri"/>
              <a:ea typeface="Calibri"/>
              <a:cs typeface="Calibri"/>
              <a:sym typeface="Calibri"/>
            </a:endParaRPr>
          </a:p>
        </p:txBody>
      </p:sp>
      <p:sp>
        <p:nvSpPr>
          <p:cNvPr id="540" name="Google Shape;540;p52"/>
          <p:cNvSpPr txBox="1"/>
          <p:nvPr/>
        </p:nvSpPr>
        <p:spPr>
          <a:xfrm>
            <a:off x="1401337" y="2571721"/>
            <a:ext cx="1003500" cy="141600"/>
          </a:xfrm>
          <a:prstGeom prst="rect">
            <a:avLst/>
          </a:prstGeom>
          <a:noFill/>
          <a:ln>
            <a:noFill/>
          </a:ln>
        </p:spPr>
        <p:txBody>
          <a:bodyPr spcFirstLastPara="1" wrap="square" lIns="83375" tIns="83375" rIns="83375" bIns="83375" anchor="t" anchorCtr="0">
            <a:noAutofit/>
          </a:bodyPr>
          <a:lstStyle/>
          <a:p>
            <a:pPr marL="0" marR="0" lvl="0" indent="0" algn="r" rtl="0">
              <a:lnSpc>
                <a:spcPct val="150000"/>
              </a:lnSpc>
              <a:spcBef>
                <a:spcPts val="0"/>
              </a:spcBef>
              <a:spcAft>
                <a:spcPts val="0"/>
              </a:spcAft>
              <a:buClr>
                <a:srgbClr val="000000"/>
              </a:buClr>
              <a:buSzPts val="989"/>
              <a:buFont typeface="Arial"/>
              <a:buNone/>
            </a:pPr>
            <a:r>
              <a:rPr lang="en" sz="990" b="1" i="0" u="none" strike="noStrike" cap="none">
                <a:solidFill>
                  <a:srgbClr val="333333"/>
                </a:solidFill>
                <a:latin typeface="Calibri"/>
                <a:ea typeface="Calibri"/>
                <a:cs typeface="Calibri"/>
                <a:sym typeface="Calibri"/>
              </a:rPr>
              <a:t>{{P_TOT}}</a:t>
            </a:r>
            <a:endParaRPr sz="990" b="1" i="0" u="none" strike="noStrike" cap="none">
              <a:solidFill>
                <a:srgbClr val="333333"/>
              </a:solidFill>
              <a:latin typeface="Calibri"/>
              <a:ea typeface="Calibri"/>
              <a:cs typeface="Calibri"/>
              <a:sym typeface="Calibri"/>
            </a:endParaRPr>
          </a:p>
        </p:txBody>
      </p:sp>
      <p:sp>
        <p:nvSpPr>
          <p:cNvPr id="541" name="Google Shape;541;p52"/>
          <p:cNvSpPr txBox="1"/>
          <p:nvPr/>
        </p:nvSpPr>
        <p:spPr>
          <a:xfrm>
            <a:off x="181215" y="3356084"/>
            <a:ext cx="1459200" cy="155400"/>
          </a:xfrm>
          <a:prstGeom prst="rect">
            <a:avLst/>
          </a:prstGeom>
          <a:noFill/>
          <a:ln>
            <a:noFill/>
          </a:ln>
        </p:spPr>
        <p:txBody>
          <a:bodyPr spcFirstLastPara="1" wrap="square" lIns="83375" tIns="83375" rIns="83375" bIns="83375" anchor="t" anchorCtr="0">
            <a:noAutofit/>
          </a:bodyPr>
          <a:lstStyle/>
          <a:p>
            <a:pPr marL="0" marR="0" lvl="0" indent="0" algn="l" rtl="0">
              <a:lnSpc>
                <a:spcPct val="150000"/>
              </a:lnSpc>
              <a:spcBef>
                <a:spcPts val="0"/>
              </a:spcBef>
              <a:spcAft>
                <a:spcPts val="0"/>
              </a:spcAft>
              <a:buClr>
                <a:srgbClr val="000000"/>
              </a:buClr>
              <a:buSzPts val="810"/>
              <a:buFont typeface="Arial"/>
              <a:buNone/>
            </a:pPr>
            <a:r>
              <a:rPr lang="en" sz="810" b="0" i="0" u="sng" strike="noStrike" cap="none">
                <a:solidFill>
                  <a:schemeClr val="hlink"/>
                </a:solidFill>
                <a:latin typeface="Calibri"/>
                <a:ea typeface="Calibri"/>
                <a:cs typeface="Calibri"/>
                <a:sym typeface="Calibri"/>
                <a:hlinkClick r:id="rId9"/>
              </a:rPr>
              <a:t>LBI</a:t>
            </a:r>
            <a:r>
              <a:rPr lang="en" sz="810" b="0" i="0" u="none" strike="noStrike" cap="none">
                <a:solidFill>
                  <a:srgbClr val="333333"/>
                </a:solidFill>
                <a:latin typeface="Calibri"/>
                <a:ea typeface="Calibri"/>
                <a:cs typeface="Calibri"/>
                <a:sym typeface="Calibri"/>
              </a:rPr>
              <a:t> (Low Business Impact)</a:t>
            </a:r>
            <a:endParaRPr sz="810" b="0" i="0" u="none" strike="noStrike" cap="none">
              <a:solidFill>
                <a:srgbClr val="333333"/>
              </a:solidFill>
              <a:latin typeface="Calibri"/>
              <a:ea typeface="Calibri"/>
              <a:cs typeface="Calibri"/>
              <a:sym typeface="Calibri"/>
            </a:endParaRPr>
          </a:p>
        </p:txBody>
      </p:sp>
      <p:sp>
        <p:nvSpPr>
          <p:cNvPr id="542" name="Google Shape;542;p52"/>
          <p:cNvSpPr txBox="1"/>
          <p:nvPr/>
        </p:nvSpPr>
        <p:spPr>
          <a:xfrm>
            <a:off x="1500450" y="3352374"/>
            <a:ext cx="912300" cy="155400"/>
          </a:xfrm>
          <a:prstGeom prst="rect">
            <a:avLst/>
          </a:prstGeom>
          <a:noFill/>
          <a:ln>
            <a:noFill/>
          </a:ln>
        </p:spPr>
        <p:txBody>
          <a:bodyPr spcFirstLastPara="1" wrap="square" lIns="83375" tIns="83375" rIns="83375" bIns="83375" anchor="t" anchorCtr="0">
            <a:noAutofit/>
          </a:bodyPr>
          <a:lstStyle/>
          <a:p>
            <a:pPr marL="0" marR="0" lvl="0" indent="0" algn="r" rtl="0">
              <a:lnSpc>
                <a:spcPct val="150000"/>
              </a:lnSpc>
              <a:spcBef>
                <a:spcPts val="0"/>
              </a:spcBef>
              <a:spcAft>
                <a:spcPts val="0"/>
              </a:spcAft>
              <a:buClr>
                <a:srgbClr val="000000"/>
              </a:buClr>
              <a:buSzPts val="810"/>
              <a:buFont typeface="Arial"/>
              <a:buNone/>
            </a:pPr>
            <a:r>
              <a:rPr lang="en" sz="810" b="1" i="0" u="none" strike="noStrike" cap="none">
                <a:solidFill>
                  <a:srgbClr val="333333"/>
                </a:solidFill>
                <a:latin typeface="Calibri"/>
                <a:ea typeface="Calibri"/>
                <a:cs typeface="Calibri"/>
                <a:sym typeface="Calibri"/>
              </a:rPr>
              <a:t>{{P_LBI}}</a:t>
            </a:r>
            <a:endParaRPr sz="810" b="1" i="0" u="none" strike="noStrike" cap="none">
              <a:solidFill>
                <a:srgbClr val="333333"/>
              </a:solidFill>
              <a:latin typeface="Calibri"/>
              <a:ea typeface="Calibri"/>
              <a:cs typeface="Calibri"/>
              <a:sym typeface="Calibri"/>
            </a:endParaRPr>
          </a:p>
        </p:txBody>
      </p:sp>
      <p:sp>
        <p:nvSpPr>
          <p:cNvPr id="543" name="Google Shape;543;p52"/>
          <p:cNvSpPr txBox="1"/>
          <p:nvPr/>
        </p:nvSpPr>
        <p:spPr>
          <a:xfrm>
            <a:off x="200888" y="2781549"/>
            <a:ext cx="1550400" cy="141600"/>
          </a:xfrm>
          <a:prstGeom prst="rect">
            <a:avLst/>
          </a:prstGeom>
          <a:noFill/>
          <a:ln>
            <a:noFill/>
          </a:ln>
        </p:spPr>
        <p:txBody>
          <a:bodyPr spcFirstLastPara="1" wrap="square" lIns="83375" tIns="83375" rIns="83375" bIns="83375" anchor="t" anchorCtr="0">
            <a:noAutofit/>
          </a:bodyPr>
          <a:lstStyle/>
          <a:p>
            <a:pPr marL="0" marR="0" lvl="0" indent="0" algn="l" rtl="0">
              <a:lnSpc>
                <a:spcPct val="150000"/>
              </a:lnSpc>
              <a:spcBef>
                <a:spcPts val="0"/>
              </a:spcBef>
              <a:spcAft>
                <a:spcPts val="0"/>
              </a:spcAft>
              <a:buClr>
                <a:srgbClr val="000000"/>
              </a:buClr>
              <a:buSzPts val="1000"/>
              <a:buFont typeface="Arial"/>
              <a:buNone/>
            </a:pPr>
            <a:r>
              <a:rPr lang="en" sz="1000" b="0" i="0" u="none" strike="noStrike" cap="none">
                <a:solidFill>
                  <a:schemeClr val="dk1"/>
                </a:solidFill>
                <a:latin typeface="Calibri"/>
                <a:ea typeface="Calibri"/>
                <a:cs typeface="Calibri"/>
                <a:sym typeface="Calibri"/>
              </a:rPr>
              <a:t>Total Child</a:t>
            </a:r>
            <a:endParaRPr sz="1000" b="0" i="0" u="none" strike="noStrike" cap="none">
              <a:solidFill>
                <a:schemeClr val="dk1"/>
              </a:solidFill>
              <a:latin typeface="Calibri"/>
              <a:ea typeface="Calibri"/>
              <a:cs typeface="Calibri"/>
              <a:sym typeface="Calibri"/>
            </a:endParaRPr>
          </a:p>
        </p:txBody>
      </p:sp>
      <p:sp>
        <p:nvSpPr>
          <p:cNvPr id="544" name="Google Shape;544;p52"/>
          <p:cNvSpPr txBox="1"/>
          <p:nvPr/>
        </p:nvSpPr>
        <p:spPr>
          <a:xfrm>
            <a:off x="1400970" y="2763973"/>
            <a:ext cx="1003500" cy="141600"/>
          </a:xfrm>
          <a:prstGeom prst="rect">
            <a:avLst/>
          </a:prstGeom>
          <a:noFill/>
          <a:ln>
            <a:noFill/>
          </a:ln>
        </p:spPr>
        <p:txBody>
          <a:bodyPr spcFirstLastPara="1" wrap="square" lIns="83375" tIns="83375" rIns="83375" bIns="83375" anchor="t" anchorCtr="0">
            <a:noAutofit/>
          </a:bodyPr>
          <a:lstStyle/>
          <a:p>
            <a:pPr marL="0" marR="0" lvl="0" indent="0" algn="r" rtl="0">
              <a:lnSpc>
                <a:spcPct val="150000"/>
              </a:lnSpc>
              <a:spcBef>
                <a:spcPts val="0"/>
              </a:spcBef>
              <a:spcAft>
                <a:spcPts val="0"/>
              </a:spcAft>
              <a:buClr>
                <a:srgbClr val="000000"/>
              </a:buClr>
              <a:buSzPts val="989"/>
              <a:buFont typeface="Arial"/>
              <a:buNone/>
            </a:pPr>
            <a:r>
              <a:rPr lang="en" sz="990" b="1" i="0" u="none" strike="noStrike" cap="none">
                <a:solidFill>
                  <a:srgbClr val="333333"/>
                </a:solidFill>
                <a:latin typeface="Calibri"/>
                <a:ea typeface="Calibri"/>
                <a:cs typeface="Calibri"/>
                <a:sym typeface="Calibri"/>
              </a:rPr>
              <a:t>{{PC_TOT}}</a:t>
            </a:r>
            <a:endParaRPr sz="990" b="1" i="0" u="none" strike="noStrike" cap="none">
              <a:solidFill>
                <a:srgbClr val="333333"/>
              </a:solidFill>
              <a:latin typeface="Calibri"/>
              <a:ea typeface="Calibri"/>
              <a:cs typeface="Calibri"/>
              <a:sym typeface="Calibri"/>
            </a:endParaRPr>
          </a:p>
        </p:txBody>
      </p:sp>
      <p:sp>
        <p:nvSpPr>
          <p:cNvPr id="545" name="Google Shape;545;p52"/>
          <p:cNvSpPr txBox="1"/>
          <p:nvPr/>
        </p:nvSpPr>
        <p:spPr>
          <a:xfrm>
            <a:off x="6163222" y="792816"/>
            <a:ext cx="2835527" cy="301800"/>
          </a:xfrm>
          <a:prstGeom prst="rect">
            <a:avLst/>
          </a:prstGeom>
          <a:noFill/>
          <a:ln>
            <a:noFill/>
          </a:ln>
        </p:spPr>
        <p:txBody>
          <a:bodyPr spcFirstLastPara="1" wrap="square" lIns="87225" tIns="87225" rIns="87225" bIns="872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 sz="1300" b="0" i="0" u="none" strike="noStrike" cap="none">
                <a:solidFill>
                  <a:srgbClr val="333333"/>
                </a:solidFill>
                <a:latin typeface="Calibri"/>
                <a:ea typeface="Calibri"/>
                <a:cs typeface="Calibri"/>
                <a:sym typeface="Calibri"/>
              </a:rPr>
              <a:t>Features / Functionality Usage</a:t>
            </a:r>
            <a:endParaRPr sz="1300" b="0" i="0" u="none" strike="noStrike" cap="none">
              <a:solidFill>
                <a:srgbClr val="333333"/>
              </a:solidFill>
              <a:latin typeface="Calibri"/>
              <a:ea typeface="Calibri"/>
              <a:cs typeface="Calibri"/>
              <a:sym typeface="Calibri"/>
            </a:endParaRPr>
          </a:p>
        </p:txBody>
      </p:sp>
      <p:sp>
        <p:nvSpPr>
          <p:cNvPr id="546" name="Google Shape;546;p52"/>
          <p:cNvSpPr/>
          <p:nvPr/>
        </p:nvSpPr>
        <p:spPr>
          <a:xfrm>
            <a:off x="6163222" y="1119161"/>
            <a:ext cx="2835527" cy="2041333"/>
          </a:xfrm>
          <a:prstGeom prst="roundRect">
            <a:avLst>
              <a:gd name="adj" fmla="val 16667"/>
            </a:avLst>
          </a:prstGeom>
          <a:noFill/>
          <a:ln w="9525" cap="flat" cmpd="sng">
            <a:solidFill>
              <a:schemeClr val="accent1"/>
            </a:solidFill>
            <a:prstDash val="solid"/>
            <a:round/>
            <a:headEnd type="none" w="sm" len="sm"/>
            <a:tailEnd type="none" w="sm" len="sm"/>
          </a:ln>
        </p:spPr>
        <p:txBody>
          <a:bodyPr spcFirstLastPara="1" wrap="square" lIns="91225" tIns="91225" rIns="91225" bIns="912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547" name="Google Shape;547;p52"/>
          <p:cNvSpPr txBox="1"/>
          <p:nvPr/>
        </p:nvSpPr>
        <p:spPr>
          <a:xfrm>
            <a:off x="6322754" y="1134652"/>
            <a:ext cx="3267600" cy="179700"/>
          </a:xfrm>
          <a:prstGeom prst="rect">
            <a:avLst/>
          </a:prstGeom>
          <a:noFill/>
          <a:ln>
            <a:noFill/>
          </a:ln>
        </p:spPr>
        <p:txBody>
          <a:bodyPr spcFirstLastPara="1" wrap="square" lIns="91225" tIns="91225" rIns="91225" bIns="91225" anchor="t" anchorCtr="0">
            <a:noAutofit/>
          </a:bodyPr>
          <a:lstStyle/>
          <a:p>
            <a:pPr marL="0" marR="0" lvl="0" indent="0" algn="l" rtl="0">
              <a:lnSpc>
                <a:spcPct val="150000"/>
              </a:lnSpc>
              <a:spcBef>
                <a:spcPts val="0"/>
              </a:spcBef>
              <a:spcAft>
                <a:spcPts val="0"/>
              </a:spcAft>
              <a:buClr>
                <a:srgbClr val="000000"/>
              </a:buClr>
              <a:buSzPts val="900"/>
              <a:buFont typeface="Arial"/>
              <a:buNone/>
            </a:pPr>
            <a:r>
              <a:rPr lang="en" sz="900" b="0" i="0" u="sng" strike="noStrike" cap="none">
                <a:solidFill>
                  <a:schemeClr val="hlink"/>
                </a:solidFill>
                <a:latin typeface="Calibri"/>
                <a:ea typeface="Calibri"/>
                <a:cs typeface="Calibri"/>
                <a:sym typeface="Calibri"/>
                <a:hlinkClick r:id="rId10"/>
              </a:rPr>
              <a:t>Custom Compliance Frameworks</a:t>
            </a:r>
            <a:endParaRPr sz="900" b="0" i="0" u="none" strike="noStrike" cap="none">
              <a:solidFill>
                <a:srgbClr val="0254EC"/>
              </a:solidFill>
              <a:latin typeface="Calibri"/>
              <a:ea typeface="Calibri"/>
              <a:cs typeface="Calibri"/>
              <a:sym typeface="Calibri"/>
            </a:endParaRPr>
          </a:p>
        </p:txBody>
      </p:sp>
      <p:sp>
        <p:nvSpPr>
          <p:cNvPr id="548" name="Google Shape;548;p52"/>
          <p:cNvSpPr txBox="1"/>
          <p:nvPr/>
        </p:nvSpPr>
        <p:spPr>
          <a:xfrm>
            <a:off x="7250324" y="1133123"/>
            <a:ext cx="1596300" cy="179700"/>
          </a:xfrm>
          <a:prstGeom prst="rect">
            <a:avLst/>
          </a:prstGeom>
          <a:noFill/>
          <a:ln>
            <a:noFill/>
          </a:ln>
        </p:spPr>
        <p:txBody>
          <a:bodyPr spcFirstLastPara="1" wrap="square" lIns="91225" tIns="91225" rIns="91225" bIns="91225" anchor="t" anchorCtr="0">
            <a:noAutofit/>
          </a:bodyPr>
          <a:lstStyle/>
          <a:p>
            <a:pPr marL="0" marR="0" lvl="0" indent="0" algn="r" rtl="0">
              <a:lnSpc>
                <a:spcPct val="150000"/>
              </a:lnSpc>
              <a:spcBef>
                <a:spcPts val="0"/>
              </a:spcBef>
              <a:spcAft>
                <a:spcPts val="0"/>
              </a:spcAft>
              <a:buClr>
                <a:srgbClr val="000000"/>
              </a:buClr>
              <a:buSzPts val="900"/>
              <a:buFont typeface="Arial"/>
              <a:buNone/>
            </a:pPr>
            <a:r>
              <a:rPr lang="en" sz="900" b="1" i="0" u="none" strike="noStrike" cap="none">
                <a:solidFill>
                  <a:srgbClr val="333333"/>
                </a:solidFill>
                <a:latin typeface="Calibri"/>
                <a:ea typeface="Calibri"/>
                <a:cs typeface="Calibri"/>
                <a:sym typeface="Calibri"/>
              </a:rPr>
              <a:t>{{F_FW}}</a:t>
            </a:r>
            <a:endParaRPr sz="900" b="1" i="0" u="none" strike="noStrike" cap="none">
              <a:solidFill>
                <a:srgbClr val="333333"/>
              </a:solidFill>
              <a:latin typeface="Calibri"/>
              <a:ea typeface="Calibri"/>
              <a:cs typeface="Calibri"/>
              <a:sym typeface="Calibri"/>
            </a:endParaRPr>
          </a:p>
        </p:txBody>
      </p:sp>
      <p:sp>
        <p:nvSpPr>
          <p:cNvPr id="549" name="Google Shape;549;p52"/>
          <p:cNvSpPr txBox="1"/>
          <p:nvPr/>
        </p:nvSpPr>
        <p:spPr>
          <a:xfrm>
            <a:off x="6322754" y="1334180"/>
            <a:ext cx="3267600" cy="179700"/>
          </a:xfrm>
          <a:prstGeom prst="rect">
            <a:avLst/>
          </a:prstGeom>
          <a:noFill/>
          <a:ln>
            <a:noFill/>
          </a:ln>
        </p:spPr>
        <p:txBody>
          <a:bodyPr spcFirstLastPara="1" wrap="square" lIns="91225" tIns="91225" rIns="91225" bIns="91225" anchor="t" anchorCtr="0">
            <a:noAutofit/>
          </a:bodyPr>
          <a:lstStyle/>
          <a:p>
            <a:pPr marL="0" marR="0" lvl="0" indent="0" algn="l" rtl="0">
              <a:lnSpc>
                <a:spcPct val="150000"/>
              </a:lnSpc>
              <a:spcBef>
                <a:spcPts val="0"/>
              </a:spcBef>
              <a:spcAft>
                <a:spcPts val="0"/>
              </a:spcAft>
              <a:buClr>
                <a:srgbClr val="000000"/>
              </a:buClr>
              <a:buSzPts val="900"/>
              <a:buFont typeface="Arial"/>
              <a:buNone/>
            </a:pPr>
            <a:r>
              <a:rPr lang="en" sz="900" b="0" i="0" u="sng" strike="noStrike" cap="none">
                <a:solidFill>
                  <a:schemeClr val="hlink"/>
                </a:solidFill>
                <a:latin typeface="Calibri"/>
                <a:ea typeface="Calibri"/>
                <a:cs typeface="Calibri"/>
                <a:sym typeface="Calibri"/>
                <a:hlinkClick r:id="rId11"/>
              </a:rPr>
              <a:t>Resource Tag Rules (On / Off)</a:t>
            </a:r>
            <a:endParaRPr sz="900" b="0" i="0" u="none" strike="noStrike" cap="none">
              <a:solidFill>
                <a:srgbClr val="0254EC"/>
              </a:solidFill>
              <a:latin typeface="Calibri"/>
              <a:ea typeface="Calibri"/>
              <a:cs typeface="Calibri"/>
              <a:sym typeface="Calibri"/>
            </a:endParaRPr>
          </a:p>
        </p:txBody>
      </p:sp>
      <p:sp>
        <p:nvSpPr>
          <p:cNvPr id="550" name="Google Shape;550;p52"/>
          <p:cNvSpPr txBox="1"/>
          <p:nvPr/>
        </p:nvSpPr>
        <p:spPr>
          <a:xfrm>
            <a:off x="7250324" y="1332651"/>
            <a:ext cx="1596300" cy="179700"/>
          </a:xfrm>
          <a:prstGeom prst="rect">
            <a:avLst/>
          </a:prstGeom>
          <a:noFill/>
          <a:ln>
            <a:noFill/>
          </a:ln>
        </p:spPr>
        <p:txBody>
          <a:bodyPr spcFirstLastPara="1" wrap="square" lIns="91225" tIns="91225" rIns="91225" bIns="91225" anchor="t" anchorCtr="0">
            <a:noAutofit/>
          </a:bodyPr>
          <a:lstStyle/>
          <a:p>
            <a:pPr marL="0" marR="0" lvl="0" indent="0" algn="r" rtl="0">
              <a:lnSpc>
                <a:spcPct val="150000"/>
              </a:lnSpc>
              <a:spcBef>
                <a:spcPts val="0"/>
              </a:spcBef>
              <a:spcAft>
                <a:spcPts val="0"/>
              </a:spcAft>
              <a:buClr>
                <a:srgbClr val="000000"/>
              </a:buClr>
              <a:buSzPts val="900"/>
              <a:buFont typeface="Arial"/>
              <a:buNone/>
            </a:pPr>
            <a:r>
              <a:rPr lang="en" sz="900" b="1" i="0" u="none" strike="noStrike" cap="none">
                <a:solidFill>
                  <a:srgbClr val="333333"/>
                </a:solidFill>
                <a:latin typeface="Calibri"/>
                <a:ea typeface="Calibri"/>
                <a:cs typeface="Calibri"/>
                <a:sym typeface="Calibri"/>
              </a:rPr>
              <a:t>{{F_TR}}</a:t>
            </a:r>
            <a:endParaRPr sz="900" b="1" i="0" u="none" strike="noStrike" cap="none">
              <a:solidFill>
                <a:srgbClr val="333333"/>
              </a:solidFill>
              <a:latin typeface="Calibri"/>
              <a:ea typeface="Calibri"/>
              <a:cs typeface="Calibri"/>
              <a:sym typeface="Calibri"/>
            </a:endParaRPr>
          </a:p>
        </p:txBody>
      </p:sp>
      <p:sp>
        <p:nvSpPr>
          <p:cNvPr id="551" name="Google Shape;551;p52"/>
          <p:cNvSpPr txBox="1"/>
          <p:nvPr/>
        </p:nvSpPr>
        <p:spPr>
          <a:xfrm>
            <a:off x="6322754" y="1533709"/>
            <a:ext cx="3267600" cy="179700"/>
          </a:xfrm>
          <a:prstGeom prst="rect">
            <a:avLst/>
          </a:prstGeom>
          <a:noFill/>
          <a:ln>
            <a:noFill/>
          </a:ln>
        </p:spPr>
        <p:txBody>
          <a:bodyPr spcFirstLastPara="1" wrap="square" lIns="91225" tIns="91225" rIns="91225" bIns="91225" anchor="t" anchorCtr="0">
            <a:noAutofit/>
          </a:bodyPr>
          <a:lstStyle/>
          <a:p>
            <a:pPr marL="0" marR="0" lvl="0" indent="0" algn="l" rtl="0">
              <a:lnSpc>
                <a:spcPct val="150000"/>
              </a:lnSpc>
              <a:spcBef>
                <a:spcPts val="0"/>
              </a:spcBef>
              <a:spcAft>
                <a:spcPts val="0"/>
              </a:spcAft>
              <a:buClr>
                <a:srgbClr val="000000"/>
              </a:buClr>
              <a:buSzPts val="900"/>
              <a:buFont typeface="Arial"/>
              <a:buNone/>
            </a:pPr>
            <a:r>
              <a:rPr lang="en" sz="900" b="0" i="0" u="sng" strike="noStrike" cap="none">
                <a:solidFill>
                  <a:schemeClr val="hlink"/>
                </a:solidFill>
                <a:latin typeface="Calibri"/>
                <a:ea typeface="Calibri"/>
                <a:cs typeface="Calibri"/>
                <a:sym typeface="Calibri"/>
                <a:hlinkClick r:id="rId12"/>
              </a:rPr>
              <a:t>Service Catalog Discovery Rules</a:t>
            </a:r>
            <a:endParaRPr sz="900" b="0" i="0" u="none" strike="noStrike" cap="none">
              <a:solidFill>
                <a:srgbClr val="0254EC"/>
              </a:solidFill>
              <a:latin typeface="Calibri"/>
              <a:ea typeface="Calibri"/>
              <a:cs typeface="Calibri"/>
              <a:sym typeface="Calibri"/>
            </a:endParaRPr>
          </a:p>
        </p:txBody>
      </p:sp>
      <p:sp>
        <p:nvSpPr>
          <p:cNvPr id="552" name="Google Shape;552;p52"/>
          <p:cNvSpPr txBox="1"/>
          <p:nvPr/>
        </p:nvSpPr>
        <p:spPr>
          <a:xfrm>
            <a:off x="7250324" y="1532180"/>
            <a:ext cx="1596300" cy="179700"/>
          </a:xfrm>
          <a:prstGeom prst="rect">
            <a:avLst/>
          </a:prstGeom>
          <a:noFill/>
          <a:ln>
            <a:noFill/>
          </a:ln>
        </p:spPr>
        <p:txBody>
          <a:bodyPr spcFirstLastPara="1" wrap="square" lIns="91225" tIns="91225" rIns="91225" bIns="91225" anchor="t" anchorCtr="0">
            <a:noAutofit/>
          </a:bodyPr>
          <a:lstStyle/>
          <a:p>
            <a:pPr marL="0" marR="0" lvl="0" indent="0" algn="r" rtl="0">
              <a:lnSpc>
                <a:spcPct val="150000"/>
              </a:lnSpc>
              <a:spcBef>
                <a:spcPts val="0"/>
              </a:spcBef>
              <a:spcAft>
                <a:spcPts val="0"/>
              </a:spcAft>
              <a:buClr>
                <a:srgbClr val="000000"/>
              </a:buClr>
              <a:buSzPts val="900"/>
              <a:buFont typeface="Arial"/>
              <a:buNone/>
            </a:pPr>
            <a:r>
              <a:rPr lang="en" sz="900" b="1" i="0" u="none" strike="noStrike" cap="none">
                <a:solidFill>
                  <a:srgbClr val="333333"/>
                </a:solidFill>
                <a:latin typeface="Calibri"/>
                <a:ea typeface="Calibri"/>
                <a:cs typeface="Calibri"/>
                <a:sym typeface="Calibri"/>
              </a:rPr>
              <a:t>{{F_DR}}</a:t>
            </a:r>
            <a:endParaRPr sz="900" b="1" i="0" u="none" strike="noStrike" cap="none">
              <a:solidFill>
                <a:srgbClr val="333333"/>
              </a:solidFill>
              <a:latin typeface="Calibri"/>
              <a:ea typeface="Calibri"/>
              <a:cs typeface="Calibri"/>
              <a:sym typeface="Calibri"/>
            </a:endParaRPr>
          </a:p>
        </p:txBody>
      </p:sp>
      <p:sp>
        <p:nvSpPr>
          <p:cNvPr id="553" name="Google Shape;553;p52"/>
          <p:cNvSpPr txBox="1"/>
          <p:nvPr/>
        </p:nvSpPr>
        <p:spPr>
          <a:xfrm>
            <a:off x="6322754" y="1726496"/>
            <a:ext cx="3267600" cy="179700"/>
          </a:xfrm>
          <a:prstGeom prst="rect">
            <a:avLst/>
          </a:prstGeom>
          <a:noFill/>
          <a:ln>
            <a:noFill/>
          </a:ln>
        </p:spPr>
        <p:txBody>
          <a:bodyPr spcFirstLastPara="1" wrap="square" lIns="91225" tIns="91225" rIns="91225" bIns="91225" anchor="t" anchorCtr="0">
            <a:noAutofit/>
          </a:bodyPr>
          <a:lstStyle/>
          <a:p>
            <a:pPr marL="0" marR="0" lvl="0" indent="0" algn="l" rtl="0">
              <a:lnSpc>
                <a:spcPct val="150000"/>
              </a:lnSpc>
              <a:spcBef>
                <a:spcPts val="0"/>
              </a:spcBef>
              <a:spcAft>
                <a:spcPts val="0"/>
              </a:spcAft>
              <a:buClr>
                <a:srgbClr val="000000"/>
              </a:buClr>
              <a:buSzPts val="900"/>
              <a:buFont typeface="Arial"/>
              <a:buNone/>
            </a:pPr>
            <a:r>
              <a:rPr lang="en" sz="900" b="0" i="0" u="sng" strike="noStrike" cap="none">
                <a:solidFill>
                  <a:schemeClr val="hlink"/>
                </a:solidFill>
                <a:latin typeface="Calibri"/>
                <a:ea typeface="Calibri"/>
                <a:cs typeface="Calibri"/>
                <a:sym typeface="Calibri"/>
                <a:hlinkClick r:id="rId13"/>
              </a:rPr>
              <a:t>Inventory Management Rules</a:t>
            </a:r>
            <a:endParaRPr sz="900" b="0" i="0" u="none" strike="noStrike" cap="none">
              <a:solidFill>
                <a:srgbClr val="0254EC"/>
              </a:solidFill>
              <a:latin typeface="Calibri"/>
              <a:ea typeface="Calibri"/>
              <a:cs typeface="Calibri"/>
              <a:sym typeface="Calibri"/>
            </a:endParaRPr>
          </a:p>
        </p:txBody>
      </p:sp>
      <p:sp>
        <p:nvSpPr>
          <p:cNvPr id="554" name="Google Shape;554;p52"/>
          <p:cNvSpPr txBox="1"/>
          <p:nvPr/>
        </p:nvSpPr>
        <p:spPr>
          <a:xfrm>
            <a:off x="7250324" y="1724967"/>
            <a:ext cx="1596300" cy="179700"/>
          </a:xfrm>
          <a:prstGeom prst="rect">
            <a:avLst/>
          </a:prstGeom>
          <a:noFill/>
          <a:ln>
            <a:noFill/>
          </a:ln>
        </p:spPr>
        <p:txBody>
          <a:bodyPr spcFirstLastPara="1" wrap="square" lIns="91225" tIns="91225" rIns="91225" bIns="91225" anchor="t" anchorCtr="0">
            <a:noAutofit/>
          </a:bodyPr>
          <a:lstStyle/>
          <a:p>
            <a:pPr marL="0" marR="0" lvl="0" indent="0" algn="r" rtl="0">
              <a:lnSpc>
                <a:spcPct val="150000"/>
              </a:lnSpc>
              <a:spcBef>
                <a:spcPts val="0"/>
              </a:spcBef>
              <a:spcAft>
                <a:spcPts val="0"/>
              </a:spcAft>
              <a:buClr>
                <a:srgbClr val="000000"/>
              </a:buClr>
              <a:buSzPts val="900"/>
              <a:buFont typeface="Arial"/>
              <a:buNone/>
            </a:pPr>
            <a:r>
              <a:rPr lang="en" sz="900" b="1" i="0" u="none" strike="noStrike" cap="none">
                <a:solidFill>
                  <a:srgbClr val="333333"/>
                </a:solidFill>
                <a:latin typeface="Calibri"/>
                <a:ea typeface="Calibri"/>
                <a:cs typeface="Calibri"/>
                <a:sym typeface="Calibri"/>
              </a:rPr>
              <a:t>{{F_IR}}</a:t>
            </a:r>
            <a:endParaRPr sz="900" b="1" i="0" u="none" strike="noStrike" cap="none">
              <a:solidFill>
                <a:srgbClr val="333333"/>
              </a:solidFill>
              <a:latin typeface="Calibri"/>
              <a:ea typeface="Calibri"/>
              <a:cs typeface="Calibri"/>
              <a:sym typeface="Calibri"/>
            </a:endParaRPr>
          </a:p>
        </p:txBody>
      </p:sp>
      <p:sp>
        <p:nvSpPr>
          <p:cNvPr id="555" name="Google Shape;555;p52"/>
          <p:cNvSpPr txBox="1"/>
          <p:nvPr/>
        </p:nvSpPr>
        <p:spPr>
          <a:xfrm>
            <a:off x="6322754" y="1926024"/>
            <a:ext cx="3267600" cy="179700"/>
          </a:xfrm>
          <a:prstGeom prst="rect">
            <a:avLst/>
          </a:prstGeom>
          <a:noFill/>
          <a:ln>
            <a:noFill/>
          </a:ln>
        </p:spPr>
        <p:txBody>
          <a:bodyPr spcFirstLastPara="1" wrap="square" lIns="91225" tIns="91225" rIns="91225" bIns="91225" anchor="t" anchorCtr="0">
            <a:noAutofit/>
          </a:bodyPr>
          <a:lstStyle/>
          <a:p>
            <a:pPr marL="0" marR="0" lvl="0" indent="0" algn="l" rtl="0">
              <a:lnSpc>
                <a:spcPct val="150000"/>
              </a:lnSpc>
              <a:spcBef>
                <a:spcPts val="0"/>
              </a:spcBef>
              <a:spcAft>
                <a:spcPts val="0"/>
              </a:spcAft>
              <a:buClr>
                <a:srgbClr val="000000"/>
              </a:buClr>
              <a:buSzPts val="900"/>
              <a:buFont typeface="Arial"/>
              <a:buNone/>
            </a:pPr>
            <a:r>
              <a:rPr lang="en" sz="900" b="0" i="0" u="sng" strike="noStrike" cap="none">
                <a:solidFill>
                  <a:schemeClr val="hlink"/>
                </a:solidFill>
                <a:latin typeface="Calibri"/>
                <a:ea typeface="Calibri"/>
                <a:cs typeface="Calibri"/>
                <a:sym typeface="Calibri"/>
                <a:hlinkClick r:id="rId14"/>
              </a:rPr>
              <a:t>User Created Posture Policies</a:t>
            </a:r>
            <a:endParaRPr sz="900" b="0" i="0" u="none" strike="noStrike" cap="none">
              <a:solidFill>
                <a:srgbClr val="0254EC"/>
              </a:solidFill>
              <a:latin typeface="Calibri"/>
              <a:ea typeface="Calibri"/>
              <a:cs typeface="Calibri"/>
              <a:sym typeface="Calibri"/>
            </a:endParaRPr>
          </a:p>
        </p:txBody>
      </p:sp>
      <p:sp>
        <p:nvSpPr>
          <p:cNvPr id="556" name="Google Shape;556;p52"/>
          <p:cNvSpPr txBox="1"/>
          <p:nvPr/>
        </p:nvSpPr>
        <p:spPr>
          <a:xfrm>
            <a:off x="7250324" y="1924495"/>
            <a:ext cx="1596300" cy="179700"/>
          </a:xfrm>
          <a:prstGeom prst="rect">
            <a:avLst/>
          </a:prstGeom>
          <a:noFill/>
          <a:ln>
            <a:noFill/>
          </a:ln>
        </p:spPr>
        <p:txBody>
          <a:bodyPr spcFirstLastPara="1" wrap="square" lIns="91225" tIns="91225" rIns="91225" bIns="91225" anchor="t" anchorCtr="0">
            <a:noAutofit/>
          </a:bodyPr>
          <a:lstStyle/>
          <a:p>
            <a:pPr marL="0" marR="0" lvl="0" indent="0" algn="r" rtl="0">
              <a:lnSpc>
                <a:spcPct val="150000"/>
              </a:lnSpc>
              <a:spcBef>
                <a:spcPts val="0"/>
              </a:spcBef>
              <a:spcAft>
                <a:spcPts val="0"/>
              </a:spcAft>
              <a:buClr>
                <a:srgbClr val="000000"/>
              </a:buClr>
              <a:buSzPts val="900"/>
              <a:buFont typeface="Arial"/>
              <a:buNone/>
            </a:pPr>
            <a:r>
              <a:rPr lang="en" sz="900" b="1" i="0" u="none" strike="noStrike" cap="none">
                <a:solidFill>
                  <a:srgbClr val="333333"/>
                </a:solidFill>
                <a:latin typeface="Calibri"/>
                <a:ea typeface="Calibri"/>
                <a:cs typeface="Calibri"/>
                <a:sym typeface="Calibri"/>
              </a:rPr>
              <a:t>{{F_PP}}</a:t>
            </a:r>
            <a:endParaRPr sz="900" b="1" i="0" u="none" strike="noStrike" cap="none">
              <a:solidFill>
                <a:srgbClr val="333333"/>
              </a:solidFill>
              <a:latin typeface="Calibri"/>
              <a:ea typeface="Calibri"/>
              <a:cs typeface="Calibri"/>
              <a:sym typeface="Calibri"/>
            </a:endParaRPr>
          </a:p>
        </p:txBody>
      </p:sp>
      <p:sp>
        <p:nvSpPr>
          <p:cNvPr id="557" name="Google Shape;557;p52"/>
          <p:cNvSpPr txBox="1"/>
          <p:nvPr/>
        </p:nvSpPr>
        <p:spPr>
          <a:xfrm>
            <a:off x="6322754" y="2125553"/>
            <a:ext cx="3267600" cy="179700"/>
          </a:xfrm>
          <a:prstGeom prst="rect">
            <a:avLst/>
          </a:prstGeom>
          <a:noFill/>
          <a:ln>
            <a:noFill/>
          </a:ln>
        </p:spPr>
        <p:txBody>
          <a:bodyPr spcFirstLastPara="1" wrap="square" lIns="91225" tIns="91225" rIns="91225" bIns="91225" anchor="t" anchorCtr="0">
            <a:noAutofit/>
          </a:bodyPr>
          <a:lstStyle/>
          <a:p>
            <a:pPr marL="0" marR="0" lvl="0" indent="0" algn="l" rtl="0">
              <a:lnSpc>
                <a:spcPct val="150000"/>
              </a:lnSpc>
              <a:spcBef>
                <a:spcPts val="0"/>
              </a:spcBef>
              <a:spcAft>
                <a:spcPts val="0"/>
              </a:spcAft>
              <a:buClr>
                <a:srgbClr val="000000"/>
              </a:buClr>
              <a:buSzPts val="900"/>
              <a:buFont typeface="Arial"/>
              <a:buNone/>
            </a:pPr>
            <a:r>
              <a:rPr lang="en" sz="900" b="0" i="0" u="sng" strike="noStrike" cap="none">
                <a:solidFill>
                  <a:schemeClr val="hlink"/>
                </a:solidFill>
                <a:latin typeface="Calibri"/>
                <a:ea typeface="Calibri"/>
                <a:cs typeface="Calibri"/>
                <a:sym typeface="Calibri"/>
                <a:hlinkClick r:id="rId15"/>
              </a:rPr>
              <a:t>User Created Monitored Metrics</a:t>
            </a:r>
            <a:endParaRPr sz="900" b="0" i="0" u="none" strike="noStrike" cap="none">
              <a:solidFill>
                <a:srgbClr val="0254EC"/>
              </a:solidFill>
              <a:latin typeface="Calibri"/>
              <a:ea typeface="Calibri"/>
              <a:cs typeface="Calibri"/>
              <a:sym typeface="Calibri"/>
            </a:endParaRPr>
          </a:p>
        </p:txBody>
      </p:sp>
      <p:sp>
        <p:nvSpPr>
          <p:cNvPr id="558" name="Google Shape;558;p52"/>
          <p:cNvSpPr txBox="1"/>
          <p:nvPr/>
        </p:nvSpPr>
        <p:spPr>
          <a:xfrm>
            <a:off x="7250324" y="2124024"/>
            <a:ext cx="1596300" cy="179700"/>
          </a:xfrm>
          <a:prstGeom prst="rect">
            <a:avLst/>
          </a:prstGeom>
          <a:noFill/>
          <a:ln>
            <a:noFill/>
          </a:ln>
        </p:spPr>
        <p:txBody>
          <a:bodyPr spcFirstLastPara="1" wrap="square" lIns="91225" tIns="91225" rIns="91225" bIns="91225" anchor="t" anchorCtr="0">
            <a:noAutofit/>
          </a:bodyPr>
          <a:lstStyle/>
          <a:p>
            <a:pPr marL="0" marR="0" lvl="0" indent="0" algn="r" rtl="0">
              <a:lnSpc>
                <a:spcPct val="150000"/>
              </a:lnSpc>
              <a:spcBef>
                <a:spcPts val="0"/>
              </a:spcBef>
              <a:spcAft>
                <a:spcPts val="0"/>
              </a:spcAft>
              <a:buClr>
                <a:srgbClr val="000000"/>
              </a:buClr>
              <a:buSzPts val="900"/>
              <a:buFont typeface="Arial"/>
              <a:buNone/>
            </a:pPr>
            <a:r>
              <a:rPr lang="en" sz="900" b="1" i="0" u="none" strike="noStrike" cap="none">
                <a:solidFill>
                  <a:srgbClr val="333333"/>
                </a:solidFill>
                <a:latin typeface="Calibri"/>
                <a:ea typeface="Calibri"/>
                <a:cs typeface="Calibri"/>
                <a:sym typeface="Calibri"/>
              </a:rPr>
              <a:t>{{F_MM}}</a:t>
            </a:r>
            <a:endParaRPr sz="900" b="1" i="0" u="none" strike="noStrike" cap="none">
              <a:solidFill>
                <a:srgbClr val="333333"/>
              </a:solidFill>
              <a:latin typeface="Calibri"/>
              <a:ea typeface="Calibri"/>
              <a:cs typeface="Calibri"/>
              <a:sym typeface="Calibri"/>
            </a:endParaRPr>
          </a:p>
        </p:txBody>
      </p:sp>
      <p:sp>
        <p:nvSpPr>
          <p:cNvPr id="559" name="Google Shape;559;p52"/>
          <p:cNvSpPr txBox="1"/>
          <p:nvPr/>
        </p:nvSpPr>
        <p:spPr>
          <a:xfrm>
            <a:off x="6315488" y="2322082"/>
            <a:ext cx="3267600" cy="179700"/>
          </a:xfrm>
          <a:prstGeom prst="rect">
            <a:avLst/>
          </a:prstGeom>
          <a:noFill/>
          <a:ln>
            <a:noFill/>
          </a:ln>
        </p:spPr>
        <p:txBody>
          <a:bodyPr spcFirstLastPara="1" wrap="square" lIns="91225" tIns="91225" rIns="91225" bIns="91225" anchor="t" anchorCtr="0">
            <a:noAutofit/>
          </a:bodyPr>
          <a:lstStyle/>
          <a:p>
            <a:pPr marL="0" marR="0" lvl="0" indent="0" algn="l" rtl="0">
              <a:lnSpc>
                <a:spcPct val="150000"/>
              </a:lnSpc>
              <a:spcBef>
                <a:spcPts val="0"/>
              </a:spcBef>
              <a:spcAft>
                <a:spcPts val="0"/>
              </a:spcAft>
              <a:buClr>
                <a:srgbClr val="000000"/>
              </a:buClr>
              <a:buSzPts val="900"/>
              <a:buFont typeface="Arial"/>
              <a:buNone/>
            </a:pPr>
            <a:r>
              <a:rPr lang="en" sz="900" b="0" i="0" u="sng" strike="noStrike" cap="none">
                <a:solidFill>
                  <a:schemeClr val="hlink"/>
                </a:solidFill>
                <a:latin typeface="Calibri"/>
                <a:ea typeface="Calibri"/>
                <a:cs typeface="Calibri"/>
                <a:sym typeface="Calibri"/>
                <a:hlinkClick r:id="rId16"/>
              </a:rPr>
              <a:t>Champion Center Owners</a:t>
            </a:r>
            <a:endParaRPr sz="900" b="0" i="0" u="none" strike="noStrike" cap="none">
              <a:solidFill>
                <a:srgbClr val="0254EC"/>
              </a:solidFill>
              <a:latin typeface="Calibri"/>
              <a:ea typeface="Calibri"/>
              <a:cs typeface="Calibri"/>
              <a:sym typeface="Calibri"/>
            </a:endParaRPr>
          </a:p>
        </p:txBody>
      </p:sp>
      <p:sp>
        <p:nvSpPr>
          <p:cNvPr id="560" name="Google Shape;560;p52"/>
          <p:cNvSpPr txBox="1"/>
          <p:nvPr/>
        </p:nvSpPr>
        <p:spPr>
          <a:xfrm>
            <a:off x="7243057" y="2309149"/>
            <a:ext cx="1596300" cy="179700"/>
          </a:xfrm>
          <a:prstGeom prst="rect">
            <a:avLst/>
          </a:prstGeom>
          <a:noFill/>
          <a:ln>
            <a:noFill/>
          </a:ln>
        </p:spPr>
        <p:txBody>
          <a:bodyPr spcFirstLastPara="1" wrap="square" lIns="91225" tIns="91225" rIns="91225" bIns="91225" anchor="t" anchorCtr="0">
            <a:noAutofit/>
          </a:bodyPr>
          <a:lstStyle/>
          <a:p>
            <a:pPr marL="0" marR="0" lvl="0" indent="0" algn="r" rtl="0">
              <a:lnSpc>
                <a:spcPct val="150000"/>
              </a:lnSpc>
              <a:spcBef>
                <a:spcPts val="0"/>
              </a:spcBef>
              <a:spcAft>
                <a:spcPts val="0"/>
              </a:spcAft>
              <a:buClr>
                <a:srgbClr val="000000"/>
              </a:buClr>
              <a:buSzPts val="900"/>
              <a:buFont typeface="Arial"/>
              <a:buNone/>
            </a:pPr>
            <a:r>
              <a:rPr lang="en" sz="900" b="1" i="0" u="none" strike="noStrike" cap="none">
                <a:solidFill>
                  <a:srgbClr val="333333"/>
                </a:solidFill>
                <a:latin typeface="Calibri"/>
                <a:ea typeface="Calibri"/>
                <a:cs typeface="Calibri"/>
                <a:sym typeface="Calibri"/>
              </a:rPr>
              <a:t>{{CC_TOT}}</a:t>
            </a:r>
            <a:endParaRPr sz="900" b="1" i="0" u="none" strike="noStrike" cap="none">
              <a:solidFill>
                <a:srgbClr val="333333"/>
              </a:solidFill>
              <a:latin typeface="Calibri"/>
              <a:ea typeface="Calibri"/>
              <a:cs typeface="Calibri"/>
              <a:sym typeface="Calibri"/>
            </a:endParaRPr>
          </a:p>
        </p:txBody>
      </p:sp>
      <p:sp>
        <p:nvSpPr>
          <p:cNvPr id="561" name="Google Shape;561;p52"/>
          <p:cNvSpPr txBox="1"/>
          <p:nvPr/>
        </p:nvSpPr>
        <p:spPr>
          <a:xfrm>
            <a:off x="6319629" y="2508697"/>
            <a:ext cx="2223600" cy="179700"/>
          </a:xfrm>
          <a:prstGeom prst="rect">
            <a:avLst/>
          </a:prstGeom>
          <a:noFill/>
          <a:ln>
            <a:noFill/>
          </a:ln>
        </p:spPr>
        <p:txBody>
          <a:bodyPr spcFirstLastPara="1" wrap="square" lIns="91225" tIns="91225" rIns="91225" bIns="91225" anchor="t" anchorCtr="0">
            <a:noAutofit/>
          </a:bodyPr>
          <a:lstStyle/>
          <a:p>
            <a:pPr marL="0" marR="0" lvl="0" indent="0" algn="l" rtl="0">
              <a:lnSpc>
                <a:spcPct val="150000"/>
              </a:lnSpc>
              <a:spcBef>
                <a:spcPts val="0"/>
              </a:spcBef>
              <a:spcAft>
                <a:spcPts val="0"/>
              </a:spcAft>
              <a:buClr>
                <a:srgbClr val="000000"/>
              </a:buClr>
              <a:buSzPts val="900"/>
              <a:buFont typeface="Arial"/>
              <a:buNone/>
            </a:pPr>
            <a:r>
              <a:rPr lang="en" sz="900" b="0" i="0" u="sng" strike="noStrike" cap="none">
                <a:solidFill>
                  <a:schemeClr val="hlink"/>
                </a:solidFill>
                <a:latin typeface="Calibri"/>
                <a:ea typeface="Calibri"/>
                <a:cs typeface="Calibri"/>
                <a:sym typeface="Calibri"/>
                <a:hlinkClick r:id="rId17"/>
              </a:rPr>
              <a:t>Using Wiz Browser Extension</a:t>
            </a:r>
            <a:endParaRPr sz="900" b="0" i="0" u="none" strike="noStrike" cap="none">
              <a:solidFill>
                <a:srgbClr val="0254EC"/>
              </a:solidFill>
              <a:latin typeface="Calibri"/>
              <a:ea typeface="Calibri"/>
              <a:cs typeface="Calibri"/>
              <a:sym typeface="Calibri"/>
            </a:endParaRPr>
          </a:p>
        </p:txBody>
      </p:sp>
      <p:sp>
        <p:nvSpPr>
          <p:cNvPr id="562" name="Google Shape;562;p52"/>
          <p:cNvSpPr txBox="1"/>
          <p:nvPr/>
        </p:nvSpPr>
        <p:spPr>
          <a:xfrm>
            <a:off x="7247197" y="2495763"/>
            <a:ext cx="1596300" cy="179700"/>
          </a:xfrm>
          <a:prstGeom prst="rect">
            <a:avLst/>
          </a:prstGeom>
          <a:noFill/>
          <a:ln>
            <a:noFill/>
          </a:ln>
        </p:spPr>
        <p:txBody>
          <a:bodyPr spcFirstLastPara="1" wrap="square" lIns="91225" tIns="91225" rIns="91225" bIns="91225" anchor="t" anchorCtr="0">
            <a:noAutofit/>
          </a:bodyPr>
          <a:lstStyle/>
          <a:p>
            <a:pPr marL="0" marR="0" lvl="0" indent="0" algn="r" rtl="0">
              <a:lnSpc>
                <a:spcPct val="150000"/>
              </a:lnSpc>
              <a:spcBef>
                <a:spcPts val="0"/>
              </a:spcBef>
              <a:spcAft>
                <a:spcPts val="0"/>
              </a:spcAft>
              <a:buClr>
                <a:srgbClr val="000000"/>
              </a:buClr>
              <a:buSzPts val="900"/>
              <a:buFont typeface="Arial"/>
              <a:buNone/>
            </a:pPr>
            <a:r>
              <a:rPr lang="en" sz="900" b="1" i="0" u="none" strike="noStrike" cap="none">
                <a:solidFill>
                  <a:srgbClr val="333333"/>
                </a:solidFill>
                <a:latin typeface="Calibri"/>
                <a:ea typeface="Calibri"/>
                <a:cs typeface="Calibri"/>
                <a:sym typeface="Calibri"/>
              </a:rPr>
              <a:t>{{F_BE}}</a:t>
            </a:r>
            <a:endParaRPr sz="900" b="1" i="0" u="none" strike="noStrike" cap="none">
              <a:solidFill>
                <a:srgbClr val="333333"/>
              </a:solidFill>
              <a:latin typeface="Calibri"/>
              <a:ea typeface="Calibri"/>
              <a:cs typeface="Calibri"/>
              <a:sym typeface="Calibri"/>
            </a:endParaRPr>
          </a:p>
        </p:txBody>
      </p:sp>
      <p:pic>
        <p:nvPicPr>
          <p:cNvPr id="563" name="Google Shape;563;p52" title="Group 1000004640.png"/>
          <p:cNvPicPr preferRelativeResize="0"/>
          <p:nvPr/>
        </p:nvPicPr>
        <p:blipFill rotWithShape="1">
          <a:blip r:embed="rId18">
            <a:alphaModFix/>
          </a:blip>
          <a:srcRect/>
          <a:stretch/>
        </p:blipFill>
        <p:spPr>
          <a:xfrm>
            <a:off x="6701399" y="3945838"/>
            <a:ext cx="1202026" cy="1216270"/>
          </a:xfrm>
          <a:prstGeom prst="rect">
            <a:avLst/>
          </a:prstGeom>
          <a:noFill/>
          <a:ln>
            <a:noFill/>
          </a:ln>
        </p:spPr>
      </p:pic>
      <p:pic>
        <p:nvPicPr>
          <p:cNvPr id="564" name="Google Shape;564;p52" title="Group 1000004641.png"/>
          <p:cNvPicPr preferRelativeResize="0"/>
          <p:nvPr/>
        </p:nvPicPr>
        <p:blipFill rotWithShape="1">
          <a:blip r:embed="rId19">
            <a:alphaModFix/>
          </a:blip>
          <a:srcRect/>
          <a:stretch/>
        </p:blipFill>
        <p:spPr>
          <a:xfrm>
            <a:off x="4245479" y="3945838"/>
            <a:ext cx="1202026" cy="1216270"/>
          </a:xfrm>
          <a:prstGeom prst="rect">
            <a:avLst/>
          </a:prstGeom>
          <a:noFill/>
          <a:ln>
            <a:noFill/>
          </a:ln>
        </p:spPr>
      </p:pic>
      <p:pic>
        <p:nvPicPr>
          <p:cNvPr id="565" name="Google Shape;565;p52" title="Group 1000004639.png"/>
          <p:cNvPicPr preferRelativeResize="0"/>
          <p:nvPr/>
        </p:nvPicPr>
        <p:blipFill rotWithShape="1">
          <a:blip r:embed="rId20">
            <a:alphaModFix/>
          </a:blip>
          <a:srcRect/>
          <a:stretch/>
        </p:blipFill>
        <p:spPr>
          <a:xfrm>
            <a:off x="1789559" y="3945838"/>
            <a:ext cx="1202026" cy="1216270"/>
          </a:xfrm>
          <a:prstGeom prst="rect">
            <a:avLst/>
          </a:prstGeom>
          <a:noFill/>
          <a:ln>
            <a:noFill/>
          </a:ln>
        </p:spPr>
      </p:pic>
      <p:sp>
        <p:nvSpPr>
          <p:cNvPr id="566" name="Google Shape;566;p52"/>
          <p:cNvSpPr/>
          <p:nvPr/>
        </p:nvSpPr>
        <p:spPr>
          <a:xfrm>
            <a:off x="1826818" y="4593453"/>
            <a:ext cx="1115100" cy="120300"/>
          </a:xfrm>
          <a:prstGeom prst="rect">
            <a:avLst/>
          </a:prstGeom>
          <a:noFill/>
          <a:ln>
            <a:noFill/>
          </a:ln>
        </p:spPr>
        <p:txBody>
          <a:bodyPr spcFirstLastPara="1" wrap="square" lIns="0" tIns="0" rIns="0" bIns="0" anchor="ctr" anchorCtr="0">
            <a:noAutofit/>
          </a:bodyPr>
          <a:lstStyle/>
          <a:p>
            <a:pPr marL="0" marR="0" lvl="0" indent="0" algn="ctr" rtl="0">
              <a:lnSpc>
                <a:spcPct val="112258"/>
              </a:lnSpc>
              <a:spcBef>
                <a:spcPts val="0"/>
              </a:spcBef>
              <a:spcAft>
                <a:spcPts val="0"/>
              </a:spcAft>
              <a:buClr>
                <a:srgbClr val="0254EC"/>
              </a:buClr>
              <a:buSzPts val="736"/>
              <a:buFont typeface="DM Sans"/>
              <a:buNone/>
            </a:pPr>
            <a:r>
              <a:rPr lang="en" sz="800" b="1" i="0" u="none" strike="noStrike" cap="none">
                <a:solidFill>
                  <a:srgbClr val="0254EC"/>
                </a:solidFill>
                <a:latin typeface="Calibri"/>
                <a:ea typeface="Calibri"/>
                <a:cs typeface="Calibri"/>
                <a:sym typeface="Calibri"/>
              </a:rPr>
              <a:t>Green Agent</a:t>
            </a:r>
            <a:endParaRPr sz="800" b="1" i="0" u="none" strike="noStrike" cap="none">
              <a:solidFill>
                <a:srgbClr val="000000"/>
              </a:solidFill>
              <a:latin typeface="Calibri"/>
              <a:ea typeface="Calibri"/>
              <a:cs typeface="Calibri"/>
              <a:sym typeface="Calibri"/>
            </a:endParaRPr>
          </a:p>
        </p:txBody>
      </p:sp>
      <p:sp>
        <p:nvSpPr>
          <p:cNvPr id="567" name="Google Shape;567;p52"/>
          <p:cNvSpPr/>
          <p:nvPr/>
        </p:nvSpPr>
        <p:spPr>
          <a:xfrm>
            <a:off x="1837294" y="4876841"/>
            <a:ext cx="1093200" cy="176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1741"/>
              </a:buClr>
              <a:buSzPts val="631"/>
              <a:buFont typeface="DM Sans"/>
              <a:buNone/>
            </a:pPr>
            <a:r>
              <a:rPr lang="en" sz="1021" b="0" i="0" u="none" strike="noStrike" cap="none">
                <a:solidFill>
                  <a:srgbClr val="000000"/>
                </a:solidFill>
                <a:latin typeface="Calibri"/>
                <a:ea typeface="Calibri"/>
                <a:cs typeface="Calibri"/>
                <a:sym typeface="Calibri"/>
              </a:rPr>
              <a:t>Enabled</a:t>
            </a:r>
            <a:br>
              <a:rPr lang="en" sz="1021" b="0" i="0" u="none" strike="noStrike" cap="none">
                <a:solidFill>
                  <a:srgbClr val="000000"/>
                </a:solidFill>
                <a:latin typeface="Calibri"/>
                <a:ea typeface="Calibri"/>
                <a:cs typeface="Calibri"/>
                <a:sym typeface="Calibri"/>
              </a:rPr>
            </a:br>
            <a:r>
              <a:rPr lang="en" sz="1021" b="0" i="0" u="none" strike="noStrike" cap="none">
                <a:solidFill>
                  <a:srgbClr val="000000"/>
                </a:solidFill>
                <a:latin typeface="Calibri"/>
                <a:ea typeface="Calibri"/>
                <a:cs typeface="Calibri"/>
                <a:sym typeface="Calibri"/>
              </a:rPr>
              <a:t>{{F_GA}}</a:t>
            </a:r>
            <a:br>
              <a:rPr lang="en" sz="1021" b="0" i="0" u="none" strike="noStrike" cap="none">
                <a:solidFill>
                  <a:srgbClr val="000000"/>
                </a:solidFill>
                <a:latin typeface="Calibri"/>
                <a:ea typeface="Calibri"/>
                <a:cs typeface="Calibri"/>
                <a:sym typeface="Calibri"/>
              </a:rPr>
            </a:br>
            <a:endParaRPr sz="1021" b="0" i="0" u="none" strike="noStrike" cap="none">
              <a:solidFill>
                <a:srgbClr val="000000"/>
              </a:solidFill>
              <a:latin typeface="Calibri"/>
              <a:ea typeface="Calibri"/>
              <a:cs typeface="Calibri"/>
              <a:sym typeface="Calibri"/>
            </a:endParaRPr>
          </a:p>
        </p:txBody>
      </p:sp>
      <p:sp>
        <p:nvSpPr>
          <p:cNvPr id="568" name="Google Shape;568;p52"/>
          <p:cNvSpPr/>
          <p:nvPr/>
        </p:nvSpPr>
        <p:spPr>
          <a:xfrm>
            <a:off x="792658" y="4465733"/>
            <a:ext cx="938400" cy="205800"/>
          </a:xfrm>
          <a:prstGeom prst="rect">
            <a:avLst/>
          </a:prstGeom>
          <a:noFill/>
          <a:ln>
            <a:noFill/>
          </a:ln>
        </p:spPr>
        <p:txBody>
          <a:bodyPr spcFirstLastPara="1" wrap="square" lIns="0" tIns="0" rIns="0" bIns="0" anchor="ctr" anchorCtr="0">
            <a:noAutofit/>
          </a:bodyPr>
          <a:lstStyle/>
          <a:p>
            <a:pPr marL="0" marR="0" lvl="0" indent="0" algn="ctr" rtl="0">
              <a:lnSpc>
                <a:spcPct val="112255"/>
              </a:lnSpc>
              <a:spcBef>
                <a:spcPts val="0"/>
              </a:spcBef>
              <a:spcAft>
                <a:spcPts val="0"/>
              </a:spcAft>
              <a:buClr>
                <a:srgbClr val="0254EC"/>
              </a:buClr>
              <a:buSzPts val="736"/>
              <a:buFont typeface="DM Sans"/>
              <a:buNone/>
            </a:pPr>
            <a:r>
              <a:rPr lang="en" sz="900" b="1" i="0" u="none" strike="noStrike" cap="none">
                <a:solidFill>
                  <a:srgbClr val="0254EC"/>
                </a:solidFill>
                <a:latin typeface="Calibri"/>
                <a:ea typeface="Calibri"/>
                <a:cs typeface="Calibri"/>
                <a:sym typeface="Calibri"/>
              </a:rPr>
              <a:t>Preventive Security</a:t>
            </a:r>
            <a:endParaRPr sz="900" b="1" i="0" u="none" strike="noStrike" cap="none">
              <a:solidFill>
                <a:srgbClr val="000000"/>
              </a:solidFill>
              <a:latin typeface="Calibri"/>
              <a:ea typeface="Calibri"/>
              <a:cs typeface="Calibri"/>
              <a:sym typeface="Calibri"/>
            </a:endParaRPr>
          </a:p>
        </p:txBody>
      </p:sp>
      <p:sp>
        <p:nvSpPr>
          <p:cNvPr id="569" name="Google Shape;569;p52"/>
          <p:cNvSpPr/>
          <p:nvPr/>
        </p:nvSpPr>
        <p:spPr>
          <a:xfrm>
            <a:off x="746564" y="4637698"/>
            <a:ext cx="1029300" cy="314700"/>
          </a:xfrm>
          <a:prstGeom prst="rect">
            <a:avLst/>
          </a:prstGeom>
          <a:noFill/>
          <a:ln>
            <a:noFill/>
          </a:ln>
        </p:spPr>
        <p:txBody>
          <a:bodyPr spcFirstLastPara="1" wrap="square" lIns="0" tIns="0" rIns="0" bIns="0" anchor="b" anchorCtr="0">
            <a:noAutofit/>
          </a:bodyPr>
          <a:lstStyle/>
          <a:p>
            <a:pPr marL="0" marR="0" lvl="0" indent="0" algn="ctr" rtl="0">
              <a:lnSpc>
                <a:spcPct val="110576"/>
              </a:lnSpc>
              <a:spcBef>
                <a:spcPts val="0"/>
              </a:spcBef>
              <a:spcAft>
                <a:spcPts val="0"/>
              </a:spcAft>
              <a:buClr>
                <a:srgbClr val="001741"/>
              </a:buClr>
              <a:buSzPts val="631"/>
              <a:buFont typeface="DM Sans"/>
              <a:buNone/>
            </a:pPr>
            <a:r>
              <a:rPr lang="en" sz="730" b="0" i="0" u="none" strike="noStrike" cap="none">
                <a:solidFill>
                  <a:srgbClr val="001741"/>
                </a:solidFill>
                <a:latin typeface="Calibri"/>
                <a:ea typeface="Calibri"/>
                <a:cs typeface="Calibri"/>
                <a:sym typeface="Calibri"/>
              </a:rPr>
              <a:t>Build securely and </a:t>
            </a:r>
            <a:br>
              <a:rPr lang="en" sz="730" b="0" i="0" u="none" strike="noStrike" cap="none">
                <a:solidFill>
                  <a:srgbClr val="001741"/>
                </a:solidFill>
                <a:latin typeface="Calibri"/>
                <a:ea typeface="Calibri"/>
                <a:cs typeface="Calibri"/>
                <a:sym typeface="Calibri"/>
              </a:rPr>
            </a:br>
            <a:r>
              <a:rPr lang="en" sz="730" b="0" i="0" u="none" strike="noStrike" cap="none">
                <a:solidFill>
                  <a:srgbClr val="001741"/>
                </a:solidFill>
                <a:latin typeface="Calibri"/>
                <a:ea typeface="Calibri"/>
                <a:cs typeface="Calibri"/>
                <a:sym typeface="Calibri"/>
              </a:rPr>
              <a:t>remediate at the source</a:t>
            </a:r>
            <a:endParaRPr sz="730" b="0" i="0" u="none" strike="noStrike" cap="none">
              <a:solidFill>
                <a:srgbClr val="000000"/>
              </a:solidFill>
              <a:latin typeface="Calibri"/>
              <a:ea typeface="Calibri"/>
              <a:cs typeface="Calibri"/>
              <a:sym typeface="Calibri"/>
            </a:endParaRPr>
          </a:p>
        </p:txBody>
      </p:sp>
      <p:sp>
        <p:nvSpPr>
          <p:cNvPr id="570" name="Google Shape;570;p52"/>
          <p:cNvSpPr/>
          <p:nvPr/>
        </p:nvSpPr>
        <p:spPr>
          <a:xfrm>
            <a:off x="3258006" y="4471049"/>
            <a:ext cx="938400" cy="205800"/>
          </a:xfrm>
          <a:prstGeom prst="rect">
            <a:avLst/>
          </a:prstGeom>
          <a:noFill/>
          <a:ln>
            <a:noFill/>
          </a:ln>
        </p:spPr>
        <p:txBody>
          <a:bodyPr spcFirstLastPara="1" wrap="square" lIns="0" tIns="0" rIns="0" bIns="0" anchor="ctr" anchorCtr="0">
            <a:noAutofit/>
          </a:bodyPr>
          <a:lstStyle/>
          <a:p>
            <a:pPr marL="0" marR="0" lvl="0" indent="0" algn="ctr" rtl="0">
              <a:lnSpc>
                <a:spcPct val="112255"/>
              </a:lnSpc>
              <a:spcBef>
                <a:spcPts val="0"/>
              </a:spcBef>
              <a:spcAft>
                <a:spcPts val="0"/>
              </a:spcAft>
              <a:buClr>
                <a:srgbClr val="0254EC"/>
              </a:buClr>
              <a:buSzPts val="736"/>
              <a:buFont typeface="DM Sans"/>
              <a:buNone/>
            </a:pPr>
            <a:r>
              <a:rPr lang="en" sz="900" b="1" i="0" u="none" strike="noStrike" cap="none">
                <a:solidFill>
                  <a:srgbClr val="0254EC"/>
                </a:solidFill>
                <a:latin typeface="Calibri"/>
                <a:ea typeface="Calibri"/>
                <a:cs typeface="Calibri"/>
                <a:sym typeface="Calibri"/>
              </a:rPr>
              <a:t>Reactive Security</a:t>
            </a:r>
            <a:endParaRPr sz="900" b="1" i="0" u="none" strike="noStrike" cap="none">
              <a:solidFill>
                <a:srgbClr val="000000"/>
              </a:solidFill>
              <a:latin typeface="Calibri"/>
              <a:ea typeface="Calibri"/>
              <a:cs typeface="Calibri"/>
              <a:sym typeface="Calibri"/>
            </a:endParaRPr>
          </a:p>
        </p:txBody>
      </p:sp>
      <p:sp>
        <p:nvSpPr>
          <p:cNvPr id="571" name="Google Shape;571;p52"/>
          <p:cNvSpPr/>
          <p:nvPr/>
        </p:nvSpPr>
        <p:spPr>
          <a:xfrm>
            <a:off x="3173074" y="4650643"/>
            <a:ext cx="1117800" cy="314700"/>
          </a:xfrm>
          <a:prstGeom prst="rect">
            <a:avLst/>
          </a:prstGeom>
          <a:noFill/>
          <a:ln>
            <a:noFill/>
          </a:ln>
        </p:spPr>
        <p:txBody>
          <a:bodyPr spcFirstLastPara="1" wrap="square" lIns="0" tIns="0" rIns="0" bIns="0" anchor="ctr" anchorCtr="0">
            <a:noAutofit/>
          </a:bodyPr>
          <a:lstStyle/>
          <a:p>
            <a:pPr marL="0" marR="0" lvl="0" indent="0" algn="ctr" rtl="0">
              <a:lnSpc>
                <a:spcPct val="110576"/>
              </a:lnSpc>
              <a:spcBef>
                <a:spcPts val="0"/>
              </a:spcBef>
              <a:spcAft>
                <a:spcPts val="0"/>
              </a:spcAft>
              <a:buClr>
                <a:srgbClr val="001741"/>
              </a:buClr>
              <a:buSzPts val="631"/>
              <a:buFont typeface="DM Sans"/>
              <a:buNone/>
            </a:pPr>
            <a:r>
              <a:rPr lang="en" sz="730" b="0" i="0" u="none" strike="noStrike" cap="none">
                <a:solidFill>
                  <a:srgbClr val="001741"/>
                </a:solidFill>
                <a:latin typeface="Calibri"/>
                <a:ea typeface="Calibri"/>
                <a:cs typeface="Calibri"/>
                <a:sym typeface="Calibri"/>
              </a:rPr>
              <a:t>Investigate and </a:t>
            </a:r>
            <a:br>
              <a:rPr lang="en" sz="730" b="0" i="0" u="none" strike="noStrike" cap="none">
                <a:solidFill>
                  <a:srgbClr val="001741"/>
                </a:solidFill>
                <a:latin typeface="Calibri"/>
                <a:ea typeface="Calibri"/>
                <a:cs typeface="Calibri"/>
                <a:sym typeface="Calibri"/>
              </a:rPr>
            </a:br>
            <a:r>
              <a:rPr lang="en" sz="730" b="0" i="0" u="none" strike="noStrike" cap="none">
                <a:solidFill>
                  <a:srgbClr val="001741"/>
                </a:solidFill>
                <a:latin typeface="Calibri"/>
                <a:ea typeface="Calibri"/>
                <a:cs typeface="Calibri"/>
                <a:sym typeface="Calibri"/>
              </a:rPr>
              <a:t>triage high-fidelity threats</a:t>
            </a:r>
            <a:endParaRPr sz="730" b="0" i="0" u="none" strike="noStrike" cap="none">
              <a:solidFill>
                <a:srgbClr val="000000"/>
              </a:solidFill>
              <a:latin typeface="Calibri"/>
              <a:ea typeface="Calibri"/>
              <a:cs typeface="Calibri"/>
              <a:sym typeface="Calibri"/>
            </a:endParaRPr>
          </a:p>
        </p:txBody>
      </p:sp>
      <p:sp>
        <p:nvSpPr>
          <p:cNvPr id="572" name="Google Shape;572;p52"/>
          <p:cNvSpPr/>
          <p:nvPr/>
        </p:nvSpPr>
        <p:spPr>
          <a:xfrm>
            <a:off x="5714491" y="4471049"/>
            <a:ext cx="938400" cy="205800"/>
          </a:xfrm>
          <a:prstGeom prst="rect">
            <a:avLst/>
          </a:prstGeom>
          <a:noFill/>
          <a:ln>
            <a:noFill/>
          </a:ln>
        </p:spPr>
        <p:txBody>
          <a:bodyPr spcFirstLastPara="1" wrap="square" lIns="0" tIns="0" rIns="0" bIns="0" anchor="ctr" anchorCtr="0">
            <a:noAutofit/>
          </a:bodyPr>
          <a:lstStyle/>
          <a:p>
            <a:pPr marL="0" marR="0" lvl="0" indent="0" algn="ctr" rtl="0">
              <a:lnSpc>
                <a:spcPct val="112255"/>
              </a:lnSpc>
              <a:spcBef>
                <a:spcPts val="0"/>
              </a:spcBef>
              <a:spcAft>
                <a:spcPts val="0"/>
              </a:spcAft>
              <a:buClr>
                <a:srgbClr val="0254EC"/>
              </a:buClr>
              <a:buSzPts val="736"/>
              <a:buFont typeface="DM Sans"/>
              <a:buNone/>
            </a:pPr>
            <a:r>
              <a:rPr lang="en" sz="900" b="1" i="0" u="none" strike="noStrike" cap="none">
                <a:solidFill>
                  <a:srgbClr val="0254EC"/>
                </a:solidFill>
                <a:latin typeface="Calibri"/>
                <a:ea typeface="Calibri"/>
                <a:cs typeface="Calibri"/>
                <a:sym typeface="Calibri"/>
              </a:rPr>
              <a:t>Proactive Security</a:t>
            </a:r>
            <a:endParaRPr sz="900" b="1" i="0" u="none" strike="noStrike" cap="none">
              <a:solidFill>
                <a:srgbClr val="000000"/>
              </a:solidFill>
              <a:latin typeface="Calibri"/>
              <a:ea typeface="Calibri"/>
              <a:cs typeface="Calibri"/>
              <a:sym typeface="Calibri"/>
            </a:endParaRPr>
          </a:p>
        </p:txBody>
      </p:sp>
      <p:sp>
        <p:nvSpPr>
          <p:cNvPr id="573" name="Google Shape;573;p52"/>
          <p:cNvSpPr/>
          <p:nvPr/>
        </p:nvSpPr>
        <p:spPr>
          <a:xfrm>
            <a:off x="5629558" y="4738385"/>
            <a:ext cx="1117800" cy="314700"/>
          </a:xfrm>
          <a:prstGeom prst="rect">
            <a:avLst/>
          </a:prstGeom>
          <a:noFill/>
          <a:ln>
            <a:noFill/>
          </a:ln>
        </p:spPr>
        <p:txBody>
          <a:bodyPr spcFirstLastPara="1" wrap="square" lIns="0" tIns="0" rIns="0" bIns="0" anchor="b" anchorCtr="0">
            <a:noAutofit/>
          </a:bodyPr>
          <a:lstStyle/>
          <a:p>
            <a:pPr marL="0" marR="0" lvl="0" indent="0" algn="ctr" rtl="0">
              <a:lnSpc>
                <a:spcPct val="110576"/>
              </a:lnSpc>
              <a:spcBef>
                <a:spcPts val="0"/>
              </a:spcBef>
              <a:spcAft>
                <a:spcPts val="0"/>
              </a:spcAft>
              <a:buClr>
                <a:srgbClr val="001741"/>
              </a:buClr>
              <a:buSzPts val="631"/>
              <a:buFont typeface="DM Sans"/>
              <a:buNone/>
            </a:pPr>
            <a:r>
              <a:rPr lang="en" sz="730" b="0" i="0" u="none" strike="noStrike" cap="none">
                <a:solidFill>
                  <a:srgbClr val="001741"/>
                </a:solidFill>
                <a:latin typeface="Calibri"/>
                <a:ea typeface="Calibri"/>
                <a:cs typeface="Calibri"/>
                <a:sym typeface="Calibri"/>
              </a:rPr>
              <a:t>Identify high-risk </a:t>
            </a:r>
            <a:br>
              <a:rPr lang="en" sz="730" b="0" i="0" u="none" strike="noStrike" cap="none">
                <a:solidFill>
                  <a:srgbClr val="001741"/>
                </a:solidFill>
                <a:latin typeface="Calibri"/>
                <a:ea typeface="Calibri"/>
                <a:cs typeface="Calibri"/>
                <a:sym typeface="Calibri"/>
              </a:rPr>
            </a:br>
            <a:r>
              <a:rPr lang="en" sz="730" b="0" i="0" u="none" strike="noStrike" cap="none">
                <a:solidFill>
                  <a:srgbClr val="001741"/>
                </a:solidFill>
                <a:latin typeface="Calibri"/>
                <a:ea typeface="Calibri"/>
                <a:cs typeface="Calibri"/>
                <a:sym typeface="Calibri"/>
              </a:rPr>
              <a:t>issues before they </a:t>
            </a:r>
            <a:br>
              <a:rPr lang="en" sz="730" b="0" i="0" u="none" strike="noStrike" cap="none">
                <a:solidFill>
                  <a:srgbClr val="001741"/>
                </a:solidFill>
                <a:latin typeface="Calibri"/>
                <a:ea typeface="Calibri"/>
                <a:cs typeface="Calibri"/>
                <a:sym typeface="Calibri"/>
              </a:rPr>
            </a:br>
            <a:r>
              <a:rPr lang="en" sz="730" b="0" i="0" u="none" strike="noStrike" cap="none">
                <a:solidFill>
                  <a:srgbClr val="001741"/>
                </a:solidFill>
                <a:latin typeface="Calibri"/>
                <a:ea typeface="Calibri"/>
                <a:cs typeface="Calibri"/>
                <a:sym typeface="Calibri"/>
              </a:rPr>
              <a:t>can be exploited</a:t>
            </a:r>
            <a:endParaRPr sz="730" b="0" i="0" u="none" strike="noStrike" cap="none">
              <a:solidFill>
                <a:srgbClr val="000000"/>
              </a:solidFill>
              <a:latin typeface="Calibri"/>
              <a:ea typeface="Calibri"/>
              <a:cs typeface="Calibri"/>
              <a:sym typeface="Calibri"/>
            </a:endParaRPr>
          </a:p>
        </p:txBody>
      </p:sp>
      <p:sp>
        <p:nvSpPr>
          <p:cNvPr id="574" name="Google Shape;574;p52"/>
          <p:cNvSpPr/>
          <p:nvPr/>
        </p:nvSpPr>
        <p:spPr>
          <a:xfrm>
            <a:off x="4293866" y="4602589"/>
            <a:ext cx="1115100" cy="120300"/>
          </a:xfrm>
          <a:prstGeom prst="rect">
            <a:avLst/>
          </a:prstGeom>
          <a:noFill/>
          <a:ln>
            <a:noFill/>
          </a:ln>
        </p:spPr>
        <p:txBody>
          <a:bodyPr spcFirstLastPara="1" wrap="square" lIns="0" tIns="0" rIns="0" bIns="0" anchor="ctr" anchorCtr="0">
            <a:noAutofit/>
          </a:bodyPr>
          <a:lstStyle/>
          <a:p>
            <a:pPr marL="0" marR="0" lvl="0" indent="0" algn="ctr" rtl="0">
              <a:lnSpc>
                <a:spcPct val="112258"/>
              </a:lnSpc>
              <a:spcBef>
                <a:spcPts val="0"/>
              </a:spcBef>
              <a:spcAft>
                <a:spcPts val="0"/>
              </a:spcAft>
              <a:buClr>
                <a:srgbClr val="0254EC"/>
              </a:buClr>
              <a:buSzPts val="736"/>
              <a:buFont typeface="DM Sans"/>
              <a:buNone/>
            </a:pPr>
            <a:r>
              <a:rPr lang="en" sz="800" b="1" i="0" u="none" strike="noStrike" cap="none">
                <a:solidFill>
                  <a:srgbClr val="0254EC"/>
                </a:solidFill>
                <a:latin typeface="Calibri"/>
                <a:ea typeface="Calibri"/>
                <a:cs typeface="Calibri"/>
                <a:sym typeface="Calibri"/>
              </a:rPr>
              <a:t>Blue Agent</a:t>
            </a:r>
            <a:endParaRPr sz="800" b="1" i="0" u="none" strike="noStrike" cap="none">
              <a:solidFill>
                <a:srgbClr val="000000"/>
              </a:solidFill>
              <a:latin typeface="Calibri"/>
              <a:ea typeface="Calibri"/>
              <a:cs typeface="Calibri"/>
              <a:sym typeface="Calibri"/>
            </a:endParaRPr>
          </a:p>
        </p:txBody>
      </p:sp>
      <p:sp>
        <p:nvSpPr>
          <p:cNvPr id="575" name="Google Shape;575;p52"/>
          <p:cNvSpPr/>
          <p:nvPr/>
        </p:nvSpPr>
        <p:spPr>
          <a:xfrm>
            <a:off x="4304342" y="4885978"/>
            <a:ext cx="1093200" cy="176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1741"/>
              </a:buClr>
              <a:buSzPts val="631"/>
              <a:buFont typeface="DM Sans"/>
              <a:buNone/>
            </a:pPr>
            <a:r>
              <a:rPr lang="en" sz="1021" b="0" i="0" u="none" strike="noStrike" cap="none">
                <a:solidFill>
                  <a:srgbClr val="000000"/>
                </a:solidFill>
                <a:latin typeface="Calibri"/>
                <a:ea typeface="Calibri"/>
                <a:cs typeface="Calibri"/>
                <a:sym typeface="Calibri"/>
              </a:rPr>
              <a:t>Enabled</a:t>
            </a:r>
            <a:br>
              <a:rPr lang="en" sz="1021" b="0" i="0" u="none" strike="noStrike" cap="none">
                <a:solidFill>
                  <a:srgbClr val="000000"/>
                </a:solidFill>
                <a:latin typeface="Calibri"/>
                <a:ea typeface="Calibri"/>
                <a:cs typeface="Calibri"/>
                <a:sym typeface="Calibri"/>
              </a:rPr>
            </a:br>
            <a:r>
              <a:rPr lang="en" sz="1021" b="0" i="0" u="none" strike="noStrike" cap="none">
                <a:solidFill>
                  <a:srgbClr val="000000"/>
                </a:solidFill>
                <a:latin typeface="Calibri"/>
                <a:ea typeface="Calibri"/>
                <a:cs typeface="Calibri"/>
                <a:sym typeface="Calibri"/>
              </a:rPr>
              <a:t>{{F_BA}}</a:t>
            </a:r>
            <a:br>
              <a:rPr lang="en" sz="1021" b="0" i="0" u="none" strike="noStrike" cap="none">
                <a:solidFill>
                  <a:srgbClr val="000000"/>
                </a:solidFill>
                <a:latin typeface="Calibri"/>
                <a:ea typeface="Calibri"/>
                <a:cs typeface="Calibri"/>
                <a:sym typeface="Calibri"/>
              </a:rPr>
            </a:br>
            <a:endParaRPr sz="1021" b="0" i="0" u="none" strike="noStrike" cap="none">
              <a:solidFill>
                <a:srgbClr val="000000"/>
              </a:solidFill>
              <a:latin typeface="Calibri"/>
              <a:ea typeface="Calibri"/>
              <a:cs typeface="Calibri"/>
              <a:sym typeface="Calibri"/>
            </a:endParaRPr>
          </a:p>
        </p:txBody>
      </p:sp>
      <p:sp>
        <p:nvSpPr>
          <p:cNvPr id="576" name="Google Shape;576;p52"/>
          <p:cNvSpPr/>
          <p:nvPr/>
        </p:nvSpPr>
        <p:spPr>
          <a:xfrm>
            <a:off x="6751047" y="4611991"/>
            <a:ext cx="1115100" cy="120300"/>
          </a:xfrm>
          <a:prstGeom prst="rect">
            <a:avLst/>
          </a:prstGeom>
          <a:noFill/>
          <a:ln>
            <a:noFill/>
          </a:ln>
        </p:spPr>
        <p:txBody>
          <a:bodyPr spcFirstLastPara="1" wrap="square" lIns="0" tIns="0" rIns="0" bIns="0" anchor="ctr" anchorCtr="0">
            <a:noAutofit/>
          </a:bodyPr>
          <a:lstStyle/>
          <a:p>
            <a:pPr marL="0" marR="0" lvl="0" indent="0" algn="ctr" rtl="0">
              <a:lnSpc>
                <a:spcPct val="112258"/>
              </a:lnSpc>
              <a:spcBef>
                <a:spcPts val="0"/>
              </a:spcBef>
              <a:spcAft>
                <a:spcPts val="0"/>
              </a:spcAft>
              <a:buClr>
                <a:srgbClr val="0254EC"/>
              </a:buClr>
              <a:buSzPts val="736"/>
              <a:buFont typeface="DM Sans"/>
              <a:buNone/>
            </a:pPr>
            <a:r>
              <a:rPr lang="en" sz="800" b="1" i="0" u="none" strike="noStrike" cap="none">
                <a:solidFill>
                  <a:srgbClr val="0254EC"/>
                </a:solidFill>
                <a:latin typeface="Calibri"/>
                <a:ea typeface="Calibri"/>
                <a:cs typeface="Calibri"/>
                <a:sym typeface="Calibri"/>
              </a:rPr>
              <a:t>Red Agent</a:t>
            </a:r>
            <a:endParaRPr sz="800" b="1" i="0" u="none" strike="noStrike" cap="none">
              <a:solidFill>
                <a:srgbClr val="000000"/>
              </a:solidFill>
              <a:latin typeface="Calibri"/>
              <a:ea typeface="Calibri"/>
              <a:cs typeface="Calibri"/>
              <a:sym typeface="Calibri"/>
            </a:endParaRPr>
          </a:p>
        </p:txBody>
      </p:sp>
      <p:sp>
        <p:nvSpPr>
          <p:cNvPr id="577" name="Google Shape;577;p52"/>
          <p:cNvSpPr/>
          <p:nvPr/>
        </p:nvSpPr>
        <p:spPr>
          <a:xfrm>
            <a:off x="6766839" y="4895379"/>
            <a:ext cx="1093200" cy="176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1741"/>
              </a:buClr>
              <a:buSzPts val="631"/>
              <a:buFont typeface="DM Sans"/>
              <a:buNone/>
            </a:pPr>
            <a:r>
              <a:rPr lang="en" sz="1021" b="0" i="0" u="none" strike="noStrike" cap="none">
                <a:solidFill>
                  <a:srgbClr val="000000"/>
                </a:solidFill>
                <a:latin typeface="Calibri"/>
                <a:ea typeface="Calibri"/>
                <a:cs typeface="Calibri"/>
                <a:sym typeface="Calibri"/>
              </a:rPr>
              <a:t>Enabled</a:t>
            </a:r>
            <a:br>
              <a:rPr lang="en" sz="1021" b="0" i="0" u="none" strike="noStrike" cap="none">
                <a:solidFill>
                  <a:srgbClr val="000000"/>
                </a:solidFill>
                <a:latin typeface="Calibri"/>
                <a:ea typeface="Calibri"/>
                <a:cs typeface="Calibri"/>
                <a:sym typeface="Calibri"/>
              </a:rPr>
            </a:br>
            <a:r>
              <a:rPr lang="en" sz="1021" b="0" i="0" u="none" strike="noStrike" cap="none">
                <a:solidFill>
                  <a:srgbClr val="000000"/>
                </a:solidFill>
                <a:latin typeface="Calibri"/>
                <a:ea typeface="Calibri"/>
                <a:cs typeface="Calibri"/>
                <a:sym typeface="Calibri"/>
              </a:rPr>
              <a:t>{{F_RA}}</a:t>
            </a:r>
            <a:br>
              <a:rPr lang="en" sz="1021" b="0" i="0" u="none" strike="noStrike" cap="none">
                <a:solidFill>
                  <a:srgbClr val="000000"/>
                </a:solidFill>
                <a:latin typeface="Calibri"/>
                <a:ea typeface="Calibri"/>
                <a:cs typeface="Calibri"/>
                <a:sym typeface="Calibri"/>
              </a:rPr>
            </a:br>
            <a:endParaRPr sz="1021" b="0" i="0" u="none" strike="noStrike" cap="none">
              <a:solidFill>
                <a:srgbClr val="000000"/>
              </a:solidFill>
              <a:latin typeface="Calibri"/>
              <a:ea typeface="Calibri"/>
              <a:cs typeface="Calibri"/>
              <a:sym typeface="Calibri"/>
            </a:endParaRPr>
          </a:p>
        </p:txBody>
      </p:sp>
      <p:sp>
        <p:nvSpPr>
          <p:cNvPr id="578" name="Google Shape;578;p52"/>
          <p:cNvSpPr/>
          <p:nvPr/>
        </p:nvSpPr>
        <p:spPr>
          <a:xfrm>
            <a:off x="6241955" y="3251123"/>
            <a:ext cx="2673777" cy="563100"/>
          </a:xfrm>
          <a:prstGeom prst="roundRect">
            <a:avLst>
              <a:gd name="adj" fmla="val 16667"/>
            </a:avLst>
          </a:prstGeom>
          <a:noFill/>
          <a:ln w="9525" cap="flat" cmpd="sng">
            <a:solidFill>
              <a:schemeClr val="accent1"/>
            </a:solidFill>
            <a:prstDash val="solid"/>
            <a:round/>
            <a:headEnd type="none" w="sm" len="sm"/>
            <a:tailEnd type="none" w="sm" len="sm"/>
          </a:ln>
        </p:spPr>
        <p:txBody>
          <a:bodyPr spcFirstLastPara="1" wrap="square" lIns="87225" tIns="87225" rIns="87225" bIns="87225" anchor="ctr" anchorCtr="0">
            <a:noAutofit/>
          </a:bodyPr>
          <a:lstStyle/>
          <a:p>
            <a:pPr marL="0" marR="0" lvl="0" indent="0" algn="ctr" rtl="0">
              <a:lnSpc>
                <a:spcPct val="100000"/>
              </a:lnSpc>
              <a:spcBef>
                <a:spcPts val="0"/>
              </a:spcBef>
              <a:spcAft>
                <a:spcPts val="0"/>
              </a:spcAft>
              <a:buClr>
                <a:srgbClr val="000000"/>
              </a:buClr>
              <a:buSzPts val="1319"/>
              <a:buFont typeface="Arial"/>
              <a:buNone/>
            </a:pPr>
            <a:endParaRPr sz="1319" b="0" i="0" u="none" strike="noStrike" cap="none">
              <a:solidFill>
                <a:srgbClr val="000000"/>
              </a:solidFill>
              <a:latin typeface="Calibri"/>
              <a:ea typeface="Calibri"/>
              <a:cs typeface="Calibri"/>
              <a:sym typeface="Calibri"/>
            </a:endParaRPr>
          </a:p>
        </p:txBody>
      </p:sp>
      <p:sp>
        <p:nvSpPr>
          <p:cNvPr id="579" name="Google Shape;579;p52"/>
          <p:cNvSpPr txBox="1"/>
          <p:nvPr/>
        </p:nvSpPr>
        <p:spPr>
          <a:xfrm>
            <a:off x="6286917" y="3218322"/>
            <a:ext cx="2636400" cy="179700"/>
          </a:xfrm>
          <a:prstGeom prst="rect">
            <a:avLst/>
          </a:prstGeom>
          <a:noFill/>
          <a:ln>
            <a:noFill/>
          </a:ln>
        </p:spPr>
        <p:txBody>
          <a:bodyPr spcFirstLastPara="1" wrap="square" lIns="91225" tIns="91225" rIns="91225" bIns="91225" anchor="t" anchorCtr="0">
            <a:noAutofit/>
          </a:bodyPr>
          <a:lstStyle/>
          <a:p>
            <a:pPr marL="0" marR="0" lvl="0" indent="0" algn="l" rtl="0">
              <a:lnSpc>
                <a:spcPct val="150000"/>
              </a:lnSpc>
              <a:spcBef>
                <a:spcPts val="0"/>
              </a:spcBef>
              <a:spcAft>
                <a:spcPts val="0"/>
              </a:spcAft>
              <a:buClr>
                <a:srgbClr val="000000"/>
              </a:buClr>
              <a:buSzPts val="900"/>
              <a:buFont typeface="Arial"/>
              <a:buNone/>
            </a:pPr>
            <a:r>
              <a:rPr lang="en" sz="900" b="0" i="0" u="sng" strike="noStrike" cap="none">
                <a:solidFill>
                  <a:schemeClr val="hlink"/>
                </a:solidFill>
                <a:latin typeface="Calibri"/>
                <a:ea typeface="Calibri"/>
                <a:cs typeface="Calibri"/>
                <a:sym typeface="Calibri"/>
                <a:hlinkClick r:id="rId21"/>
              </a:rPr>
              <a:t>Automation Workflows</a:t>
            </a:r>
            <a:endParaRPr sz="900" b="0" i="0" u="none" strike="noStrike" cap="none">
              <a:solidFill>
                <a:srgbClr val="0254EC"/>
              </a:solidFill>
              <a:latin typeface="Calibri"/>
              <a:ea typeface="Calibri"/>
              <a:cs typeface="Calibri"/>
              <a:sym typeface="Calibri"/>
            </a:endParaRPr>
          </a:p>
        </p:txBody>
      </p:sp>
      <p:sp>
        <p:nvSpPr>
          <p:cNvPr id="580" name="Google Shape;580;p52"/>
          <p:cNvSpPr txBox="1"/>
          <p:nvPr/>
        </p:nvSpPr>
        <p:spPr>
          <a:xfrm>
            <a:off x="7177159" y="3232731"/>
            <a:ext cx="1596300" cy="179700"/>
          </a:xfrm>
          <a:prstGeom prst="rect">
            <a:avLst/>
          </a:prstGeom>
          <a:noFill/>
          <a:ln>
            <a:noFill/>
          </a:ln>
        </p:spPr>
        <p:txBody>
          <a:bodyPr spcFirstLastPara="1" wrap="square" lIns="91225" tIns="91225" rIns="91225" bIns="91225" anchor="t" anchorCtr="0">
            <a:noAutofit/>
          </a:bodyPr>
          <a:lstStyle/>
          <a:p>
            <a:pPr marL="0" marR="0" lvl="0" indent="0" algn="r" rtl="0">
              <a:lnSpc>
                <a:spcPct val="150000"/>
              </a:lnSpc>
              <a:spcBef>
                <a:spcPts val="0"/>
              </a:spcBef>
              <a:spcAft>
                <a:spcPts val="0"/>
              </a:spcAft>
              <a:buClr>
                <a:srgbClr val="000000"/>
              </a:buClr>
              <a:buSzPts val="900"/>
              <a:buFont typeface="Arial"/>
              <a:buNone/>
            </a:pPr>
            <a:r>
              <a:rPr lang="en" sz="900" b="1" i="0" u="none" strike="noStrike" cap="none">
                <a:solidFill>
                  <a:srgbClr val="333333"/>
                </a:solidFill>
                <a:latin typeface="Calibri"/>
                <a:ea typeface="Calibri"/>
                <a:cs typeface="Calibri"/>
                <a:sym typeface="Calibri"/>
              </a:rPr>
              <a:t>{{F_WF}}</a:t>
            </a:r>
            <a:endParaRPr sz="900" b="1" i="0" u="none" strike="noStrike" cap="none">
              <a:solidFill>
                <a:srgbClr val="333333"/>
              </a:solidFill>
              <a:latin typeface="Calibri"/>
              <a:ea typeface="Calibri"/>
              <a:cs typeface="Calibri"/>
              <a:sym typeface="Calibri"/>
            </a:endParaRPr>
          </a:p>
        </p:txBody>
      </p:sp>
      <p:sp>
        <p:nvSpPr>
          <p:cNvPr id="581" name="Google Shape;581;p52"/>
          <p:cNvSpPr txBox="1"/>
          <p:nvPr/>
        </p:nvSpPr>
        <p:spPr>
          <a:xfrm>
            <a:off x="6286917" y="3417847"/>
            <a:ext cx="2171400" cy="179700"/>
          </a:xfrm>
          <a:prstGeom prst="rect">
            <a:avLst/>
          </a:prstGeom>
          <a:noFill/>
          <a:ln>
            <a:noFill/>
          </a:ln>
        </p:spPr>
        <p:txBody>
          <a:bodyPr spcFirstLastPara="1" wrap="square" lIns="91225" tIns="91225" rIns="91225" bIns="91225" anchor="t" anchorCtr="0">
            <a:noAutofit/>
          </a:bodyPr>
          <a:lstStyle/>
          <a:p>
            <a:pPr marL="0" marR="0" lvl="0" indent="0" algn="l" rtl="0">
              <a:lnSpc>
                <a:spcPct val="150000"/>
              </a:lnSpc>
              <a:spcBef>
                <a:spcPts val="0"/>
              </a:spcBef>
              <a:spcAft>
                <a:spcPts val="0"/>
              </a:spcAft>
              <a:buClr>
                <a:srgbClr val="000000"/>
              </a:buClr>
              <a:buSzPts val="900"/>
              <a:buFont typeface="Arial"/>
              <a:buNone/>
            </a:pPr>
            <a:r>
              <a:rPr lang="en" sz="900" b="0" i="0" u="sng" strike="noStrike" cap="none">
                <a:solidFill>
                  <a:schemeClr val="hlink"/>
                </a:solidFill>
                <a:latin typeface="Calibri"/>
                <a:ea typeface="Calibri"/>
                <a:cs typeface="Calibri"/>
                <a:sym typeface="Calibri"/>
                <a:hlinkClick r:id="rId22"/>
              </a:rPr>
              <a:t>Automation Rules (On / Off)</a:t>
            </a:r>
            <a:endParaRPr sz="900" b="0" i="0" u="none" strike="noStrike" cap="none">
              <a:solidFill>
                <a:srgbClr val="0254EC"/>
              </a:solidFill>
              <a:latin typeface="Calibri"/>
              <a:ea typeface="Calibri"/>
              <a:cs typeface="Calibri"/>
              <a:sym typeface="Calibri"/>
            </a:endParaRPr>
          </a:p>
        </p:txBody>
      </p:sp>
      <p:sp>
        <p:nvSpPr>
          <p:cNvPr id="582" name="Google Shape;582;p52"/>
          <p:cNvSpPr txBox="1"/>
          <p:nvPr/>
        </p:nvSpPr>
        <p:spPr>
          <a:xfrm>
            <a:off x="7177159" y="3432260"/>
            <a:ext cx="1596300" cy="179700"/>
          </a:xfrm>
          <a:prstGeom prst="rect">
            <a:avLst/>
          </a:prstGeom>
          <a:noFill/>
          <a:ln>
            <a:noFill/>
          </a:ln>
        </p:spPr>
        <p:txBody>
          <a:bodyPr spcFirstLastPara="1" wrap="square" lIns="91225" tIns="91225" rIns="91225" bIns="91225" anchor="t" anchorCtr="0">
            <a:noAutofit/>
          </a:bodyPr>
          <a:lstStyle/>
          <a:p>
            <a:pPr marL="0" marR="0" lvl="0" indent="0" algn="r" rtl="0">
              <a:lnSpc>
                <a:spcPct val="150000"/>
              </a:lnSpc>
              <a:spcBef>
                <a:spcPts val="0"/>
              </a:spcBef>
              <a:spcAft>
                <a:spcPts val="0"/>
              </a:spcAft>
              <a:buClr>
                <a:srgbClr val="000000"/>
              </a:buClr>
              <a:buSzPts val="900"/>
              <a:buFont typeface="Arial"/>
              <a:buNone/>
            </a:pPr>
            <a:r>
              <a:rPr lang="en" sz="900" b="1" i="0" u="none" strike="noStrike" cap="none">
                <a:solidFill>
                  <a:srgbClr val="333333"/>
                </a:solidFill>
                <a:latin typeface="Calibri"/>
                <a:ea typeface="Calibri"/>
                <a:cs typeface="Calibri"/>
                <a:sym typeface="Calibri"/>
              </a:rPr>
              <a:t>{{F_AR}}</a:t>
            </a:r>
            <a:endParaRPr sz="900" b="1" i="0" u="none" strike="noStrike" cap="none">
              <a:solidFill>
                <a:srgbClr val="333333"/>
              </a:solidFill>
              <a:latin typeface="Calibri"/>
              <a:ea typeface="Calibri"/>
              <a:cs typeface="Calibri"/>
              <a:sym typeface="Calibri"/>
            </a:endParaRPr>
          </a:p>
        </p:txBody>
      </p:sp>
      <p:sp>
        <p:nvSpPr>
          <p:cNvPr id="583" name="Google Shape;583;p52"/>
          <p:cNvSpPr txBox="1"/>
          <p:nvPr/>
        </p:nvSpPr>
        <p:spPr>
          <a:xfrm>
            <a:off x="6326261" y="2702745"/>
            <a:ext cx="2223600" cy="179700"/>
          </a:xfrm>
          <a:prstGeom prst="rect">
            <a:avLst/>
          </a:prstGeom>
          <a:noFill/>
          <a:ln>
            <a:noFill/>
          </a:ln>
        </p:spPr>
        <p:txBody>
          <a:bodyPr spcFirstLastPara="1" wrap="square" lIns="91225" tIns="91225" rIns="91225" bIns="91225" anchor="t" anchorCtr="0">
            <a:noAutofit/>
          </a:bodyPr>
          <a:lstStyle/>
          <a:p>
            <a:pPr marL="0" marR="0" lvl="0" indent="0" algn="l" rtl="0">
              <a:lnSpc>
                <a:spcPct val="150000"/>
              </a:lnSpc>
              <a:spcBef>
                <a:spcPts val="0"/>
              </a:spcBef>
              <a:spcAft>
                <a:spcPts val="0"/>
              </a:spcAft>
              <a:buClr>
                <a:srgbClr val="000000"/>
              </a:buClr>
              <a:buSzPts val="900"/>
              <a:buFont typeface="Arial"/>
              <a:buNone/>
            </a:pPr>
            <a:r>
              <a:rPr lang="en" sz="900" b="0" i="0" u="sng" strike="noStrike" cap="none">
                <a:solidFill>
                  <a:schemeClr val="hlink"/>
                </a:solidFill>
                <a:latin typeface="Calibri"/>
                <a:ea typeface="Calibri"/>
                <a:cs typeface="Calibri"/>
                <a:sym typeface="Calibri"/>
                <a:hlinkClick r:id="rId23"/>
              </a:rPr>
              <a:t>Wiz MCP Users</a:t>
            </a:r>
            <a:endParaRPr sz="900" b="0" i="0" u="none" strike="noStrike" cap="none">
              <a:solidFill>
                <a:srgbClr val="0254EC"/>
              </a:solidFill>
              <a:latin typeface="Calibri"/>
              <a:ea typeface="Calibri"/>
              <a:cs typeface="Calibri"/>
              <a:sym typeface="Calibri"/>
            </a:endParaRPr>
          </a:p>
        </p:txBody>
      </p:sp>
      <p:sp>
        <p:nvSpPr>
          <p:cNvPr id="584" name="Google Shape;584;p52"/>
          <p:cNvSpPr txBox="1"/>
          <p:nvPr/>
        </p:nvSpPr>
        <p:spPr>
          <a:xfrm>
            <a:off x="7253830" y="2689810"/>
            <a:ext cx="1596300" cy="179700"/>
          </a:xfrm>
          <a:prstGeom prst="rect">
            <a:avLst/>
          </a:prstGeom>
          <a:noFill/>
          <a:ln>
            <a:noFill/>
          </a:ln>
        </p:spPr>
        <p:txBody>
          <a:bodyPr spcFirstLastPara="1" wrap="square" lIns="91225" tIns="91225" rIns="91225" bIns="91225" anchor="t" anchorCtr="0">
            <a:noAutofit/>
          </a:bodyPr>
          <a:lstStyle/>
          <a:p>
            <a:pPr marL="0" marR="0" lvl="0" indent="0" algn="r" rtl="0">
              <a:lnSpc>
                <a:spcPct val="150000"/>
              </a:lnSpc>
              <a:spcBef>
                <a:spcPts val="0"/>
              </a:spcBef>
              <a:spcAft>
                <a:spcPts val="0"/>
              </a:spcAft>
              <a:buClr>
                <a:srgbClr val="000000"/>
              </a:buClr>
              <a:buSzPts val="900"/>
              <a:buFont typeface="Arial"/>
              <a:buNone/>
            </a:pPr>
            <a:r>
              <a:rPr lang="en" sz="900" b="1" i="0" u="none" strike="noStrike" cap="none">
                <a:solidFill>
                  <a:srgbClr val="333333"/>
                </a:solidFill>
                <a:latin typeface="Calibri"/>
                <a:ea typeface="Calibri"/>
                <a:cs typeface="Calibri"/>
                <a:sym typeface="Calibri"/>
              </a:rPr>
              <a:t>{{F_WMCP}}</a:t>
            </a:r>
            <a:endParaRPr sz="900" b="1" i="0" u="none" strike="noStrike" cap="none">
              <a:solidFill>
                <a:srgbClr val="333333"/>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60"/>
        <p:cNvGrpSpPr/>
        <p:nvPr/>
      </p:nvGrpSpPr>
      <p:grpSpPr>
        <a:xfrm>
          <a:off x="0" y="0"/>
          <a:ext cx="0" cy="0"/>
          <a:chOff x="0" y="0"/>
          <a:chExt cx="0" cy="0"/>
        </a:xfrm>
      </p:grpSpPr>
      <p:pic>
        <p:nvPicPr>
          <p:cNvPr id="1361" name="Google Shape;1361;p67" title="Rectangle 7854.png"/>
          <p:cNvPicPr preferRelativeResize="0"/>
          <p:nvPr/>
        </p:nvPicPr>
        <p:blipFill rotWithShape="1">
          <a:blip r:embed="rId3">
            <a:alphaModFix/>
          </a:blip>
          <a:srcRect/>
          <a:stretch/>
        </p:blipFill>
        <p:spPr>
          <a:xfrm>
            <a:off x="3237297" y="1445495"/>
            <a:ext cx="2669405" cy="2471275"/>
          </a:xfrm>
          <a:prstGeom prst="rect">
            <a:avLst/>
          </a:prstGeom>
          <a:noFill/>
          <a:ln>
            <a:noFill/>
          </a:ln>
        </p:spPr>
      </p:pic>
      <p:pic>
        <p:nvPicPr>
          <p:cNvPr id="1362" name="Google Shape;1362;p67" title="Rectangle 7854.png"/>
          <p:cNvPicPr preferRelativeResize="0"/>
          <p:nvPr/>
        </p:nvPicPr>
        <p:blipFill rotWithShape="1">
          <a:blip r:embed="rId3">
            <a:alphaModFix/>
          </a:blip>
          <a:srcRect/>
          <a:stretch/>
        </p:blipFill>
        <p:spPr>
          <a:xfrm>
            <a:off x="357122" y="1445495"/>
            <a:ext cx="2669405" cy="2471275"/>
          </a:xfrm>
          <a:prstGeom prst="rect">
            <a:avLst/>
          </a:prstGeom>
          <a:noFill/>
          <a:ln>
            <a:noFill/>
          </a:ln>
        </p:spPr>
      </p:pic>
      <p:cxnSp>
        <p:nvCxnSpPr>
          <p:cNvPr id="1363" name="Google Shape;1363;p67"/>
          <p:cNvCxnSpPr/>
          <p:nvPr/>
        </p:nvCxnSpPr>
        <p:spPr>
          <a:xfrm>
            <a:off x="630575" y="2537417"/>
            <a:ext cx="2122500" cy="0"/>
          </a:xfrm>
          <a:prstGeom prst="straightConnector1">
            <a:avLst/>
          </a:prstGeom>
          <a:noFill/>
          <a:ln w="9525" cap="flat" cmpd="sng">
            <a:solidFill>
              <a:srgbClr val="0254EC"/>
            </a:solidFill>
            <a:prstDash val="solid"/>
            <a:round/>
            <a:headEnd type="none" w="sm" len="sm"/>
            <a:tailEnd type="none" w="sm" len="sm"/>
          </a:ln>
        </p:spPr>
      </p:cxnSp>
      <p:sp>
        <p:nvSpPr>
          <p:cNvPr id="1364" name="Google Shape;1364;p67"/>
          <p:cNvSpPr txBox="1"/>
          <p:nvPr/>
        </p:nvSpPr>
        <p:spPr>
          <a:xfrm>
            <a:off x="522275" y="2210368"/>
            <a:ext cx="2339100" cy="273300"/>
          </a:xfrm>
          <a:prstGeom prst="rect">
            <a:avLst/>
          </a:prstGeom>
          <a:no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000"/>
              <a:buFont typeface="Arial"/>
              <a:buNone/>
            </a:pPr>
            <a:r>
              <a:rPr lang="en" sz="1000"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Poppins SemiBold"/>
              </a:rPr>
              <a:t>Assigning Ownership</a:t>
            </a:r>
            <a:endParaRPr sz="1000"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Poppins SemiBold"/>
            </a:endParaRPr>
          </a:p>
        </p:txBody>
      </p:sp>
      <p:sp>
        <p:nvSpPr>
          <p:cNvPr id="1365" name="Google Shape;1365;p67"/>
          <p:cNvSpPr txBox="1"/>
          <p:nvPr/>
        </p:nvSpPr>
        <p:spPr>
          <a:xfrm>
            <a:off x="391576" y="2613904"/>
            <a:ext cx="2575800" cy="1222500"/>
          </a:xfrm>
          <a:prstGeom prst="rect">
            <a:avLst/>
          </a:prstGeom>
          <a:noFill/>
          <a:ln>
            <a:noFill/>
          </a:ln>
        </p:spPr>
        <p:txBody>
          <a:bodyPr spcFirstLastPara="1" wrap="square" lIns="68575" tIns="34275" rIns="68575" bIns="34275" anchor="t" anchorCtr="0">
            <a:normAutofit/>
          </a:bodyPr>
          <a:lstStyle/>
          <a:p>
            <a:pPr marL="285750" marR="0" lvl="0" indent="-95250" algn="l" rtl="0">
              <a:lnSpc>
                <a:spcPct val="112000"/>
              </a:lnSpc>
              <a:spcBef>
                <a:spcPts val="0"/>
              </a:spcBef>
              <a:spcAft>
                <a:spcPts val="0"/>
              </a:spcAft>
              <a:buClr>
                <a:srgbClr val="01123F"/>
              </a:buClr>
              <a:buSzPts val="600"/>
              <a:buFont typeface="Poppins Light"/>
              <a:buChar char="●"/>
            </a:pPr>
            <a:r>
              <a:rPr lang="en" sz="900" b="0" i="0" u="none" strike="noStrike" cap="none">
                <a:solidFill>
                  <a:srgbClr val="01123F"/>
                </a:solidFill>
                <a:latin typeface="Calibri" panose="020F0502020204030204" pitchFamily="34" charset="0"/>
                <a:ea typeface="Calibri" panose="020F0502020204030204" pitchFamily="34" charset="0"/>
                <a:cs typeface="Calibri" panose="020F0502020204030204" pitchFamily="34" charset="0"/>
                <a:sym typeface="Poppins Light"/>
              </a:rPr>
              <a:t>Service Catalog democratizes ownership to developers. Auto-group resources by applications</a:t>
            </a:r>
            <a:endParaRPr sz="900" b="0" i="0" u="none" strike="noStrike" cap="none">
              <a:solidFill>
                <a:srgbClr val="01123F"/>
              </a:solidFill>
              <a:latin typeface="Calibri" panose="020F0502020204030204" pitchFamily="34" charset="0"/>
              <a:ea typeface="Calibri" panose="020F0502020204030204" pitchFamily="34" charset="0"/>
              <a:cs typeface="Calibri" panose="020F0502020204030204" pitchFamily="34" charset="0"/>
              <a:sym typeface="Poppins Light"/>
            </a:endParaRPr>
          </a:p>
          <a:p>
            <a:pPr marL="285750" marR="0" lvl="0" indent="-95250" algn="l" rtl="0">
              <a:lnSpc>
                <a:spcPct val="112000"/>
              </a:lnSpc>
              <a:spcBef>
                <a:spcPts val="0"/>
              </a:spcBef>
              <a:spcAft>
                <a:spcPts val="0"/>
              </a:spcAft>
              <a:buClr>
                <a:srgbClr val="01123F"/>
              </a:buClr>
              <a:buSzPts val="600"/>
              <a:buFont typeface="Poppins Light"/>
              <a:buChar char="●"/>
            </a:pPr>
            <a:r>
              <a:rPr lang="en" sz="900" b="0" i="0" u="none" strike="noStrike" cap="none">
                <a:solidFill>
                  <a:srgbClr val="01123F"/>
                </a:solidFill>
                <a:latin typeface="Calibri" panose="020F0502020204030204" pitchFamily="34" charset="0"/>
                <a:ea typeface="Calibri" panose="020F0502020204030204" pitchFamily="34" charset="0"/>
                <a:cs typeface="Calibri" panose="020F0502020204030204" pitchFamily="34" charset="0"/>
                <a:sym typeface="Poppins Light"/>
              </a:rPr>
              <a:t>Resource Tag Rules convert Security Graph queries into auto-assigned tags, that can then be used as conditions to route tickets to the right owners</a:t>
            </a:r>
            <a:endParaRPr sz="900" b="0" i="0" u="none" strike="noStrike" cap="none">
              <a:solidFill>
                <a:srgbClr val="01123F"/>
              </a:solidFill>
              <a:latin typeface="Calibri" panose="020F0502020204030204" pitchFamily="34" charset="0"/>
              <a:ea typeface="Calibri" panose="020F0502020204030204" pitchFamily="34" charset="0"/>
              <a:cs typeface="Calibri" panose="020F0502020204030204" pitchFamily="34" charset="0"/>
              <a:sym typeface="Poppins Light"/>
            </a:endParaRPr>
          </a:p>
        </p:txBody>
      </p:sp>
      <p:cxnSp>
        <p:nvCxnSpPr>
          <p:cNvPr id="1366" name="Google Shape;1366;p67"/>
          <p:cNvCxnSpPr/>
          <p:nvPr/>
        </p:nvCxnSpPr>
        <p:spPr>
          <a:xfrm>
            <a:off x="3510750" y="2537417"/>
            <a:ext cx="2122500" cy="0"/>
          </a:xfrm>
          <a:prstGeom prst="straightConnector1">
            <a:avLst/>
          </a:prstGeom>
          <a:noFill/>
          <a:ln w="9525" cap="flat" cmpd="sng">
            <a:solidFill>
              <a:srgbClr val="0254EC"/>
            </a:solidFill>
            <a:prstDash val="solid"/>
            <a:round/>
            <a:headEnd type="none" w="sm" len="sm"/>
            <a:tailEnd type="none" w="sm" len="sm"/>
          </a:ln>
        </p:spPr>
      </p:cxnSp>
      <p:sp>
        <p:nvSpPr>
          <p:cNvPr id="1367" name="Google Shape;1367;p67"/>
          <p:cNvSpPr txBox="1"/>
          <p:nvPr/>
        </p:nvSpPr>
        <p:spPr>
          <a:xfrm>
            <a:off x="3362850" y="2210368"/>
            <a:ext cx="2418300" cy="273300"/>
          </a:xfrm>
          <a:prstGeom prst="rect">
            <a:avLst/>
          </a:prstGeom>
          <a:no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chemeClr val="dk1"/>
              </a:buClr>
              <a:buSzPts val="1100"/>
              <a:buFont typeface="Arial"/>
              <a:buNone/>
            </a:pPr>
            <a:r>
              <a:rPr lang="en" sz="1000"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Poppins SemiBold"/>
              </a:rPr>
              <a:t>Leverage Integrations</a:t>
            </a:r>
            <a:endParaRPr sz="1000"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Poppins SemiBold"/>
            </a:endParaRPr>
          </a:p>
        </p:txBody>
      </p:sp>
      <p:pic>
        <p:nvPicPr>
          <p:cNvPr id="1368" name="Google Shape;1368;p67" title="Rectangle 7854.png"/>
          <p:cNvPicPr preferRelativeResize="0"/>
          <p:nvPr/>
        </p:nvPicPr>
        <p:blipFill rotWithShape="1">
          <a:blip r:embed="rId3">
            <a:alphaModFix/>
          </a:blip>
          <a:srcRect/>
          <a:stretch/>
        </p:blipFill>
        <p:spPr>
          <a:xfrm>
            <a:off x="6117472" y="1445495"/>
            <a:ext cx="2669405" cy="2471275"/>
          </a:xfrm>
          <a:prstGeom prst="rect">
            <a:avLst/>
          </a:prstGeom>
          <a:noFill/>
          <a:ln>
            <a:noFill/>
          </a:ln>
        </p:spPr>
      </p:pic>
      <p:cxnSp>
        <p:nvCxnSpPr>
          <p:cNvPr id="1369" name="Google Shape;1369;p67"/>
          <p:cNvCxnSpPr/>
          <p:nvPr/>
        </p:nvCxnSpPr>
        <p:spPr>
          <a:xfrm>
            <a:off x="6390925" y="2537417"/>
            <a:ext cx="2122500" cy="0"/>
          </a:xfrm>
          <a:prstGeom prst="straightConnector1">
            <a:avLst/>
          </a:prstGeom>
          <a:noFill/>
          <a:ln w="9525" cap="flat" cmpd="sng">
            <a:solidFill>
              <a:srgbClr val="0254EC"/>
            </a:solidFill>
            <a:prstDash val="solid"/>
            <a:round/>
            <a:headEnd type="none" w="sm" len="sm"/>
            <a:tailEnd type="none" w="sm" len="sm"/>
          </a:ln>
        </p:spPr>
      </p:cxnSp>
      <p:sp>
        <p:nvSpPr>
          <p:cNvPr id="1370" name="Google Shape;1370;p67"/>
          <p:cNvSpPr txBox="1"/>
          <p:nvPr/>
        </p:nvSpPr>
        <p:spPr>
          <a:xfrm>
            <a:off x="3218709" y="2613901"/>
            <a:ext cx="2655000" cy="972300"/>
          </a:xfrm>
          <a:prstGeom prst="rect">
            <a:avLst/>
          </a:prstGeom>
          <a:noFill/>
          <a:ln>
            <a:noFill/>
          </a:ln>
        </p:spPr>
        <p:txBody>
          <a:bodyPr spcFirstLastPara="1" wrap="square" lIns="68575" tIns="34275" rIns="68575" bIns="34275" anchor="t" anchorCtr="0">
            <a:noAutofit/>
          </a:bodyPr>
          <a:lstStyle/>
          <a:p>
            <a:pPr marL="285750" marR="0" lvl="0" indent="-95250" algn="l" rtl="0">
              <a:lnSpc>
                <a:spcPct val="112000"/>
              </a:lnSpc>
              <a:spcBef>
                <a:spcPts val="0"/>
              </a:spcBef>
              <a:spcAft>
                <a:spcPts val="0"/>
              </a:spcAft>
              <a:buClr>
                <a:srgbClr val="01123F"/>
              </a:buClr>
              <a:buSzPts val="600"/>
              <a:buFont typeface="Poppins Light"/>
              <a:buChar char="●"/>
            </a:pPr>
            <a:r>
              <a:rPr lang="en" sz="900" b="0" i="0" u="none" strike="noStrike" cap="none" dirty="0">
                <a:solidFill>
                  <a:srgbClr val="01123F"/>
                </a:solidFill>
                <a:latin typeface="Calibri" panose="020F0502020204030204" pitchFamily="34" charset="0"/>
                <a:ea typeface="Calibri" panose="020F0502020204030204" pitchFamily="34" charset="0"/>
                <a:cs typeface="Calibri" panose="020F0502020204030204" pitchFamily="34" charset="0"/>
                <a:sym typeface="Poppins Light"/>
              </a:rPr>
              <a:t>Get Issues in front of the right people, using the tools they’re accustomed to. Jira, ServiceNow, Teams, etc.</a:t>
            </a:r>
            <a:endParaRPr sz="900" b="0" i="0" u="none" strike="noStrike" cap="none" dirty="0">
              <a:solidFill>
                <a:srgbClr val="01123F"/>
              </a:solidFill>
              <a:latin typeface="Calibri" panose="020F0502020204030204" pitchFamily="34" charset="0"/>
              <a:ea typeface="Calibri" panose="020F0502020204030204" pitchFamily="34" charset="0"/>
              <a:cs typeface="Calibri" panose="020F0502020204030204" pitchFamily="34" charset="0"/>
              <a:sym typeface="Poppins Light"/>
            </a:endParaRPr>
          </a:p>
          <a:p>
            <a:pPr marL="285750" marR="0" lvl="0" indent="-95250" algn="l" rtl="0">
              <a:lnSpc>
                <a:spcPct val="112000"/>
              </a:lnSpc>
              <a:spcBef>
                <a:spcPts val="0"/>
              </a:spcBef>
              <a:spcAft>
                <a:spcPts val="0"/>
              </a:spcAft>
              <a:buClr>
                <a:srgbClr val="01123F"/>
              </a:buClr>
              <a:buSzPts val="600"/>
              <a:buFont typeface="Poppins Light"/>
              <a:buChar char="●"/>
            </a:pPr>
            <a:r>
              <a:rPr lang="en" sz="900" b="0" i="0" u="none" strike="noStrike" cap="none" dirty="0">
                <a:solidFill>
                  <a:srgbClr val="01123F"/>
                </a:solidFill>
                <a:latin typeface="Calibri" panose="020F0502020204030204" pitchFamily="34" charset="0"/>
                <a:ea typeface="Calibri" panose="020F0502020204030204" pitchFamily="34" charset="0"/>
                <a:cs typeface="Calibri" panose="020F0502020204030204" pitchFamily="34" charset="0"/>
                <a:sym typeface="Poppins Light"/>
              </a:rPr>
              <a:t>Send prescriptive data to SIEM / SOAR</a:t>
            </a:r>
            <a:endParaRPr sz="900" b="0" i="0" u="none" strike="noStrike" cap="none" dirty="0">
              <a:solidFill>
                <a:srgbClr val="01123F"/>
              </a:solidFill>
              <a:latin typeface="Calibri" panose="020F0502020204030204" pitchFamily="34" charset="0"/>
              <a:ea typeface="Calibri" panose="020F0502020204030204" pitchFamily="34" charset="0"/>
              <a:cs typeface="Calibri" panose="020F0502020204030204" pitchFamily="34" charset="0"/>
              <a:sym typeface="Poppins Light"/>
            </a:endParaRPr>
          </a:p>
          <a:p>
            <a:pPr marL="285750" marR="0" lvl="0" indent="-95250" algn="l" rtl="0">
              <a:lnSpc>
                <a:spcPct val="112000"/>
              </a:lnSpc>
              <a:spcBef>
                <a:spcPts val="0"/>
              </a:spcBef>
              <a:spcAft>
                <a:spcPts val="0"/>
              </a:spcAft>
              <a:buClr>
                <a:srgbClr val="01123F"/>
              </a:buClr>
              <a:buSzPts val="600"/>
              <a:buFont typeface="Poppins Light"/>
              <a:buChar char="●"/>
            </a:pPr>
            <a:r>
              <a:rPr lang="en" sz="900" b="0" i="0" u="none" strike="noStrike" cap="none" dirty="0">
                <a:solidFill>
                  <a:srgbClr val="01123F"/>
                </a:solidFill>
                <a:latin typeface="Calibri" panose="020F0502020204030204" pitchFamily="34" charset="0"/>
                <a:ea typeface="Calibri" panose="020F0502020204030204" pitchFamily="34" charset="0"/>
                <a:cs typeface="Calibri" panose="020F0502020204030204" pitchFamily="34" charset="0"/>
                <a:sym typeface="Poppins Light"/>
              </a:rPr>
              <a:t>Route by team, severity or environment. Integration + per-team Action templates = Cutting the noise and operationalizing Wiz </a:t>
            </a:r>
            <a:endParaRPr sz="900" b="0" i="0" u="none" strike="noStrike" cap="none" dirty="0">
              <a:solidFill>
                <a:srgbClr val="01123F"/>
              </a:solidFill>
              <a:latin typeface="Calibri" panose="020F0502020204030204" pitchFamily="34" charset="0"/>
              <a:ea typeface="Calibri" panose="020F0502020204030204" pitchFamily="34" charset="0"/>
              <a:cs typeface="Calibri" panose="020F0502020204030204" pitchFamily="34" charset="0"/>
              <a:sym typeface="Poppins Light"/>
            </a:endParaRPr>
          </a:p>
        </p:txBody>
      </p:sp>
      <p:sp>
        <p:nvSpPr>
          <p:cNvPr id="1371" name="Google Shape;1371;p67"/>
          <p:cNvSpPr txBox="1"/>
          <p:nvPr/>
        </p:nvSpPr>
        <p:spPr>
          <a:xfrm>
            <a:off x="6114876" y="2638600"/>
            <a:ext cx="2604000" cy="1278300"/>
          </a:xfrm>
          <a:prstGeom prst="rect">
            <a:avLst/>
          </a:prstGeom>
          <a:noFill/>
          <a:ln>
            <a:noFill/>
          </a:ln>
        </p:spPr>
        <p:txBody>
          <a:bodyPr spcFirstLastPara="1" wrap="square" lIns="68575" tIns="34275" rIns="68575" bIns="34275" anchor="t" anchorCtr="0">
            <a:normAutofit/>
          </a:bodyPr>
          <a:lstStyle/>
          <a:p>
            <a:pPr marL="285750" marR="0" lvl="0" indent="-95250" algn="l" rtl="0">
              <a:lnSpc>
                <a:spcPct val="112000"/>
              </a:lnSpc>
              <a:spcBef>
                <a:spcPts val="0"/>
              </a:spcBef>
              <a:spcAft>
                <a:spcPts val="0"/>
              </a:spcAft>
              <a:buClr>
                <a:srgbClr val="01123F"/>
              </a:buClr>
              <a:buSzPts val="600"/>
              <a:buFont typeface="Poppins Light"/>
              <a:buChar char="●"/>
            </a:pPr>
            <a:r>
              <a:rPr lang="en" sz="900" b="0" i="0" u="none" strike="noStrike" cap="none">
                <a:solidFill>
                  <a:srgbClr val="01123F"/>
                </a:solidFill>
                <a:latin typeface="Calibri" panose="020F0502020204030204" pitchFamily="34" charset="0"/>
                <a:ea typeface="Calibri" panose="020F0502020204030204" pitchFamily="34" charset="0"/>
                <a:cs typeface="Calibri" panose="020F0502020204030204" pitchFamily="34" charset="0"/>
                <a:sym typeface="Poppins Light"/>
              </a:rPr>
              <a:t>Take the human out of the routing. Auto-assign Issues to the right owners and notify accordingly</a:t>
            </a:r>
            <a:endParaRPr sz="900" b="0" i="0" u="none" strike="noStrike" cap="none">
              <a:solidFill>
                <a:srgbClr val="01123F"/>
              </a:solidFill>
              <a:latin typeface="Calibri" panose="020F0502020204030204" pitchFamily="34" charset="0"/>
              <a:ea typeface="Calibri" panose="020F0502020204030204" pitchFamily="34" charset="0"/>
              <a:cs typeface="Calibri" panose="020F0502020204030204" pitchFamily="34" charset="0"/>
              <a:sym typeface="Poppins Light"/>
            </a:endParaRPr>
          </a:p>
          <a:p>
            <a:pPr marL="285750" marR="0" lvl="0" indent="-95250" algn="l" rtl="0">
              <a:lnSpc>
                <a:spcPct val="112000"/>
              </a:lnSpc>
              <a:spcBef>
                <a:spcPts val="0"/>
              </a:spcBef>
              <a:spcAft>
                <a:spcPts val="0"/>
              </a:spcAft>
              <a:buClr>
                <a:srgbClr val="01123F"/>
              </a:buClr>
              <a:buSzPts val="600"/>
              <a:buFont typeface="Poppins Light"/>
              <a:buChar char="●"/>
            </a:pPr>
            <a:r>
              <a:rPr lang="en" sz="900" b="0" i="0" u="none" strike="noStrike" cap="none">
                <a:solidFill>
                  <a:srgbClr val="01123F"/>
                </a:solidFill>
                <a:latin typeface="Calibri" panose="020F0502020204030204" pitchFamily="34" charset="0"/>
                <a:ea typeface="Calibri" panose="020F0502020204030204" pitchFamily="34" charset="0"/>
                <a:cs typeface="Calibri" panose="020F0502020204030204" pitchFamily="34" charset="0"/>
                <a:sym typeface="Poppins Light"/>
              </a:rPr>
              <a:t>Enable self-service remediation with Worklows. Designed to offer more granular control around which context to include (i.e. Remediation steps, Investigation details, etc).</a:t>
            </a:r>
            <a:endParaRPr sz="900" b="0" i="0" u="none" strike="noStrike" cap="none">
              <a:solidFill>
                <a:srgbClr val="01123F"/>
              </a:solidFill>
              <a:latin typeface="Calibri" panose="020F0502020204030204" pitchFamily="34" charset="0"/>
              <a:ea typeface="Calibri" panose="020F0502020204030204" pitchFamily="34" charset="0"/>
              <a:cs typeface="Calibri" panose="020F0502020204030204" pitchFamily="34" charset="0"/>
              <a:sym typeface="Poppins Light"/>
            </a:endParaRPr>
          </a:p>
        </p:txBody>
      </p:sp>
      <p:sp>
        <p:nvSpPr>
          <p:cNvPr id="1372" name="Google Shape;1372;p67"/>
          <p:cNvSpPr txBox="1"/>
          <p:nvPr/>
        </p:nvSpPr>
        <p:spPr>
          <a:xfrm>
            <a:off x="6243025" y="2210368"/>
            <a:ext cx="2418300" cy="273300"/>
          </a:xfrm>
          <a:prstGeom prst="rect">
            <a:avLst/>
          </a:prstGeom>
          <a:no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000"/>
              <a:buFont typeface="Arial"/>
              <a:buNone/>
            </a:pPr>
            <a:r>
              <a:rPr lang="en" sz="1000"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Poppins SemiBold"/>
              </a:rPr>
              <a:t>Automation (Workflows)</a:t>
            </a:r>
            <a:endParaRPr sz="1000"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Poppins SemiBold"/>
            </a:endParaRPr>
          </a:p>
        </p:txBody>
      </p:sp>
      <p:pic>
        <p:nvPicPr>
          <p:cNvPr id="1373" name="Google Shape;1373;p67"/>
          <p:cNvPicPr preferRelativeResize="0"/>
          <p:nvPr/>
        </p:nvPicPr>
        <p:blipFill rotWithShape="1">
          <a:blip r:embed="rId4">
            <a:alphaModFix/>
          </a:blip>
          <a:srcRect/>
          <a:stretch/>
        </p:blipFill>
        <p:spPr>
          <a:xfrm>
            <a:off x="1337712" y="1516460"/>
            <a:ext cx="708225" cy="708225"/>
          </a:xfrm>
          <a:prstGeom prst="rect">
            <a:avLst/>
          </a:prstGeom>
          <a:noFill/>
          <a:ln>
            <a:noFill/>
          </a:ln>
        </p:spPr>
      </p:pic>
      <p:sp>
        <p:nvSpPr>
          <p:cNvPr id="1374" name="Google Shape;1374;p67"/>
          <p:cNvSpPr txBox="1">
            <a:spLocks noGrp="1"/>
          </p:cNvSpPr>
          <p:nvPr>
            <p:ph type="title" idx="4294967295"/>
          </p:nvPr>
        </p:nvSpPr>
        <p:spPr>
          <a:xfrm>
            <a:off x="-302400" y="535725"/>
            <a:ext cx="9748800" cy="684000"/>
          </a:xfrm>
          <a:prstGeom prst="rect">
            <a:avLst/>
          </a:prstGeom>
          <a:noFill/>
          <a:ln>
            <a:noFill/>
          </a:ln>
        </p:spPr>
        <p:txBody>
          <a:bodyPr spcFirstLastPara="1" wrap="square" lIns="68575" tIns="34275" rIns="68575" bIns="34275" anchor="ctr" anchorCtr="0">
            <a:noAutofit/>
          </a:bodyPr>
          <a:lstStyle/>
          <a:p>
            <a:pPr marL="0" lvl="0" indent="0" algn="ctr" rtl="0">
              <a:lnSpc>
                <a:spcPct val="100000"/>
              </a:lnSpc>
              <a:spcBef>
                <a:spcPts val="0"/>
              </a:spcBef>
              <a:spcAft>
                <a:spcPts val="0"/>
              </a:spcAft>
              <a:buClr>
                <a:schemeClr val="dk1"/>
              </a:buClr>
              <a:buSzPts val="1100"/>
              <a:buFont typeface="Arial"/>
              <a:buNone/>
            </a:pPr>
            <a:r>
              <a:rPr lang="en" sz="2420">
                <a:latin typeface="Calibri" panose="020F0502020204030204" pitchFamily="34" charset="0"/>
                <a:ea typeface="Calibri" panose="020F0502020204030204" pitchFamily="34" charset="0"/>
                <a:cs typeface="Calibri" panose="020F0502020204030204" pitchFamily="34" charset="0"/>
                <a:sym typeface="Poppins Light"/>
              </a:rPr>
              <a:t>Top Three Focus Areas to Mature</a:t>
            </a:r>
            <a:endParaRPr sz="2420">
              <a:latin typeface="Calibri" panose="020F0502020204030204" pitchFamily="34" charset="0"/>
              <a:ea typeface="Calibri" panose="020F0502020204030204" pitchFamily="34" charset="0"/>
              <a:cs typeface="Calibri" panose="020F0502020204030204" pitchFamily="34" charset="0"/>
              <a:sym typeface="Poppins Light"/>
            </a:endParaRPr>
          </a:p>
          <a:p>
            <a:pPr marL="0" lvl="0" indent="0" algn="ctr" rtl="0">
              <a:lnSpc>
                <a:spcPct val="100000"/>
              </a:lnSpc>
              <a:spcBef>
                <a:spcPts val="0"/>
              </a:spcBef>
              <a:spcAft>
                <a:spcPts val="0"/>
              </a:spcAft>
              <a:buClr>
                <a:schemeClr val="dk1"/>
              </a:buClr>
              <a:buSzPts val="1100"/>
              <a:buFont typeface="Arial"/>
              <a:buNone/>
            </a:pPr>
            <a:r>
              <a:rPr lang="en" sz="2420">
                <a:latin typeface="Calibri" panose="020F0502020204030204" pitchFamily="34" charset="0"/>
                <a:ea typeface="Calibri" panose="020F0502020204030204" pitchFamily="34" charset="0"/>
                <a:cs typeface="Calibri" panose="020F0502020204030204" pitchFamily="34" charset="0"/>
                <a:sym typeface="Poppins Light"/>
              </a:rPr>
              <a:t>for Democratization Improvements</a:t>
            </a:r>
            <a:endParaRPr sz="2420">
              <a:latin typeface="Calibri" panose="020F0502020204030204" pitchFamily="34" charset="0"/>
              <a:ea typeface="Calibri" panose="020F0502020204030204" pitchFamily="34" charset="0"/>
              <a:cs typeface="Calibri" panose="020F0502020204030204" pitchFamily="34" charset="0"/>
              <a:sym typeface="Poppins Light"/>
            </a:endParaRPr>
          </a:p>
        </p:txBody>
      </p:sp>
      <p:pic>
        <p:nvPicPr>
          <p:cNvPr id="1375" name="Google Shape;1375;p67" title="Group 1000002969.png"/>
          <p:cNvPicPr preferRelativeResize="0"/>
          <p:nvPr/>
        </p:nvPicPr>
        <p:blipFill rotWithShape="1">
          <a:blip r:embed="rId5">
            <a:alphaModFix/>
          </a:blip>
          <a:srcRect/>
          <a:stretch/>
        </p:blipFill>
        <p:spPr>
          <a:xfrm>
            <a:off x="4195263" y="1618451"/>
            <a:ext cx="753475" cy="504238"/>
          </a:xfrm>
          <a:prstGeom prst="rect">
            <a:avLst/>
          </a:prstGeom>
          <a:noFill/>
          <a:ln>
            <a:noFill/>
          </a:ln>
        </p:spPr>
      </p:pic>
      <p:pic>
        <p:nvPicPr>
          <p:cNvPr id="1376" name="Google Shape;1376;p67" title="Group 1000003039.png"/>
          <p:cNvPicPr preferRelativeResize="0"/>
          <p:nvPr/>
        </p:nvPicPr>
        <p:blipFill rotWithShape="1">
          <a:blip r:embed="rId6">
            <a:alphaModFix/>
          </a:blip>
          <a:srcRect/>
          <a:stretch/>
        </p:blipFill>
        <p:spPr>
          <a:xfrm>
            <a:off x="7196474" y="1601139"/>
            <a:ext cx="511400" cy="538875"/>
          </a:xfrm>
          <a:prstGeom prst="rect">
            <a:avLst/>
          </a:prstGeom>
          <a:noFill/>
          <a:ln>
            <a:noFill/>
          </a:ln>
        </p:spPr>
      </p:pic>
      <p:grpSp>
        <p:nvGrpSpPr>
          <p:cNvPr id="1377" name="Google Shape;1377;p67"/>
          <p:cNvGrpSpPr/>
          <p:nvPr/>
        </p:nvGrpSpPr>
        <p:grpSpPr>
          <a:xfrm>
            <a:off x="4726377" y="4145669"/>
            <a:ext cx="4010949" cy="832434"/>
            <a:chOff x="4726377" y="3456975"/>
            <a:chExt cx="4010949" cy="832434"/>
          </a:xfrm>
        </p:grpSpPr>
        <p:pic>
          <p:nvPicPr>
            <p:cNvPr id="1378" name="Google Shape;1378;p67" title="Rectangle 16310.png"/>
            <p:cNvPicPr preferRelativeResize="0"/>
            <p:nvPr/>
          </p:nvPicPr>
          <p:blipFill rotWithShape="1">
            <a:blip r:embed="rId7">
              <a:alphaModFix/>
            </a:blip>
            <a:srcRect/>
            <a:stretch/>
          </p:blipFill>
          <p:spPr>
            <a:xfrm>
              <a:off x="5072702" y="3456975"/>
              <a:ext cx="3664624" cy="832327"/>
            </a:xfrm>
            <a:prstGeom prst="rect">
              <a:avLst/>
            </a:prstGeom>
            <a:noFill/>
            <a:ln>
              <a:noFill/>
            </a:ln>
          </p:spPr>
        </p:pic>
        <p:sp>
          <p:nvSpPr>
            <p:cNvPr id="1379" name="Google Shape;1379;p67"/>
            <p:cNvSpPr txBox="1"/>
            <p:nvPr/>
          </p:nvSpPr>
          <p:spPr>
            <a:xfrm>
              <a:off x="5566125" y="3585438"/>
              <a:ext cx="3048900" cy="406108"/>
            </a:xfrm>
            <a:prstGeom prst="rect">
              <a:avLst/>
            </a:prstGeom>
            <a:noFill/>
            <a:ln>
              <a:noFill/>
            </a:ln>
          </p:spPr>
          <p:txBody>
            <a:bodyPr spcFirstLastPara="1" wrap="square" lIns="66950" tIns="33450" rIns="66950" bIns="33450" anchor="t" anchorCtr="0">
              <a:spAutoFit/>
            </a:bodyPr>
            <a:lstStyle/>
            <a:p>
              <a:pPr marL="0" marR="0" lvl="0" indent="0" algn="l" rtl="0">
                <a:lnSpc>
                  <a:spcPct val="100000"/>
                </a:lnSpc>
                <a:spcBef>
                  <a:spcPts val="0"/>
                </a:spcBef>
                <a:spcAft>
                  <a:spcPts val="0"/>
                </a:spcAft>
                <a:buClr>
                  <a:schemeClr val="dk1"/>
                </a:buClr>
                <a:buSzPts val="1200"/>
                <a:buFont typeface="Arial"/>
                <a:buNone/>
              </a:pPr>
              <a:r>
                <a:rPr lang="en" sz="1100"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Poppins Light"/>
                </a:rPr>
                <a:t>Is Wiz completely integrated into your workflow? What could help make it part of day to day?</a:t>
              </a:r>
              <a:endParaRPr sz="1100"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Poppins Light"/>
              </a:endParaRPr>
            </a:p>
          </p:txBody>
        </p:sp>
        <p:pic>
          <p:nvPicPr>
            <p:cNvPr id="1380" name="Google Shape;1380;p67" title="Ellipse icon_color.png"/>
            <p:cNvPicPr preferRelativeResize="0"/>
            <p:nvPr/>
          </p:nvPicPr>
          <p:blipFill rotWithShape="1">
            <a:blip r:embed="rId8">
              <a:alphaModFix/>
            </a:blip>
            <a:srcRect/>
            <a:stretch/>
          </p:blipFill>
          <p:spPr>
            <a:xfrm>
              <a:off x="4726377" y="3457087"/>
              <a:ext cx="839753" cy="832322"/>
            </a:xfrm>
            <a:prstGeom prst="rect">
              <a:avLst/>
            </a:prstGeom>
            <a:noFill/>
            <a:ln>
              <a:noFill/>
            </a:ln>
          </p:spPr>
        </p:pic>
      </p:grpSp>
      <p:grpSp>
        <p:nvGrpSpPr>
          <p:cNvPr id="1381" name="Google Shape;1381;p67"/>
          <p:cNvGrpSpPr/>
          <p:nvPr/>
        </p:nvGrpSpPr>
        <p:grpSpPr>
          <a:xfrm>
            <a:off x="434302" y="4145669"/>
            <a:ext cx="4010949" cy="832434"/>
            <a:chOff x="434302" y="3456975"/>
            <a:chExt cx="4010949" cy="832434"/>
          </a:xfrm>
        </p:grpSpPr>
        <p:pic>
          <p:nvPicPr>
            <p:cNvPr id="1382" name="Google Shape;1382;p67" title="Rectangle 16310.png"/>
            <p:cNvPicPr preferRelativeResize="0"/>
            <p:nvPr/>
          </p:nvPicPr>
          <p:blipFill rotWithShape="1">
            <a:blip r:embed="rId7">
              <a:alphaModFix/>
            </a:blip>
            <a:srcRect/>
            <a:stretch/>
          </p:blipFill>
          <p:spPr>
            <a:xfrm>
              <a:off x="780627" y="3456975"/>
              <a:ext cx="3664624" cy="832327"/>
            </a:xfrm>
            <a:prstGeom prst="rect">
              <a:avLst/>
            </a:prstGeom>
            <a:noFill/>
            <a:ln>
              <a:noFill/>
            </a:ln>
          </p:spPr>
        </p:pic>
        <p:sp>
          <p:nvSpPr>
            <p:cNvPr id="1383" name="Google Shape;1383;p67"/>
            <p:cNvSpPr txBox="1"/>
            <p:nvPr/>
          </p:nvSpPr>
          <p:spPr>
            <a:xfrm>
              <a:off x="1274050" y="3585438"/>
              <a:ext cx="3165300" cy="575400"/>
            </a:xfrm>
            <a:prstGeom prst="rect">
              <a:avLst/>
            </a:prstGeom>
            <a:noFill/>
            <a:ln>
              <a:noFill/>
            </a:ln>
          </p:spPr>
          <p:txBody>
            <a:bodyPr spcFirstLastPara="1" wrap="square" lIns="66950" tIns="33450" rIns="66950" bIns="33450" anchor="t" anchorCtr="0">
              <a:spAutoFit/>
            </a:bodyPr>
            <a:lstStyle/>
            <a:p>
              <a:pPr marL="0" marR="0" lvl="0" indent="0" algn="l" rtl="0">
                <a:lnSpc>
                  <a:spcPct val="100000"/>
                </a:lnSpc>
                <a:spcBef>
                  <a:spcPts val="0"/>
                </a:spcBef>
                <a:spcAft>
                  <a:spcPts val="0"/>
                </a:spcAft>
                <a:buClr>
                  <a:schemeClr val="dk1"/>
                </a:buClr>
                <a:buSzPts val="1171"/>
                <a:buFont typeface="Arial"/>
                <a:buNone/>
              </a:pPr>
              <a:r>
                <a:rPr lang="en" sz="1100"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Poppins Light"/>
                </a:rPr>
                <a:t>What is your current issues resolution flow? What is your ideal state? Is there anything blocking you from further democratization? </a:t>
              </a:r>
              <a:endParaRPr sz="1100"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Poppins Light"/>
              </a:endParaRPr>
            </a:p>
          </p:txBody>
        </p:sp>
        <p:grpSp>
          <p:nvGrpSpPr>
            <p:cNvPr id="1384" name="Google Shape;1384;p67"/>
            <p:cNvGrpSpPr/>
            <p:nvPr/>
          </p:nvGrpSpPr>
          <p:grpSpPr>
            <a:xfrm>
              <a:off x="434302" y="3457087"/>
              <a:ext cx="839753" cy="832322"/>
              <a:chOff x="434302" y="3457087"/>
              <a:chExt cx="839753" cy="832322"/>
            </a:xfrm>
          </p:grpSpPr>
          <p:pic>
            <p:nvPicPr>
              <p:cNvPr id="1385" name="Google Shape;1385;p67" title="Ellipse icon_color.png"/>
              <p:cNvPicPr preferRelativeResize="0"/>
              <p:nvPr/>
            </p:nvPicPr>
            <p:blipFill rotWithShape="1">
              <a:blip r:embed="rId8">
                <a:alphaModFix/>
              </a:blip>
              <a:srcRect/>
              <a:stretch/>
            </p:blipFill>
            <p:spPr>
              <a:xfrm>
                <a:off x="434302" y="3457087"/>
                <a:ext cx="839753" cy="832322"/>
              </a:xfrm>
              <a:prstGeom prst="rect">
                <a:avLst/>
              </a:prstGeom>
              <a:noFill/>
              <a:ln>
                <a:noFill/>
              </a:ln>
            </p:spPr>
          </p:pic>
          <p:pic>
            <p:nvPicPr>
              <p:cNvPr id="1386" name="Google Shape;1386;p67"/>
              <p:cNvPicPr preferRelativeResize="0"/>
              <p:nvPr/>
            </p:nvPicPr>
            <p:blipFill rotWithShape="1">
              <a:blip r:embed="rId9">
                <a:alphaModFix/>
              </a:blip>
              <a:srcRect/>
              <a:stretch/>
            </p:blipFill>
            <p:spPr>
              <a:xfrm>
                <a:off x="577339" y="3703834"/>
                <a:ext cx="553675" cy="338602"/>
              </a:xfrm>
              <a:prstGeom prst="rect">
                <a:avLst/>
              </a:prstGeom>
              <a:noFill/>
              <a:ln>
                <a:noFill/>
              </a:ln>
            </p:spPr>
          </p:pic>
        </p:grpSp>
      </p:grpSp>
      <p:pic>
        <p:nvPicPr>
          <p:cNvPr id="1387" name="Google Shape;1387;p67" title="Group 1000003678 (1).png"/>
          <p:cNvPicPr preferRelativeResize="0"/>
          <p:nvPr/>
        </p:nvPicPr>
        <p:blipFill rotWithShape="1">
          <a:blip r:embed="rId10">
            <a:alphaModFix/>
          </a:blip>
          <a:srcRect/>
          <a:stretch/>
        </p:blipFill>
        <p:spPr>
          <a:xfrm>
            <a:off x="4930184" y="4346632"/>
            <a:ext cx="430800" cy="4246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89"/>
        <p:cNvGrpSpPr/>
        <p:nvPr/>
      </p:nvGrpSpPr>
      <p:grpSpPr>
        <a:xfrm>
          <a:off x="0" y="0"/>
          <a:ext cx="0" cy="0"/>
          <a:chOff x="0" y="0"/>
          <a:chExt cx="0" cy="0"/>
        </a:xfrm>
      </p:grpSpPr>
      <p:pic>
        <p:nvPicPr>
          <p:cNvPr id="590" name="Google Shape;590;p53"/>
          <p:cNvPicPr preferRelativeResize="0"/>
          <p:nvPr/>
        </p:nvPicPr>
        <p:blipFill rotWithShape="1">
          <a:blip r:embed="rId3">
            <a:alphaModFix/>
          </a:blip>
          <a:srcRect/>
          <a:stretch/>
        </p:blipFill>
        <p:spPr>
          <a:xfrm>
            <a:off x="110700" y="514955"/>
            <a:ext cx="4359173" cy="4230574"/>
          </a:xfrm>
          <a:prstGeom prst="rect">
            <a:avLst/>
          </a:prstGeom>
          <a:noFill/>
          <a:ln w="9525" cap="flat" cmpd="sng">
            <a:solidFill>
              <a:schemeClr val="accent1"/>
            </a:solidFill>
            <a:prstDash val="solid"/>
            <a:round/>
            <a:headEnd type="none" w="sm" len="sm"/>
            <a:tailEnd type="none" w="sm" len="sm"/>
          </a:ln>
        </p:spPr>
      </p:pic>
      <p:sp>
        <p:nvSpPr>
          <p:cNvPr id="591" name="Google Shape;591;p53"/>
          <p:cNvSpPr txBox="1">
            <a:spLocks noGrp="1"/>
          </p:cNvSpPr>
          <p:nvPr>
            <p:ph type="title" idx="4294967295"/>
          </p:nvPr>
        </p:nvSpPr>
        <p:spPr>
          <a:xfrm>
            <a:off x="150" y="112783"/>
            <a:ext cx="9144000" cy="367200"/>
          </a:xfrm>
          <a:prstGeom prst="rect">
            <a:avLst/>
          </a:prstGeom>
          <a:noFill/>
          <a:ln>
            <a:noFill/>
          </a:ln>
        </p:spPr>
        <p:txBody>
          <a:bodyPr spcFirstLastPara="1" wrap="square" lIns="68575" tIns="34275" rIns="68575" bIns="34275" anchor="ctr" anchorCtr="0">
            <a:noAutofit/>
          </a:bodyPr>
          <a:lstStyle/>
          <a:p>
            <a:pPr marL="0" lvl="0" indent="0" algn="ctr" rtl="0">
              <a:lnSpc>
                <a:spcPct val="90000"/>
              </a:lnSpc>
              <a:spcBef>
                <a:spcPts val="0"/>
              </a:spcBef>
              <a:spcAft>
                <a:spcPts val="0"/>
              </a:spcAft>
              <a:buClr>
                <a:schemeClr val="dk1"/>
              </a:buClr>
              <a:buSzPts val="1800"/>
              <a:buFont typeface="DM Sans"/>
              <a:buNone/>
            </a:pPr>
            <a:r>
              <a:rPr lang="en" sz="2420">
                <a:latin typeface="Calibri"/>
                <a:ea typeface="Calibri"/>
                <a:cs typeface="Calibri"/>
                <a:sym typeface="Calibri"/>
              </a:rPr>
              <a:t>Preview Hub Availability vs Usage</a:t>
            </a:r>
            <a:endParaRPr sz="2420">
              <a:latin typeface="Calibri"/>
              <a:ea typeface="Calibri"/>
              <a:cs typeface="Calibri"/>
              <a:sym typeface="Calibri"/>
            </a:endParaRPr>
          </a:p>
        </p:txBody>
      </p:sp>
      <p:sp>
        <p:nvSpPr>
          <p:cNvPr id="592" name="Google Shape;592;p53"/>
          <p:cNvSpPr txBox="1"/>
          <p:nvPr/>
        </p:nvSpPr>
        <p:spPr>
          <a:xfrm>
            <a:off x="110700" y="583584"/>
            <a:ext cx="4359000" cy="346200"/>
          </a:xfrm>
          <a:prstGeom prst="rect">
            <a:avLst/>
          </a:prstGeom>
          <a:noFill/>
          <a:ln>
            <a:noFill/>
          </a:ln>
        </p:spPr>
        <p:txBody>
          <a:bodyPr spcFirstLastPara="1" wrap="square" lIns="68575" tIns="34275" rIns="68575" bIns="34275" anchor="t" anchorCtr="0">
            <a:noAutofit/>
          </a:bodyPr>
          <a:lstStyle/>
          <a:p>
            <a:pPr marL="0" marR="0" lvl="0" indent="0" algn="ctr" rtl="0">
              <a:lnSpc>
                <a:spcPct val="90000"/>
              </a:lnSpc>
              <a:spcBef>
                <a:spcPts val="0"/>
              </a:spcBef>
              <a:spcAft>
                <a:spcPts val="0"/>
              </a:spcAft>
              <a:buClr>
                <a:schemeClr val="dk2"/>
              </a:buClr>
              <a:buSzPts val="1500"/>
              <a:buFont typeface="Arial"/>
              <a:buNone/>
            </a:pPr>
            <a:r>
              <a:rPr lang="en" sz="1600" b="0" i="0" u="sng" strike="noStrike" cap="none">
                <a:solidFill>
                  <a:schemeClr val="hlink"/>
                </a:solidFill>
                <a:latin typeface="Calibri"/>
                <a:ea typeface="Calibri"/>
                <a:cs typeface="Calibri"/>
                <a:sym typeface="Calibri"/>
                <a:hlinkClick r:id="rId4"/>
              </a:rPr>
              <a:t>Public Future-Billable Previews</a:t>
            </a:r>
            <a:r>
              <a:rPr lang="en" sz="1600" b="0" i="0" u="none" strike="noStrike" cap="none">
                <a:solidFill>
                  <a:schemeClr val="hlink"/>
                </a:solidFill>
                <a:uFill>
                  <a:noFill/>
                </a:uFill>
                <a:latin typeface="Calibri"/>
                <a:ea typeface="Calibri"/>
                <a:cs typeface="Calibri"/>
                <a:sym typeface="Calibri"/>
                <a:hlinkClick r:id="rId4"/>
              </a:rPr>
              <a:t> ↗</a:t>
            </a:r>
            <a:endParaRPr sz="1600" b="0" i="0" u="none" strike="noStrike" cap="none">
              <a:solidFill>
                <a:srgbClr val="0254EC"/>
              </a:solidFill>
              <a:latin typeface="Calibri"/>
              <a:ea typeface="Calibri"/>
              <a:cs typeface="Calibri"/>
              <a:sym typeface="Calibri"/>
            </a:endParaRPr>
          </a:p>
        </p:txBody>
      </p:sp>
      <p:sp>
        <p:nvSpPr>
          <p:cNvPr id="593" name="Google Shape;593;p53"/>
          <p:cNvSpPr/>
          <p:nvPr/>
        </p:nvSpPr>
        <p:spPr>
          <a:xfrm>
            <a:off x="165200" y="983157"/>
            <a:ext cx="4313400" cy="2096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4A4A4A"/>
              </a:buClr>
              <a:buSzPts val="1100"/>
              <a:buFont typeface="Arial"/>
              <a:buNone/>
            </a:pPr>
            <a:r>
              <a:rPr lang="en" sz="1100" b="0" i="0" u="none" strike="noStrike" cap="none">
                <a:solidFill>
                  <a:srgbClr val="4A4A4A"/>
                </a:solidFill>
                <a:latin typeface="Calibri"/>
                <a:ea typeface="Calibri"/>
                <a:cs typeface="Calibri"/>
                <a:sym typeface="Calibri"/>
              </a:rPr>
              <a:t>Advanced License:</a:t>
            </a:r>
            <a:br>
              <a:rPr lang="en" sz="1100" b="0" i="0" u="none" strike="noStrike" cap="none">
                <a:solidFill>
                  <a:srgbClr val="4A4A4A"/>
                </a:solidFill>
                <a:latin typeface="Calibri"/>
                <a:ea typeface="Calibri"/>
                <a:cs typeface="Calibri"/>
                <a:sym typeface="Calibri"/>
              </a:rPr>
            </a:br>
            <a:r>
              <a:rPr lang="en" sz="900" b="0" i="0" u="none" strike="noStrike" cap="none">
                <a:solidFill>
                  <a:srgbClr val="4A4A4A"/>
                </a:solidFill>
                <a:latin typeface="Calibri"/>
                <a:ea typeface="Calibri"/>
                <a:cs typeface="Calibri"/>
                <a:sym typeface="Calibri"/>
              </a:rPr>
              <a:t>{{BILLABLE_ADVANCED}}</a:t>
            </a:r>
            <a:br>
              <a:rPr lang="en" sz="1100" b="0" i="0" u="none" strike="noStrike" cap="none">
                <a:solidFill>
                  <a:srgbClr val="4A4A4A"/>
                </a:solidFill>
                <a:latin typeface="Calibri"/>
                <a:ea typeface="Calibri"/>
                <a:cs typeface="Calibri"/>
                <a:sym typeface="Calibri"/>
              </a:rPr>
            </a:br>
            <a:br>
              <a:rPr lang="en" sz="1100" b="0" i="0" u="none" strike="noStrike" cap="none">
                <a:solidFill>
                  <a:srgbClr val="4A4A4A"/>
                </a:solidFill>
                <a:latin typeface="Calibri"/>
                <a:ea typeface="Calibri"/>
                <a:cs typeface="Calibri"/>
                <a:sym typeface="Calibri"/>
              </a:rPr>
            </a:br>
            <a:r>
              <a:rPr lang="en" sz="1100" b="0" i="0" u="none" strike="noStrike" cap="none">
                <a:solidFill>
                  <a:srgbClr val="4A4A4A"/>
                </a:solidFill>
                <a:latin typeface="Calibri"/>
                <a:ea typeface="Calibri"/>
                <a:cs typeface="Calibri"/>
                <a:sym typeface="Calibri"/>
              </a:rPr>
              <a:t>Sensor / Defend License:</a:t>
            </a:r>
            <a:br>
              <a:rPr lang="en" sz="1100" b="0" i="0" u="none" strike="noStrike" cap="none">
                <a:solidFill>
                  <a:srgbClr val="4A4A4A"/>
                </a:solidFill>
                <a:latin typeface="Calibri"/>
                <a:ea typeface="Calibri"/>
                <a:cs typeface="Calibri"/>
                <a:sym typeface="Calibri"/>
              </a:rPr>
            </a:br>
            <a:r>
              <a:rPr lang="en" sz="900" b="0" i="0" u="none" strike="noStrike" cap="none">
                <a:solidFill>
                  <a:srgbClr val="4A4A4A"/>
                </a:solidFill>
                <a:latin typeface="Calibri"/>
                <a:ea typeface="Calibri"/>
                <a:cs typeface="Calibri"/>
                <a:sym typeface="Calibri"/>
              </a:rPr>
              <a:t>{{BILLABLE_SENSOR}}</a:t>
            </a:r>
            <a:br>
              <a:rPr lang="en" sz="900" b="0" i="0" u="none" strike="noStrike" cap="none">
                <a:solidFill>
                  <a:srgbClr val="4A4A4A"/>
                </a:solidFill>
                <a:latin typeface="Calibri"/>
                <a:ea typeface="Calibri"/>
                <a:cs typeface="Calibri"/>
                <a:sym typeface="Calibri"/>
              </a:rPr>
            </a:br>
            <a:r>
              <a:rPr lang="en" sz="900" b="0" i="0" u="none" strike="noStrike" cap="none">
                <a:solidFill>
                  <a:srgbClr val="4A4A4A"/>
                </a:solidFill>
                <a:latin typeface="Calibri"/>
                <a:ea typeface="Calibri"/>
                <a:cs typeface="Calibri"/>
                <a:sym typeface="Calibri"/>
              </a:rPr>
              <a:t>{{BILLABLE_DEFEND}}</a:t>
            </a:r>
            <a:endParaRPr sz="900" b="0" i="0" u="none" strike="noStrike" cap="none">
              <a:solidFill>
                <a:srgbClr val="4A4A4A"/>
              </a:solidFill>
              <a:latin typeface="Calibri"/>
              <a:ea typeface="Calibri"/>
              <a:cs typeface="Calibri"/>
              <a:sym typeface="Calibri"/>
            </a:endParaRPr>
          </a:p>
          <a:p>
            <a:pPr marL="0" marR="0" lvl="0" indent="0" algn="l" rtl="0">
              <a:lnSpc>
                <a:spcPct val="100000"/>
              </a:lnSpc>
              <a:spcBef>
                <a:spcPts val="0"/>
              </a:spcBef>
              <a:spcAft>
                <a:spcPts val="0"/>
              </a:spcAft>
              <a:buClr>
                <a:srgbClr val="4A4A4A"/>
              </a:buClr>
              <a:buSzPts val="1100"/>
              <a:buFont typeface="Arial"/>
              <a:buNone/>
            </a:pPr>
            <a:endParaRPr sz="1100" b="0" i="0" u="none" strike="noStrike" cap="none">
              <a:solidFill>
                <a:srgbClr val="4A4A4A"/>
              </a:solidFill>
              <a:latin typeface="Calibri"/>
              <a:ea typeface="Calibri"/>
              <a:cs typeface="Calibri"/>
              <a:sym typeface="Calibri"/>
            </a:endParaRPr>
          </a:p>
          <a:p>
            <a:pPr marL="0" marR="0" lvl="0" indent="0" algn="l" rtl="0">
              <a:lnSpc>
                <a:spcPct val="100000"/>
              </a:lnSpc>
              <a:spcBef>
                <a:spcPts val="0"/>
              </a:spcBef>
              <a:spcAft>
                <a:spcPts val="0"/>
              </a:spcAft>
              <a:buClr>
                <a:srgbClr val="4A4A4A"/>
              </a:buClr>
              <a:buSzPts val="1100"/>
              <a:buFont typeface="Arial"/>
              <a:buNone/>
            </a:pPr>
            <a:r>
              <a:rPr lang="en" sz="1100" b="0" i="0" u="none" strike="noStrike" cap="none">
                <a:solidFill>
                  <a:srgbClr val="4A4A4A"/>
                </a:solidFill>
                <a:latin typeface="Calibri"/>
                <a:ea typeface="Calibri"/>
                <a:cs typeface="Calibri"/>
                <a:sym typeface="Calibri"/>
              </a:rPr>
              <a:t>Wiz Code License:</a:t>
            </a:r>
            <a:br>
              <a:rPr lang="en" sz="1100" b="0" i="0" u="none" strike="noStrike" cap="none">
                <a:solidFill>
                  <a:srgbClr val="4A4A4A"/>
                </a:solidFill>
                <a:latin typeface="Calibri"/>
                <a:ea typeface="Calibri"/>
                <a:cs typeface="Calibri"/>
                <a:sym typeface="Calibri"/>
              </a:rPr>
            </a:br>
            <a:r>
              <a:rPr lang="en" sz="900" b="0" i="0" u="none" strike="noStrike" cap="none">
                <a:solidFill>
                  <a:srgbClr val="4A4A4A"/>
                </a:solidFill>
                <a:latin typeface="Calibri"/>
                <a:ea typeface="Calibri"/>
                <a:cs typeface="Calibri"/>
                <a:sym typeface="Calibri"/>
              </a:rPr>
              <a:t>{{BILLABLE_CODE}}</a:t>
            </a:r>
            <a:endParaRPr sz="900" b="0" i="0" u="none" strike="noStrike" cap="none">
              <a:solidFill>
                <a:srgbClr val="4A4A4A"/>
              </a:solidFill>
              <a:latin typeface="Calibri"/>
              <a:ea typeface="Calibri"/>
              <a:cs typeface="Calibri"/>
              <a:sym typeface="Calibri"/>
            </a:endParaRPr>
          </a:p>
        </p:txBody>
      </p:sp>
      <p:pic>
        <p:nvPicPr>
          <p:cNvPr id="594" name="Google Shape;594;p53"/>
          <p:cNvPicPr preferRelativeResize="0"/>
          <p:nvPr/>
        </p:nvPicPr>
        <p:blipFill rotWithShape="1">
          <a:blip r:embed="rId3">
            <a:alphaModFix/>
          </a:blip>
          <a:srcRect/>
          <a:stretch/>
        </p:blipFill>
        <p:spPr>
          <a:xfrm>
            <a:off x="4636225" y="519525"/>
            <a:ext cx="4359173" cy="4230574"/>
          </a:xfrm>
          <a:prstGeom prst="rect">
            <a:avLst/>
          </a:prstGeom>
          <a:noFill/>
          <a:ln w="9525" cap="flat" cmpd="sng">
            <a:solidFill>
              <a:schemeClr val="accent1"/>
            </a:solidFill>
            <a:prstDash val="solid"/>
            <a:round/>
            <a:headEnd type="none" w="sm" len="sm"/>
            <a:tailEnd type="none" w="sm" len="sm"/>
          </a:ln>
        </p:spPr>
      </p:pic>
      <p:sp>
        <p:nvSpPr>
          <p:cNvPr id="595" name="Google Shape;595;p53"/>
          <p:cNvSpPr txBox="1"/>
          <p:nvPr/>
        </p:nvSpPr>
        <p:spPr>
          <a:xfrm>
            <a:off x="4636222" y="584617"/>
            <a:ext cx="4359000" cy="357900"/>
          </a:xfrm>
          <a:prstGeom prst="rect">
            <a:avLst/>
          </a:prstGeom>
          <a:noFill/>
          <a:ln>
            <a:noFill/>
          </a:ln>
        </p:spPr>
        <p:txBody>
          <a:bodyPr spcFirstLastPara="1" wrap="square" lIns="68575" tIns="34275" rIns="68575" bIns="34275" anchor="t" anchorCtr="0">
            <a:noAutofit/>
          </a:bodyPr>
          <a:lstStyle/>
          <a:p>
            <a:pPr marL="0" marR="0" lvl="0" indent="0" algn="ctr" rtl="0">
              <a:lnSpc>
                <a:spcPct val="90000"/>
              </a:lnSpc>
              <a:spcBef>
                <a:spcPts val="0"/>
              </a:spcBef>
              <a:spcAft>
                <a:spcPts val="0"/>
              </a:spcAft>
              <a:buClr>
                <a:schemeClr val="dk2"/>
              </a:buClr>
              <a:buSzPts val="1500"/>
              <a:buFont typeface="Arial"/>
              <a:buNone/>
            </a:pPr>
            <a:r>
              <a:rPr lang="en" sz="1600" b="0" i="0" u="sng" strike="noStrike" cap="none">
                <a:solidFill>
                  <a:schemeClr val="hlink"/>
                </a:solidFill>
                <a:latin typeface="Calibri"/>
                <a:ea typeface="Calibri"/>
                <a:cs typeface="Calibri"/>
                <a:sym typeface="Calibri"/>
                <a:hlinkClick r:id="rId4"/>
              </a:rPr>
              <a:t>Public Non-Billable Previews</a:t>
            </a:r>
            <a:r>
              <a:rPr lang="en" sz="1600" b="0" i="0" u="none" strike="noStrike" cap="none">
                <a:solidFill>
                  <a:schemeClr val="hlink"/>
                </a:solidFill>
                <a:uFill>
                  <a:noFill/>
                </a:uFill>
                <a:latin typeface="Calibri"/>
                <a:ea typeface="Calibri"/>
                <a:cs typeface="Calibri"/>
                <a:sym typeface="Calibri"/>
                <a:hlinkClick r:id="rId4"/>
              </a:rPr>
              <a:t> ↗</a:t>
            </a:r>
            <a:endParaRPr sz="1600" b="0" i="0" u="none" strike="noStrike" cap="none">
              <a:solidFill>
                <a:srgbClr val="0254EC"/>
              </a:solidFill>
              <a:latin typeface="Calibri"/>
              <a:ea typeface="Calibri"/>
              <a:cs typeface="Calibri"/>
              <a:sym typeface="Calibri"/>
            </a:endParaRPr>
          </a:p>
        </p:txBody>
      </p:sp>
      <p:sp>
        <p:nvSpPr>
          <p:cNvPr id="596" name="Google Shape;596;p53"/>
          <p:cNvSpPr/>
          <p:nvPr/>
        </p:nvSpPr>
        <p:spPr>
          <a:xfrm>
            <a:off x="4690701" y="997376"/>
            <a:ext cx="4313400" cy="2213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4A4A4A"/>
              </a:buClr>
              <a:buSzPts val="1100"/>
              <a:buFont typeface="Arial"/>
              <a:buNone/>
            </a:pPr>
            <a:r>
              <a:rPr lang="en" sz="900" b="0" i="0" u="none" strike="noStrike" cap="none">
                <a:solidFill>
                  <a:srgbClr val="4A4A4A"/>
                </a:solidFill>
                <a:latin typeface="Calibri"/>
                <a:ea typeface="Calibri"/>
                <a:cs typeface="Calibri"/>
                <a:sym typeface="Calibri"/>
              </a:rPr>
              <a:t>{{ALL_NON_BILLABLE_PREVIEW}}</a:t>
            </a:r>
            <a:br>
              <a:rPr lang="en" sz="1000" b="0" i="0" u="none" strike="noStrike" cap="none">
                <a:solidFill>
                  <a:srgbClr val="4A4A4A"/>
                </a:solidFill>
                <a:latin typeface="Calibri"/>
                <a:ea typeface="Calibri"/>
                <a:cs typeface="Calibri"/>
                <a:sym typeface="Calibri"/>
              </a:rPr>
            </a:br>
            <a:endParaRPr sz="1000" b="0" i="0" u="none" strike="noStrike" cap="none">
              <a:solidFill>
                <a:srgbClr val="4A4A4A"/>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01"/>
        <p:cNvGrpSpPr/>
        <p:nvPr/>
      </p:nvGrpSpPr>
      <p:grpSpPr>
        <a:xfrm>
          <a:off x="0" y="0"/>
          <a:ext cx="0" cy="0"/>
          <a:chOff x="0" y="0"/>
          <a:chExt cx="0" cy="0"/>
        </a:xfrm>
      </p:grpSpPr>
      <p:pic>
        <p:nvPicPr>
          <p:cNvPr id="602" name="Google Shape;602;p54"/>
          <p:cNvPicPr preferRelativeResize="0"/>
          <p:nvPr/>
        </p:nvPicPr>
        <p:blipFill rotWithShape="1">
          <a:blip r:embed="rId3">
            <a:alphaModFix/>
          </a:blip>
          <a:srcRect/>
          <a:stretch/>
        </p:blipFill>
        <p:spPr>
          <a:xfrm>
            <a:off x="110700" y="514953"/>
            <a:ext cx="4359173" cy="3657923"/>
          </a:xfrm>
          <a:prstGeom prst="rect">
            <a:avLst/>
          </a:prstGeom>
          <a:noFill/>
          <a:ln w="9525" cap="flat" cmpd="sng">
            <a:solidFill>
              <a:schemeClr val="accent1"/>
            </a:solidFill>
            <a:prstDash val="solid"/>
            <a:round/>
            <a:headEnd type="none" w="sm" len="sm"/>
            <a:tailEnd type="none" w="sm" len="sm"/>
          </a:ln>
        </p:spPr>
      </p:pic>
      <p:sp>
        <p:nvSpPr>
          <p:cNvPr id="603" name="Google Shape;603;p54"/>
          <p:cNvSpPr txBox="1">
            <a:spLocks noGrp="1"/>
          </p:cNvSpPr>
          <p:nvPr>
            <p:ph type="title" idx="4294967295"/>
          </p:nvPr>
        </p:nvSpPr>
        <p:spPr>
          <a:xfrm>
            <a:off x="150" y="112783"/>
            <a:ext cx="9144000" cy="367200"/>
          </a:xfrm>
          <a:prstGeom prst="rect">
            <a:avLst/>
          </a:prstGeom>
          <a:noFill/>
          <a:ln>
            <a:noFill/>
          </a:ln>
        </p:spPr>
        <p:txBody>
          <a:bodyPr spcFirstLastPara="1" wrap="square" lIns="68575" tIns="34275" rIns="68575" bIns="34275" anchor="ctr" anchorCtr="0">
            <a:noAutofit/>
          </a:bodyPr>
          <a:lstStyle/>
          <a:p>
            <a:pPr marL="0" lvl="0" indent="0" algn="ctr" rtl="0">
              <a:lnSpc>
                <a:spcPct val="90000"/>
              </a:lnSpc>
              <a:spcBef>
                <a:spcPts val="0"/>
              </a:spcBef>
              <a:spcAft>
                <a:spcPts val="0"/>
              </a:spcAft>
              <a:buClr>
                <a:schemeClr val="dk1"/>
              </a:buClr>
              <a:buSzPts val="1800"/>
              <a:buFont typeface="DM Sans"/>
              <a:buNone/>
            </a:pPr>
            <a:r>
              <a:rPr lang="en" sz="2420">
                <a:latin typeface="Calibri"/>
                <a:ea typeface="Calibri"/>
                <a:cs typeface="Calibri"/>
                <a:sym typeface="Calibri"/>
              </a:rPr>
              <a:t>Preview Hub Availability vs Usage</a:t>
            </a:r>
            <a:endParaRPr sz="2420">
              <a:latin typeface="Calibri"/>
              <a:ea typeface="Calibri"/>
              <a:cs typeface="Calibri"/>
              <a:sym typeface="Calibri"/>
            </a:endParaRPr>
          </a:p>
        </p:txBody>
      </p:sp>
      <p:sp>
        <p:nvSpPr>
          <p:cNvPr id="604" name="Google Shape;604;p54"/>
          <p:cNvSpPr txBox="1"/>
          <p:nvPr/>
        </p:nvSpPr>
        <p:spPr>
          <a:xfrm>
            <a:off x="110700" y="573172"/>
            <a:ext cx="4359000" cy="346200"/>
          </a:xfrm>
          <a:prstGeom prst="rect">
            <a:avLst/>
          </a:prstGeom>
          <a:noFill/>
          <a:ln>
            <a:noFill/>
          </a:ln>
        </p:spPr>
        <p:txBody>
          <a:bodyPr spcFirstLastPara="1" wrap="square" lIns="68575" tIns="34275" rIns="68575" bIns="34275" anchor="t" anchorCtr="0">
            <a:noAutofit/>
          </a:bodyPr>
          <a:lstStyle/>
          <a:p>
            <a:pPr marL="0" marR="0" lvl="0" indent="0" algn="ctr" rtl="0">
              <a:lnSpc>
                <a:spcPct val="90000"/>
              </a:lnSpc>
              <a:spcBef>
                <a:spcPts val="0"/>
              </a:spcBef>
              <a:spcAft>
                <a:spcPts val="0"/>
              </a:spcAft>
              <a:buClr>
                <a:schemeClr val="dk2"/>
              </a:buClr>
              <a:buSzPts val="1500"/>
              <a:buFont typeface="Arial"/>
              <a:buNone/>
            </a:pPr>
            <a:r>
              <a:rPr lang="en" sz="1600" b="0" i="0" u="sng" strike="noStrike" cap="none">
                <a:solidFill>
                  <a:schemeClr val="hlink"/>
                </a:solidFill>
                <a:latin typeface="Calibri"/>
                <a:ea typeface="Calibri"/>
                <a:cs typeface="Calibri"/>
                <a:sym typeface="Calibri"/>
                <a:hlinkClick r:id="rId4"/>
              </a:rPr>
              <a:t>Private Future-Billable Previews</a:t>
            </a:r>
            <a:r>
              <a:rPr lang="en" sz="1600" b="0" i="0" u="none" strike="noStrike" cap="none">
                <a:solidFill>
                  <a:schemeClr val="hlink"/>
                </a:solidFill>
                <a:uFill>
                  <a:noFill/>
                </a:uFill>
                <a:latin typeface="Calibri"/>
                <a:ea typeface="Calibri"/>
                <a:cs typeface="Calibri"/>
                <a:sym typeface="Calibri"/>
                <a:hlinkClick r:id="rId4"/>
              </a:rPr>
              <a:t> ↗</a:t>
            </a:r>
            <a:endParaRPr sz="1600" b="0" i="0" u="none" strike="noStrike" cap="none">
              <a:solidFill>
                <a:srgbClr val="0254EC"/>
              </a:solidFill>
              <a:latin typeface="Calibri"/>
              <a:ea typeface="Calibri"/>
              <a:cs typeface="Calibri"/>
              <a:sym typeface="Calibri"/>
            </a:endParaRPr>
          </a:p>
        </p:txBody>
      </p:sp>
      <p:sp>
        <p:nvSpPr>
          <p:cNvPr id="605" name="Google Shape;605;p54"/>
          <p:cNvSpPr/>
          <p:nvPr/>
        </p:nvSpPr>
        <p:spPr>
          <a:xfrm>
            <a:off x="165200" y="979468"/>
            <a:ext cx="4313400" cy="2127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4A4A4A"/>
              </a:buClr>
              <a:buSzPts val="1100"/>
              <a:buFont typeface="Arial"/>
              <a:buNone/>
            </a:pPr>
            <a:r>
              <a:rPr lang="en" sz="1000" b="0" i="0" u="none" strike="noStrike" cap="none">
                <a:solidFill>
                  <a:srgbClr val="4A4A4A"/>
                </a:solidFill>
                <a:latin typeface="Calibri"/>
                <a:ea typeface="Calibri"/>
                <a:cs typeface="Calibri"/>
                <a:sym typeface="Calibri"/>
              </a:rPr>
              <a:t>{{PRIVATE_BILLABLE}}</a:t>
            </a:r>
            <a:endParaRPr sz="1000" b="0" i="0" u="none" strike="noStrike" cap="none">
              <a:solidFill>
                <a:srgbClr val="4A4A4A"/>
              </a:solidFill>
              <a:latin typeface="Calibri"/>
              <a:ea typeface="Calibri"/>
              <a:cs typeface="Calibri"/>
              <a:sym typeface="Calibri"/>
            </a:endParaRPr>
          </a:p>
          <a:p>
            <a:pPr marL="0" marR="0" lvl="0" indent="0" algn="l" rtl="0">
              <a:lnSpc>
                <a:spcPct val="100000"/>
              </a:lnSpc>
              <a:spcBef>
                <a:spcPts val="0"/>
              </a:spcBef>
              <a:spcAft>
                <a:spcPts val="0"/>
              </a:spcAft>
              <a:buClr>
                <a:srgbClr val="4A4A4A"/>
              </a:buClr>
              <a:buSzPts val="1100"/>
              <a:buFont typeface="Arial"/>
              <a:buNone/>
            </a:pPr>
            <a:endParaRPr sz="1200" b="0" i="0" u="none" strike="noStrike" cap="none">
              <a:solidFill>
                <a:srgbClr val="4A4A4A"/>
              </a:solidFill>
              <a:latin typeface="Calibri"/>
              <a:ea typeface="Calibri"/>
              <a:cs typeface="Calibri"/>
              <a:sym typeface="Calibri"/>
            </a:endParaRPr>
          </a:p>
        </p:txBody>
      </p:sp>
      <p:pic>
        <p:nvPicPr>
          <p:cNvPr id="606" name="Google Shape;606;p54"/>
          <p:cNvPicPr preferRelativeResize="0"/>
          <p:nvPr/>
        </p:nvPicPr>
        <p:blipFill rotWithShape="1">
          <a:blip r:embed="rId3">
            <a:alphaModFix/>
          </a:blip>
          <a:srcRect/>
          <a:stretch/>
        </p:blipFill>
        <p:spPr>
          <a:xfrm>
            <a:off x="4636225" y="519525"/>
            <a:ext cx="4359173" cy="3657923"/>
          </a:xfrm>
          <a:prstGeom prst="rect">
            <a:avLst/>
          </a:prstGeom>
          <a:noFill/>
          <a:ln w="9525" cap="flat" cmpd="sng">
            <a:solidFill>
              <a:schemeClr val="accent1"/>
            </a:solidFill>
            <a:prstDash val="solid"/>
            <a:round/>
            <a:headEnd type="none" w="sm" len="sm"/>
            <a:tailEnd type="none" w="sm" len="sm"/>
          </a:ln>
        </p:spPr>
      </p:pic>
      <p:sp>
        <p:nvSpPr>
          <p:cNvPr id="607" name="Google Shape;607;p54"/>
          <p:cNvSpPr txBox="1"/>
          <p:nvPr/>
        </p:nvSpPr>
        <p:spPr>
          <a:xfrm>
            <a:off x="4636222" y="574205"/>
            <a:ext cx="4359000" cy="357900"/>
          </a:xfrm>
          <a:prstGeom prst="rect">
            <a:avLst/>
          </a:prstGeom>
          <a:noFill/>
          <a:ln>
            <a:noFill/>
          </a:ln>
        </p:spPr>
        <p:txBody>
          <a:bodyPr spcFirstLastPara="1" wrap="square" lIns="68575" tIns="34275" rIns="68575" bIns="34275" anchor="t" anchorCtr="0">
            <a:noAutofit/>
          </a:bodyPr>
          <a:lstStyle/>
          <a:p>
            <a:pPr marL="0" marR="0" lvl="0" indent="0" algn="ctr" rtl="0">
              <a:lnSpc>
                <a:spcPct val="90000"/>
              </a:lnSpc>
              <a:spcBef>
                <a:spcPts val="0"/>
              </a:spcBef>
              <a:spcAft>
                <a:spcPts val="0"/>
              </a:spcAft>
              <a:buClr>
                <a:schemeClr val="dk2"/>
              </a:buClr>
              <a:buSzPts val="1500"/>
              <a:buFont typeface="Arial"/>
              <a:buNone/>
            </a:pPr>
            <a:r>
              <a:rPr lang="en" sz="1600" b="0" i="0" u="sng" strike="noStrike" cap="none">
                <a:solidFill>
                  <a:schemeClr val="hlink"/>
                </a:solidFill>
                <a:latin typeface="Calibri"/>
                <a:ea typeface="Calibri"/>
                <a:cs typeface="Calibri"/>
                <a:sym typeface="Calibri"/>
                <a:hlinkClick r:id="rId4"/>
              </a:rPr>
              <a:t>Private Non-Billable Previews</a:t>
            </a:r>
            <a:r>
              <a:rPr lang="en" sz="1600" b="0" i="0" u="none" strike="noStrike" cap="none">
                <a:solidFill>
                  <a:schemeClr val="hlink"/>
                </a:solidFill>
                <a:uFill>
                  <a:noFill/>
                </a:uFill>
                <a:latin typeface="Calibri"/>
                <a:ea typeface="Calibri"/>
                <a:cs typeface="Calibri"/>
                <a:sym typeface="Calibri"/>
                <a:hlinkClick r:id="rId4"/>
              </a:rPr>
              <a:t> ↗</a:t>
            </a:r>
            <a:endParaRPr sz="1600" b="0" i="0" u="none" strike="noStrike" cap="none">
              <a:solidFill>
                <a:srgbClr val="0254EC"/>
              </a:solidFill>
              <a:latin typeface="Calibri"/>
              <a:ea typeface="Calibri"/>
              <a:cs typeface="Calibri"/>
              <a:sym typeface="Calibri"/>
            </a:endParaRPr>
          </a:p>
        </p:txBody>
      </p:sp>
      <p:sp>
        <p:nvSpPr>
          <p:cNvPr id="608" name="Google Shape;608;p54"/>
          <p:cNvSpPr/>
          <p:nvPr/>
        </p:nvSpPr>
        <p:spPr>
          <a:xfrm>
            <a:off x="4690701" y="972864"/>
            <a:ext cx="4313400" cy="2213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4A4A4A"/>
              </a:buClr>
              <a:buSzPts val="1100"/>
              <a:buFont typeface="Arial"/>
              <a:buNone/>
            </a:pPr>
            <a:r>
              <a:rPr lang="en" sz="1000" b="0" i="0" u="none" strike="noStrike" cap="none">
                <a:solidFill>
                  <a:srgbClr val="4A4A4A"/>
                </a:solidFill>
                <a:latin typeface="Calibri"/>
                <a:ea typeface="Calibri"/>
                <a:cs typeface="Calibri"/>
                <a:sym typeface="Calibri"/>
              </a:rPr>
              <a:t>{{PRIVATE_NON_BILLABLE}}</a:t>
            </a:r>
            <a:endParaRPr sz="1000" b="0" i="0" u="none" strike="noStrike" cap="none">
              <a:solidFill>
                <a:srgbClr val="4A4A4A"/>
              </a:solidFill>
              <a:latin typeface="Calibri"/>
              <a:ea typeface="Calibri"/>
              <a:cs typeface="Calibri"/>
              <a:sym typeface="Calibri"/>
            </a:endParaRPr>
          </a:p>
          <a:p>
            <a:pPr marL="0" marR="0" lvl="0" indent="0" algn="l" rtl="0">
              <a:lnSpc>
                <a:spcPct val="100000"/>
              </a:lnSpc>
              <a:spcBef>
                <a:spcPts val="0"/>
              </a:spcBef>
              <a:spcAft>
                <a:spcPts val="0"/>
              </a:spcAft>
              <a:buClr>
                <a:srgbClr val="4A4A4A"/>
              </a:buClr>
              <a:buSzPts val="1100"/>
              <a:buFont typeface="Arial"/>
              <a:buNone/>
            </a:pPr>
            <a:endParaRPr sz="1000" b="0" i="0" u="none" strike="noStrike" cap="none">
              <a:solidFill>
                <a:srgbClr val="4A4A4A"/>
              </a:solidFill>
              <a:latin typeface="Calibri"/>
              <a:ea typeface="Calibri"/>
              <a:cs typeface="Calibri"/>
              <a:sym typeface="Calibri"/>
            </a:endParaRPr>
          </a:p>
        </p:txBody>
      </p:sp>
      <p:sp>
        <p:nvSpPr>
          <p:cNvPr id="609" name="Google Shape;609;p54"/>
          <p:cNvSpPr txBox="1"/>
          <p:nvPr/>
        </p:nvSpPr>
        <p:spPr>
          <a:xfrm>
            <a:off x="-100" y="4435475"/>
            <a:ext cx="9144000" cy="189900"/>
          </a:xfrm>
          <a:prstGeom prst="rect">
            <a:avLst/>
          </a:prstGeom>
          <a:noFill/>
          <a:ln>
            <a:noFill/>
          </a:ln>
        </p:spPr>
        <p:txBody>
          <a:bodyPr spcFirstLastPara="1" wrap="square" lIns="68575" tIns="34275" rIns="68575" bIns="34275" anchor="t" anchorCtr="0">
            <a:noAutofit/>
          </a:bodyPr>
          <a:lstStyle/>
          <a:p>
            <a:pPr marL="0" marR="0" lvl="0" indent="0" algn="ctr" rtl="0">
              <a:lnSpc>
                <a:spcPct val="90000"/>
              </a:lnSpc>
              <a:spcBef>
                <a:spcPts val="0"/>
              </a:spcBef>
              <a:spcAft>
                <a:spcPts val="0"/>
              </a:spcAft>
              <a:buClr>
                <a:schemeClr val="dk2"/>
              </a:buClr>
              <a:buSzPts val="1500"/>
              <a:buFont typeface="Arial"/>
              <a:buNone/>
            </a:pPr>
            <a:r>
              <a:rPr lang="en" sz="1100" b="1" i="0" u="none" strike="noStrike" cap="none">
                <a:solidFill>
                  <a:schemeClr val="dk1"/>
                </a:solidFill>
                <a:latin typeface="Calibri"/>
                <a:ea typeface="Calibri"/>
                <a:cs typeface="Calibri"/>
                <a:sym typeface="Calibri"/>
              </a:rPr>
              <a:t>**Private Features are typically only available upon request and approval</a:t>
            </a:r>
            <a:endParaRPr sz="1100" b="1" i="0" u="none" strike="noStrike" cap="non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14"/>
        <p:cNvGrpSpPr/>
        <p:nvPr/>
      </p:nvGrpSpPr>
      <p:grpSpPr>
        <a:xfrm>
          <a:off x="0" y="0"/>
          <a:ext cx="0" cy="0"/>
          <a:chOff x="0" y="0"/>
          <a:chExt cx="0" cy="0"/>
        </a:xfrm>
      </p:grpSpPr>
      <p:pic>
        <p:nvPicPr>
          <p:cNvPr id="615" name="Google Shape;615;p55"/>
          <p:cNvPicPr preferRelativeResize="0"/>
          <p:nvPr/>
        </p:nvPicPr>
        <p:blipFill rotWithShape="1">
          <a:blip r:embed="rId3">
            <a:alphaModFix/>
          </a:blip>
          <a:srcRect/>
          <a:stretch/>
        </p:blipFill>
        <p:spPr>
          <a:xfrm>
            <a:off x="329350" y="1194925"/>
            <a:ext cx="8466125" cy="3904599"/>
          </a:xfrm>
          <a:prstGeom prst="rect">
            <a:avLst/>
          </a:prstGeom>
          <a:noFill/>
          <a:ln w="9525" cap="flat" cmpd="sng">
            <a:solidFill>
              <a:schemeClr val="accent1"/>
            </a:solidFill>
            <a:prstDash val="solid"/>
            <a:round/>
            <a:headEnd type="none" w="sm" len="sm"/>
            <a:tailEnd type="none" w="sm" len="sm"/>
          </a:ln>
        </p:spPr>
      </p:pic>
      <p:sp>
        <p:nvSpPr>
          <p:cNvPr id="616" name="Google Shape;616;p55"/>
          <p:cNvSpPr txBox="1">
            <a:spLocks noGrp="1"/>
          </p:cNvSpPr>
          <p:nvPr>
            <p:ph type="title" idx="4294967295"/>
          </p:nvPr>
        </p:nvSpPr>
        <p:spPr>
          <a:xfrm>
            <a:off x="150" y="112783"/>
            <a:ext cx="9144000" cy="367200"/>
          </a:xfrm>
          <a:prstGeom prst="rect">
            <a:avLst/>
          </a:prstGeom>
          <a:noFill/>
          <a:ln>
            <a:noFill/>
          </a:ln>
        </p:spPr>
        <p:txBody>
          <a:bodyPr spcFirstLastPara="1" wrap="square" lIns="68575" tIns="34275" rIns="68575" bIns="34275" anchor="ctr" anchorCtr="0">
            <a:noAutofit/>
          </a:bodyPr>
          <a:lstStyle/>
          <a:p>
            <a:pPr marL="0" lvl="0" indent="0" algn="ctr" rtl="0">
              <a:lnSpc>
                <a:spcPct val="90000"/>
              </a:lnSpc>
              <a:spcBef>
                <a:spcPts val="0"/>
              </a:spcBef>
              <a:spcAft>
                <a:spcPts val="0"/>
              </a:spcAft>
              <a:buClr>
                <a:schemeClr val="dk1"/>
              </a:buClr>
              <a:buSzPts val="1800"/>
              <a:buFont typeface="DM Sans"/>
              <a:buNone/>
            </a:pPr>
            <a:r>
              <a:rPr lang="en" sz="2420">
                <a:latin typeface="Calibri"/>
                <a:ea typeface="Calibri"/>
                <a:cs typeface="Calibri"/>
                <a:sym typeface="Calibri"/>
              </a:rPr>
              <a:t>Roadmap Tracker Usage</a:t>
            </a:r>
            <a:endParaRPr sz="2420">
              <a:latin typeface="Calibri"/>
              <a:ea typeface="Calibri"/>
              <a:cs typeface="Calibri"/>
              <a:sym typeface="Calibri"/>
            </a:endParaRPr>
          </a:p>
        </p:txBody>
      </p:sp>
      <p:sp>
        <p:nvSpPr>
          <p:cNvPr id="617" name="Google Shape;617;p55"/>
          <p:cNvSpPr txBox="1"/>
          <p:nvPr/>
        </p:nvSpPr>
        <p:spPr>
          <a:xfrm>
            <a:off x="406975" y="1231821"/>
            <a:ext cx="8306406" cy="375600"/>
          </a:xfrm>
          <a:prstGeom prst="rect">
            <a:avLst/>
          </a:prstGeom>
          <a:noFill/>
          <a:ln>
            <a:noFill/>
          </a:ln>
        </p:spPr>
        <p:txBody>
          <a:bodyPr spcFirstLastPara="1" wrap="square" lIns="68575" tIns="34275" rIns="68575" bIns="34275" anchor="t" anchorCtr="0">
            <a:noAutofit/>
          </a:bodyPr>
          <a:lstStyle/>
          <a:p>
            <a:pPr marL="0" marR="0" lvl="0" indent="0" algn="ctr" rtl="0">
              <a:lnSpc>
                <a:spcPct val="90000"/>
              </a:lnSpc>
              <a:spcBef>
                <a:spcPts val="0"/>
              </a:spcBef>
              <a:spcAft>
                <a:spcPts val="0"/>
              </a:spcAft>
              <a:buClr>
                <a:schemeClr val="dk2"/>
              </a:buClr>
              <a:buSzPts val="1500"/>
              <a:buFont typeface="Arial"/>
              <a:buNone/>
            </a:pPr>
            <a:r>
              <a:rPr lang="en" sz="1800" b="0" i="0" u="sng" strike="noStrike" cap="none">
                <a:solidFill>
                  <a:schemeClr val="hlink"/>
                </a:solidFill>
                <a:latin typeface="Calibri"/>
                <a:ea typeface="Calibri"/>
                <a:cs typeface="Calibri"/>
                <a:sym typeface="Calibri"/>
                <a:hlinkClick r:id="rId4"/>
              </a:rPr>
              <a:t>Tracked Roadmap Items</a:t>
            </a:r>
            <a:r>
              <a:rPr lang="en" sz="1800" b="0" i="0" u="none" strike="noStrike" cap="none">
                <a:solidFill>
                  <a:schemeClr val="hlink"/>
                </a:solidFill>
                <a:uFill>
                  <a:noFill/>
                </a:uFill>
                <a:latin typeface="Calibri"/>
                <a:ea typeface="Calibri"/>
                <a:cs typeface="Calibri"/>
                <a:sym typeface="Calibri"/>
                <a:hlinkClick r:id="rId4"/>
              </a:rPr>
              <a:t> ↗</a:t>
            </a:r>
            <a:endParaRPr sz="1800" b="0" i="0" u="none" strike="noStrike" cap="none">
              <a:solidFill>
                <a:srgbClr val="0254EC"/>
              </a:solidFill>
              <a:latin typeface="Calibri"/>
              <a:ea typeface="Calibri"/>
              <a:cs typeface="Calibri"/>
              <a:sym typeface="Calibri"/>
            </a:endParaRPr>
          </a:p>
        </p:txBody>
      </p:sp>
      <p:sp>
        <p:nvSpPr>
          <p:cNvPr id="618" name="Google Shape;618;p55"/>
          <p:cNvSpPr/>
          <p:nvPr/>
        </p:nvSpPr>
        <p:spPr>
          <a:xfrm>
            <a:off x="435197" y="1658861"/>
            <a:ext cx="8377200" cy="2010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4A4A4A"/>
              </a:buClr>
              <a:buSzPts val="1100"/>
              <a:buFont typeface="Arial"/>
              <a:buNone/>
            </a:pPr>
            <a:r>
              <a:rPr lang="en" sz="1100" b="0" i="0" u="none" strike="noStrike" cap="none" dirty="0">
                <a:solidFill>
                  <a:srgbClr val="4A4A4A"/>
                </a:solidFill>
                <a:latin typeface="Calibri"/>
                <a:ea typeface="Calibri"/>
                <a:cs typeface="Calibri"/>
                <a:sym typeface="Calibri"/>
              </a:rPr>
              <a:t>{{ROADMAP_TRACKER}}</a:t>
            </a:r>
            <a:endParaRPr sz="1100" b="0" i="0" u="none" strike="noStrike" cap="none" dirty="0">
              <a:solidFill>
                <a:srgbClr val="4A4A4A"/>
              </a:solidFill>
              <a:latin typeface="Calibri"/>
              <a:ea typeface="Calibri"/>
              <a:cs typeface="Calibri"/>
              <a:sym typeface="Calibri"/>
            </a:endParaRPr>
          </a:p>
          <a:p>
            <a:pPr marL="0" marR="0" lvl="0" indent="0" algn="l" rtl="0">
              <a:lnSpc>
                <a:spcPct val="100000"/>
              </a:lnSpc>
              <a:spcBef>
                <a:spcPts val="0"/>
              </a:spcBef>
              <a:spcAft>
                <a:spcPts val="0"/>
              </a:spcAft>
              <a:buClr>
                <a:srgbClr val="4A4A4A"/>
              </a:buClr>
              <a:buSzPts val="1100"/>
              <a:buFont typeface="Arial"/>
              <a:buNone/>
            </a:pPr>
            <a:endParaRPr sz="1300" b="0" i="0" u="none" strike="noStrike" cap="none" dirty="0">
              <a:solidFill>
                <a:srgbClr val="4A4A4A"/>
              </a:solidFill>
              <a:latin typeface="Calibri"/>
              <a:ea typeface="Calibri"/>
              <a:cs typeface="Calibri"/>
              <a:sym typeface="Calibri"/>
            </a:endParaRPr>
          </a:p>
        </p:txBody>
      </p:sp>
      <p:sp>
        <p:nvSpPr>
          <p:cNvPr id="619" name="Google Shape;619;p55"/>
          <p:cNvSpPr txBox="1"/>
          <p:nvPr/>
        </p:nvSpPr>
        <p:spPr>
          <a:xfrm>
            <a:off x="150" y="498025"/>
            <a:ext cx="9144000" cy="696900"/>
          </a:xfrm>
          <a:prstGeom prst="rect">
            <a:avLst/>
          </a:prstGeom>
          <a:noFill/>
          <a:ln>
            <a:noFill/>
          </a:ln>
        </p:spPr>
        <p:txBody>
          <a:bodyPr spcFirstLastPara="1" wrap="square" lIns="68575" tIns="34275" rIns="68575" bIns="34275" anchor="t" anchorCtr="0">
            <a:noAutofit/>
          </a:bodyPr>
          <a:lstStyle/>
          <a:p>
            <a:pPr marL="0" marR="0" lvl="0" indent="0" algn="ctr" rtl="0">
              <a:lnSpc>
                <a:spcPct val="115000"/>
              </a:lnSpc>
              <a:spcBef>
                <a:spcPts val="0"/>
              </a:spcBef>
              <a:spcAft>
                <a:spcPts val="0"/>
              </a:spcAft>
              <a:buClr>
                <a:schemeClr val="dk1"/>
              </a:buClr>
              <a:buSzPts val="1100"/>
              <a:buFont typeface="Arial"/>
              <a:buNone/>
            </a:pPr>
            <a:r>
              <a:rPr lang="en" sz="800" b="0" i="0" u="none" strike="noStrike" cap="none">
                <a:solidFill>
                  <a:srgbClr val="60646C"/>
                </a:solidFill>
                <a:latin typeface="Calibri"/>
                <a:ea typeface="Calibri"/>
                <a:cs typeface="Calibri"/>
                <a:sym typeface="Calibri"/>
              </a:rPr>
              <a:t>Discover, track, and monitor roadmap features. All quarters listed refer to the calendar year, and represent Wiz goals,  meaning some features will be pushed to later quarters. Also, the quarters listed may reflect when features become available to preview, with general availability (GA) following. Some support tiers allow you to track up to 20 non-highlight features, of which 5 can be marked high priority. Product managers review the most popular features when deciding what to work on next, so your votes really count. Features remain trackable until one quarter after release. Some features may not have a timeline. A planned timeline is added once available.</a:t>
            </a:r>
            <a:endParaRPr sz="800" b="0" i="0" u="none" strike="noStrike" cap="none">
              <a:solidFill>
                <a:srgbClr val="60646C"/>
              </a:solidFill>
              <a:latin typeface="Calibri"/>
              <a:ea typeface="Calibri"/>
              <a:cs typeface="Calibri"/>
              <a:sym typeface="Calibri"/>
            </a:endParaRPr>
          </a:p>
          <a:p>
            <a:pPr marL="0" marR="0" lvl="0" indent="0" algn="ctr" rtl="0">
              <a:lnSpc>
                <a:spcPct val="90000"/>
              </a:lnSpc>
              <a:spcBef>
                <a:spcPts val="600"/>
              </a:spcBef>
              <a:spcAft>
                <a:spcPts val="0"/>
              </a:spcAft>
              <a:buClr>
                <a:schemeClr val="dk2"/>
              </a:buClr>
              <a:buSzPts val="1500"/>
              <a:buFont typeface="Arial"/>
              <a:buNone/>
            </a:pPr>
            <a:endParaRPr sz="800" b="0" i="0" u="none" strike="noStrike" cap="non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sp>
        <p:nvSpPr>
          <p:cNvPr id="625" name="Google Shape;625;p56"/>
          <p:cNvSpPr txBox="1"/>
          <p:nvPr/>
        </p:nvSpPr>
        <p:spPr>
          <a:xfrm>
            <a:off x="468449" y="2215800"/>
            <a:ext cx="3273600" cy="9003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700" b="0" i="0" u="none" strike="noStrike" cap="none" dirty="0">
                <a:solidFill>
                  <a:schemeClr val="lt1"/>
                </a:solidFill>
                <a:latin typeface="Calibri"/>
                <a:ea typeface="Calibri"/>
                <a:cs typeface="Calibri"/>
                <a:sym typeface="Calibri"/>
              </a:rPr>
              <a:t>Reducing Critical Risk and Beyond</a:t>
            </a:r>
            <a:endParaRPr sz="2700" b="0" i="0" u="none" strike="noStrike" cap="none" dirty="0">
              <a:solidFill>
                <a:schemeClr val="lt1"/>
              </a:solidFill>
              <a:latin typeface="Calibri"/>
              <a:ea typeface="Calibri"/>
              <a:cs typeface="Calibri"/>
              <a:sym typeface="Calibri"/>
            </a:endParaRPr>
          </a:p>
        </p:txBody>
      </p:sp>
      <p:pic>
        <p:nvPicPr>
          <p:cNvPr id="626" name="Google Shape;626;p56" title="opening_photo.png"/>
          <p:cNvPicPr preferRelativeResize="0"/>
          <p:nvPr/>
        </p:nvPicPr>
        <p:blipFill rotWithShape="1">
          <a:blip r:embed="rId3">
            <a:alphaModFix/>
          </a:blip>
          <a:srcRect/>
          <a:stretch/>
        </p:blipFill>
        <p:spPr>
          <a:xfrm>
            <a:off x="4256533" y="1409675"/>
            <a:ext cx="4306800" cy="2143875"/>
          </a:xfrm>
          <a:prstGeom prst="rect">
            <a:avLst/>
          </a:prstGeom>
          <a:noFill/>
          <a:ln>
            <a:noFill/>
          </a:ln>
        </p:spPr>
      </p:pic>
      <p:pic>
        <p:nvPicPr>
          <p:cNvPr id="627" name="Google Shape;627;p56" title="cloud.png"/>
          <p:cNvPicPr preferRelativeResize="0"/>
          <p:nvPr/>
        </p:nvPicPr>
        <p:blipFill rotWithShape="1">
          <a:blip r:embed="rId4">
            <a:alphaModFix/>
          </a:blip>
          <a:srcRect/>
          <a:stretch/>
        </p:blipFill>
        <p:spPr>
          <a:xfrm>
            <a:off x="6699300" y="3318246"/>
            <a:ext cx="2444700" cy="1825254"/>
          </a:xfrm>
          <a:prstGeom prst="rect">
            <a:avLst/>
          </a:prstGeom>
          <a:noFill/>
          <a:ln>
            <a:noFill/>
          </a:ln>
        </p:spPr>
      </p:pic>
      <p:pic>
        <p:nvPicPr>
          <p:cNvPr id="628" name="Google Shape;628;p56" title="logo.png"/>
          <p:cNvPicPr preferRelativeResize="0"/>
          <p:nvPr/>
        </p:nvPicPr>
        <p:blipFill rotWithShape="1">
          <a:blip r:embed="rId5">
            <a:alphaModFix/>
          </a:blip>
          <a:srcRect/>
          <a:stretch/>
        </p:blipFill>
        <p:spPr>
          <a:xfrm>
            <a:off x="553277" y="1726800"/>
            <a:ext cx="637001" cy="3041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33"/>
        <p:cNvGrpSpPr/>
        <p:nvPr/>
      </p:nvGrpSpPr>
      <p:grpSpPr>
        <a:xfrm>
          <a:off x="0" y="0"/>
          <a:ext cx="0" cy="0"/>
          <a:chOff x="0" y="0"/>
          <a:chExt cx="0" cy="0"/>
        </a:xfrm>
      </p:grpSpPr>
      <p:sp>
        <p:nvSpPr>
          <p:cNvPr id="634" name="Google Shape;634;p57"/>
          <p:cNvSpPr txBox="1"/>
          <p:nvPr/>
        </p:nvSpPr>
        <p:spPr>
          <a:xfrm>
            <a:off x="6799450" y="3138000"/>
            <a:ext cx="2010300" cy="2018161"/>
          </a:xfrm>
          <a:prstGeom prst="rect">
            <a:avLst/>
          </a:prstGeom>
          <a:gradFill>
            <a:gsLst>
              <a:gs pos="0">
                <a:srgbClr val="FFE0FF">
                  <a:alpha val="50196"/>
                </a:srgbClr>
              </a:gs>
              <a:gs pos="100000">
                <a:schemeClr val="lt1"/>
              </a:gs>
            </a:gsLst>
            <a:lin ang="5400012" scaled="0"/>
          </a:gra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000"/>
              <a:buFont typeface="Arial"/>
              <a:buNone/>
            </a:pPr>
            <a:endParaRPr sz="1000" b="0" i="0" u="none" strike="noStrike" cap="none">
              <a:solidFill>
                <a:schemeClr val="dk1"/>
              </a:solidFill>
              <a:latin typeface="Calibri"/>
              <a:ea typeface="Calibri"/>
              <a:cs typeface="Calibri"/>
              <a:sym typeface="Calibri"/>
            </a:endParaRPr>
          </a:p>
        </p:txBody>
      </p:sp>
      <p:sp>
        <p:nvSpPr>
          <p:cNvPr id="635" name="Google Shape;635;p57"/>
          <p:cNvSpPr txBox="1"/>
          <p:nvPr/>
        </p:nvSpPr>
        <p:spPr>
          <a:xfrm>
            <a:off x="799800" y="4324999"/>
            <a:ext cx="2010300" cy="831300"/>
          </a:xfrm>
          <a:prstGeom prst="rect">
            <a:avLst/>
          </a:prstGeom>
          <a:gradFill>
            <a:gsLst>
              <a:gs pos="0">
                <a:srgbClr val="FFE0FF">
                  <a:alpha val="50196"/>
                </a:srgbClr>
              </a:gs>
              <a:gs pos="100000">
                <a:schemeClr val="lt1"/>
              </a:gs>
            </a:gsLst>
            <a:lin ang="5400012" scaled="0"/>
          </a:gra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000"/>
              <a:buFont typeface="Arial"/>
              <a:buNone/>
            </a:pPr>
            <a:endParaRPr sz="1000" b="0" i="0" u="none" strike="noStrike" cap="none">
              <a:solidFill>
                <a:schemeClr val="dk1"/>
              </a:solidFill>
              <a:latin typeface="Calibri"/>
              <a:ea typeface="Calibri"/>
              <a:cs typeface="Calibri"/>
              <a:sym typeface="Calibri"/>
            </a:endParaRPr>
          </a:p>
        </p:txBody>
      </p:sp>
      <p:sp>
        <p:nvSpPr>
          <p:cNvPr id="636" name="Google Shape;636;p57"/>
          <p:cNvSpPr txBox="1"/>
          <p:nvPr/>
        </p:nvSpPr>
        <p:spPr>
          <a:xfrm>
            <a:off x="4803550" y="3675175"/>
            <a:ext cx="2005200" cy="1468200"/>
          </a:xfrm>
          <a:prstGeom prst="rect">
            <a:avLst/>
          </a:prstGeom>
          <a:gradFill>
            <a:gsLst>
              <a:gs pos="0">
                <a:srgbClr val="FFE0FF">
                  <a:alpha val="50196"/>
                </a:srgbClr>
              </a:gs>
              <a:gs pos="100000">
                <a:schemeClr val="lt1"/>
              </a:gs>
            </a:gsLst>
            <a:lin ang="5400012" scaled="0"/>
          </a:gra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000"/>
              <a:buFont typeface="Arial"/>
              <a:buNone/>
            </a:pPr>
            <a:endParaRPr sz="1000" b="0" i="0" u="none" strike="noStrike" cap="none">
              <a:solidFill>
                <a:schemeClr val="dk1"/>
              </a:solidFill>
              <a:latin typeface="Calibri"/>
              <a:ea typeface="Calibri"/>
              <a:cs typeface="Calibri"/>
              <a:sym typeface="Calibri"/>
            </a:endParaRPr>
          </a:p>
        </p:txBody>
      </p:sp>
      <p:sp>
        <p:nvSpPr>
          <p:cNvPr id="637" name="Google Shape;637;p57"/>
          <p:cNvSpPr txBox="1"/>
          <p:nvPr/>
        </p:nvSpPr>
        <p:spPr>
          <a:xfrm>
            <a:off x="2815700" y="3916475"/>
            <a:ext cx="1987500" cy="1227025"/>
          </a:xfrm>
          <a:prstGeom prst="rect">
            <a:avLst/>
          </a:prstGeom>
          <a:gradFill>
            <a:gsLst>
              <a:gs pos="0">
                <a:srgbClr val="FFE0FF">
                  <a:alpha val="50196"/>
                </a:srgbClr>
              </a:gs>
              <a:gs pos="100000">
                <a:schemeClr val="lt1"/>
              </a:gs>
            </a:gsLst>
            <a:lin ang="5400012" scaled="0"/>
          </a:gra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000"/>
              <a:buFont typeface="Arial"/>
              <a:buNone/>
            </a:pPr>
            <a:endParaRPr sz="1000" b="0" i="0" u="none" strike="noStrike" cap="none">
              <a:solidFill>
                <a:schemeClr val="dk1"/>
              </a:solidFill>
              <a:latin typeface="Calibri"/>
              <a:ea typeface="Calibri"/>
              <a:cs typeface="Calibri"/>
              <a:sym typeface="Calibri"/>
            </a:endParaRPr>
          </a:p>
        </p:txBody>
      </p:sp>
      <p:cxnSp>
        <p:nvCxnSpPr>
          <p:cNvPr id="638" name="Google Shape;638;p57"/>
          <p:cNvCxnSpPr/>
          <p:nvPr/>
        </p:nvCxnSpPr>
        <p:spPr>
          <a:xfrm rot="10800000">
            <a:off x="2813100" y="2136400"/>
            <a:ext cx="0" cy="3019761"/>
          </a:xfrm>
          <a:prstGeom prst="straightConnector1">
            <a:avLst/>
          </a:prstGeom>
          <a:noFill/>
          <a:ln w="9525" cap="flat" cmpd="sng">
            <a:solidFill>
              <a:srgbClr val="0254EC"/>
            </a:solidFill>
            <a:prstDash val="solid"/>
            <a:round/>
            <a:headEnd type="none" w="sm" len="sm"/>
            <a:tailEnd type="none" w="sm" len="sm"/>
          </a:ln>
        </p:spPr>
      </p:cxnSp>
      <p:cxnSp>
        <p:nvCxnSpPr>
          <p:cNvPr id="639" name="Google Shape;639;p57"/>
          <p:cNvCxnSpPr/>
          <p:nvPr/>
        </p:nvCxnSpPr>
        <p:spPr>
          <a:xfrm rot="10800000">
            <a:off x="4804975" y="1525650"/>
            <a:ext cx="0" cy="3617850"/>
          </a:xfrm>
          <a:prstGeom prst="straightConnector1">
            <a:avLst/>
          </a:prstGeom>
          <a:noFill/>
          <a:ln w="9525" cap="flat" cmpd="sng">
            <a:solidFill>
              <a:srgbClr val="0254EC"/>
            </a:solidFill>
            <a:prstDash val="solid"/>
            <a:round/>
            <a:headEnd type="none" w="sm" len="sm"/>
            <a:tailEnd type="none" w="sm" len="sm"/>
          </a:ln>
        </p:spPr>
      </p:cxnSp>
      <p:cxnSp>
        <p:nvCxnSpPr>
          <p:cNvPr id="640" name="Google Shape;640;p57"/>
          <p:cNvCxnSpPr/>
          <p:nvPr/>
        </p:nvCxnSpPr>
        <p:spPr>
          <a:xfrm rot="10800000" flipH="1">
            <a:off x="6799450" y="910700"/>
            <a:ext cx="5225" cy="4232800"/>
          </a:xfrm>
          <a:prstGeom prst="straightConnector1">
            <a:avLst/>
          </a:prstGeom>
          <a:noFill/>
          <a:ln w="9525" cap="flat" cmpd="sng">
            <a:solidFill>
              <a:srgbClr val="0254EC"/>
            </a:solidFill>
            <a:prstDash val="solid"/>
            <a:round/>
            <a:headEnd type="none" w="sm" len="sm"/>
            <a:tailEnd type="none" w="sm" len="sm"/>
          </a:ln>
        </p:spPr>
      </p:cxnSp>
      <p:cxnSp>
        <p:nvCxnSpPr>
          <p:cNvPr id="641" name="Google Shape;641;p57"/>
          <p:cNvCxnSpPr/>
          <p:nvPr/>
        </p:nvCxnSpPr>
        <p:spPr>
          <a:xfrm rot="10800000" flipH="1">
            <a:off x="983850" y="193650"/>
            <a:ext cx="8194200" cy="2507100"/>
          </a:xfrm>
          <a:prstGeom prst="straightConnector1">
            <a:avLst/>
          </a:prstGeom>
          <a:noFill/>
          <a:ln w="9525" cap="flat" cmpd="sng">
            <a:solidFill>
              <a:srgbClr val="0254EC"/>
            </a:solidFill>
            <a:prstDash val="lgDash"/>
            <a:round/>
            <a:headEnd type="none" w="sm" len="sm"/>
            <a:tailEnd type="none" w="sm" len="sm"/>
          </a:ln>
        </p:spPr>
      </p:cxnSp>
      <p:cxnSp>
        <p:nvCxnSpPr>
          <p:cNvPr id="642" name="Google Shape;642;p57"/>
          <p:cNvCxnSpPr/>
          <p:nvPr/>
        </p:nvCxnSpPr>
        <p:spPr>
          <a:xfrm rot="10800000">
            <a:off x="807946" y="2756762"/>
            <a:ext cx="0" cy="2399400"/>
          </a:xfrm>
          <a:prstGeom prst="straightConnector1">
            <a:avLst/>
          </a:prstGeom>
          <a:noFill/>
          <a:ln w="9525" cap="flat" cmpd="sng">
            <a:solidFill>
              <a:srgbClr val="0254EC"/>
            </a:solidFill>
            <a:prstDash val="solid"/>
            <a:round/>
            <a:headEnd type="none" w="sm" len="sm"/>
            <a:tailEnd type="none" w="sm" len="sm"/>
          </a:ln>
        </p:spPr>
      </p:cxnSp>
      <p:pic>
        <p:nvPicPr>
          <p:cNvPr id="643" name="Google Shape;643;p57" title="Hardening_infinity.png"/>
          <p:cNvPicPr preferRelativeResize="0"/>
          <p:nvPr/>
        </p:nvPicPr>
        <p:blipFill rotWithShape="1">
          <a:blip r:embed="rId3">
            <a:alphaModFix/>
          </a:blip>
          <a:srcRect/>
          <a:stretch/>
        </p:blipFill>
        <p:spPr>
          <a:xfrm rot="-964393">
            <a:off x="4764150" y="359985"/>
            <a:ext cx="2802000" cy="1505395"/>
          </a:xfrm>
          <a:prstGeom prst="rect">
            <a:avLst/>
          </a:prstGeom>
          <a:noFill/>
          <a:ln>
            <a:noFill/>
          </a:ln>
        </p:spPr>
      </p:pic>
      <p:sp>
        <p:nvSpPr>
          <p:cNvPr id="644" name="Google Shape;644;p57"/>
          <p:cNvSpPr txBox="1">
            <a:spLocks noGrp="1"/>
          </p:cNvSpPr>
          <p:nvPr>
            <p:ph type="title" idx="4294967295"/>
          </p:nvPr>
        </p:nvSpPr>
        <p:spPr>
          <a:xfrm>
            <a:off x="304850" y="182250"/>
            <a:ext cx="7550100" cy="646500"/>
          </a:xfrm>
          <a:prstGeom prst="rect">
            <a:avLst/>
          </a:prstGeom>
          <a:noFill/>
          <a:ln>
            <a:noFill/>
          </a:ln>
        </p:spPr>
        <p:txBody>
          <a:bodyPr spcFirstLastPara="1" wrap="square" lIns="68575" tIns="34275" rIns="68575" bIns="34275" anchor="ctr" anchorCtr="0">
            <a:noAutofit/>
          </a:bodyPr>
          <a:lstStyle/>
          <a:p>
            <a:pPr marL="0" lvl="0" indent="0" algn="l" rtl="0">
              <a:lnSpc>
                <a:spcPct val="100000"/>
              </a:lnSpc>
              <a:spcBef>
                <a:spcPts val="0"/>
              </a:spcBef>
              <a:spcAft>
                <a:spcPts val="0"/>
              </a:spcAft>
              <a:buClr>
                <a:schemeClr val="dk1"/>
              </a:buClr>
              <a:buSzPts val="1800"/>
              <a:buFont typeface="DM Sans"/>
              <a:buNone/>
            </a:pPr>
            <a:r>
              <a:rPr lang="en" sz="2420">
                <a:latin typeface="Calibri"/>
                <a:ea typeface="Calibri"/>
                <a:cs typeface="Calibri"/>
                <a:sym typeface="Calibri"/>
              </a:rPr>
              <a:t>Wiz Security</a:t>
            </a:r>
            <a:endParaRPr sz="2420">
              <a:latin typeface="Calibri"/>
              <a:ea typeface="Calibri"/>
              <a:cs typeface="Calibri"/>
              <a:sym typeface="Calibri"/>
            </a:endParaRPr>
          </a:p>
          <a:p>
            <a:pPr marL="0" lvl="0" indent="0" algn="l" rtl="0">
              <a:lnSpc>
                <a:spcPct val="100000"/>
              </a:lnSpc>
              <a:spcBef>
                <a:spcPts val="0"/>
              </a:spcBef>
              <a:spcAft>
                <a:spcPts val="0"/>
              </a:spcAft>
              <a:buClr>
                <a:schemeClr val="dk1"/>
              </a:buClr>
              <a:buSzPts val="1800"/>
              <a:buFont typeface="DM Sans"/>
              <a:buNone/>
            </a:pPr>
            <a:r>
              <a:rPr lang="en" sz="2420">
                <a:latin typeface="Calibri"/>
                <a:ea typeface="Calibri"/>
                <a:cs typeface="Calibri"/>
                <a:sym typeface="Calibri"/>
              </a:rPr>
              <a:t>Maturity Model </a:t>
            </a:r>
            <a:endParaRPr sz="2420">
              <a:latin typeface="Calibri"/>
              <a:ea typeface="Calibri"/>
              <a:cs typeface="Calibri"/>
              <a:sym typeface="Calibri"/>
            </a:endParaRPr>
          </a:p>
        </p:txBody>
      </p:sp>
      <p:sp>
        <p:nvSpPr>
          <p:cNvPr id="645" name="Google Shape;645;p57"/>
          <p:cNvSpPr txBox="1"/>
          <p:nvPr/>
        </p:nvSpPr>
        <p:spPr>
          <a:xfrm>
            <a:off x="6914847" y="1709849"/>
            <a:ext cx="1575300" cy="346200"/>
          </a:xfrm>
          <a:prstGeom prst="rect">
            <a:avLst/>
          </a:prstGeom>
          <a:noFill/>
          <a:ln>
            <a:noFill/>
          </a:ln>
        </p:spPr>
        <p:txBody>
          <a:bodyPr spcFirstLastPara="1" wrap="square" lIns="0" tIns="34275" rIns="68575" bIns="34275" anchor="t" anchorCtr="0">
            <a:spAutoFit/>
          </a:bodyPr>
          <a:lstStyle/>
          <a:p>
            <a:pPr marL="0" marR="0" lvl="0" indent="0" algn="l" rtl="0">
              <a:lnSpc>
                <a:spcPct val="100000"/>
              </a:lnSpc>
              <a:spcBef>
                <a:spcPts val="0"/>
              </a:spcBef>
              <a:spcAft>
                <a:spcPts val="0"/>
              </a:spcAft>
              <a:buClr>
                <a:srgbClr val="001741"/>
              </a:buClr>
              <a:buSzPts val="900"/>
              <a:buFont typeface="DM Sans Medium"/>
              <a:buNone/>
            </a:pPr>
            <a:r>
              <a:rPr lang="en" sz="900" b="0" i="0" u="none" strike="noStrike" cap="none">
                <a:solidFill>
                  <a:schemeClr val="dk1"/>
                </a:solidFill>
                <a:latin typeface="Calibri"/>
                <a:ea typeface="Calibri"/>
                <a:cs typeface="Calibri"/>
                <a:sym typeface="Calibri"/>
              </a:rPr>
              <a:t>BACKLOG PREVENTION - DEVELOP SECURELY</a:t>
            </a:r>
            <a:endParaRPr sz="900" b="0" i="0" u="none" strike="noStrike" cap="none">
              <a:solidFill>
                <a:schemeClr val="dk1"/>
              </a:solidFill>
              <a:latin typeface="Calibri"/>
              <a:ea typeface="Calibri"/>
              <a:cs typeface="Calibri"/>
              <a:sym typeface="Calibri"/>
            </a:endParaRPr>
          </a:p>
        </p:txBody>
      </p:sp>
      <p:sp>
        <p:nvSpPr>
          <p:cNvPr id="646" name="Google Shape;646;p57"/>
          <p:cNvSpPr txBox="1"/>
          <p:nvPr/>
        </p:nvSpPr>
        <p:spPr>
          <a:xfrm>
            <a:off x="6810807" y="2070332"/>
            <a:ext cx="1811700" cy="972300"/>
          </a:xfrm>
          <a:prstGeom prst="rect">
            <a:avLst/>
          </a:prstGeom>
          <a:noFill/>
          <a:ln>
            <a:noFill/>
          </a:ln>
        </p:spPr>
        <p:txBody>
          <a:bodyPr spcFirstLastPara="1" wrap="square" lIns="68575" tIns="34275" rIns="68575" bIns="34275" anchor="t" anchorCtr="0">
            <a:normAutofit/>
          </a:bodyPr>
          <a:lstStyle/>
          <a:p>
            <a:pPr marL="114300" marR="0" lvl="0" indent="-88900" algn="l" rtl="0">
              <a:lnSpc>
                <a:spcPct val="92000"/>
              </a:lnSpc>
              <a:spcBef>
                <a:spcPts val="0"/>
              </a:spcBef>
              <a:spcAft>
                <a:spcPts val="0"/>
              </a:spcAft>
              <a:buClr>
                <a:srgbClr val="01123F"/>
              </a:buClr>
              <a:buSzPts val="500"/>
              <a:buFont typeface="Poppins Light"/>
              <a:buChar char="●"/>
            </a:pPr>
            <a:r>
              <a:rPr lang="en" sz="800" b="0" i="0" u="none" strike="noStrike" cap="none">
                <a:solidFill>
                  <a:srgbClr val="01123F"/>
                </a:solidFill>
                <a:latin typeface="Calibri"/>
                <a:ea typeface="Calibri"/>
                <a:cs typeface="Calibri"/>
                <a:sym typeface="Calibri"/>
              </a:rPr>
              <a:t>Enforce code-to-cloud guardrails to prevent issues from ever being deployed with Wiz Code</a:t>
            </a:r>
            <a:endParaRPr sz="800" b="0" i="0" u="none" strike="noStrike" cap="none">
              <a:solidFill>
                <a:srgbClr val="01123F"/>
              </a:solidFill>
              <a:latin typeface="Calibri"/>
              <a:ea typeface="Calibri"/>
              <a:cs typeface="Calibri"/>
              <a:sym typeface="Calibri"/>
            </a:endParaRPr>
          </a:p>
          <a:p>
            <a:pPr marL="0" marR="0" lvl="0" indent="0" algn="l" rtl="0">
              <a:lnSpc>
                <a:spcPct val="92000"/>
              </a:lnSpc>
              <a:spcBef>
                <a:spcPts val="0"/>
              </a:spcBef>
              <a:spcAft>
                <a:spcPts val="0"/>
              </a:spcAft>
              <a:buClr>
                <a:srgbClr val="000000"/>
              </a:buClr>
              <a:buSzPts val="500"/>
              <a:buFont typeface="Arial"/>
              <a:buNone/>
            </a:pPr>
            <a:endParaRPr sz="500" b="0" i="0" u="none" strike="noStrike" cap="none">
              <a:solidFill>
                <a:srgbClr val="01123F"/>
              </a:solidFill>
              <a:latin typeface="Calibri"/>
              <a:ea typeface="Calibri"/>
              <a:cs typeface="Calibri"/>
              <a:sym typeface="Calibri"/>
            </a:endParaRPr>
          </a:p>
          <a:p>
            <a:pPr marL="114300" marR="0" lvl="0" indent="-88900" algn="l" rtl="0">
              <a:lnSpc>
                <a:spcPct val="92000"/>
              </a:lnSpc>
              <a:spcBef>
                <a:spcPts val="0"/>
              </a:spcBef>
              <a:spcAft>
                <a:spcPts val="0"/>
              </a:spcAft>
              <a:buClr>
                <a:srgbClr val="01123F"/>
              </a:buClr>
              <a:buSzPts val="500"/>
              <a:buFont typeface="Poppins Light"/>
              <a:buChar char="●"/>
            </a:pPr>
            <a:r>
              <a:rPr lang="en" sz="800" b="0" i="0" u="none" strike="noStrike" cap="none">
                <a:solidFill>
                  <a:srgbClr val="01123F"/>
                </a:solidFill>
                <a:latin typeface="Calibri"/>
                <a:ea typeface="Calibri"/>
                <a:cs typeface="Calibri"/>
                <a:sym typeface="Calibri"/>
              </a:rPr>
              <a:t>Give devs cloud context directly in IDEs and code for secure by design</a:t>
            </a:r>
            <a:endParaRPr sz="800" b="0" i="0" u="none" strike="noStrike" cap="none">
              <a:solidFill>
                <a:srgbClr val="01123F"/>
              </a:solidFill>
              <a:latin typeface="Calibri"/>
              <a:ea typeface="Calibri"/>
              <a:cs typeface="Calibri"/>
              <a:sym typeface="Calibri"/>
            </a:endParaRPr>
          </a:p>
        </p:txBody>
      </p:sp>
      <p:sp>
        <p:nvSpPr>
          <p:cNvPr id="647" name="Google Shape;647;p57"/>
          <p:cNvSpPr txBox="1"/>
          <p:nvPr/>
        </p:nvSpPr>
        <p:spPr>
          <a:xfrm>
            <a:off x="5006084" y="2154770"/>
            <a:ext cx="1575300" cy="207900"/>
          </a:xfrm>
          <a:prstGeom prst="rect">
            <a:avLst/>
          </a:prstGeom>
          <a:noFill/>
          <a:ln>
            <a:noFill/>
          </a:ln>
        </p:spPr>
        <p:txBody>
          <a:bodyPr spcFirstLastPara="1" wrap="square" lIns="0" tIns="34275" rIns="68575" bIns="34275" anchor="t" anchorCtr="0">
            <a:spAutoFit/>
          </a:bodyPr>
          <a:lstStyle/>
          <a:p>
            <a:pPr marL="0" marR="0" lvl="0" indent="0" algn="l" rtl="0">
              <a:lnSpc>
                <a:spcPct val="100000"/>
              </a:lnSpc>
              <a:spcBef>
                <a:spcPts val="0"/>
              </a:spcBef>
              <a:spcAft>
                <a:spcPts val="0"/>
              </a:spcAft>
              <a:buClr>
                <a:srgbClr val="001741"/>
              </a:buClr>
              <a:buSzPts val="900"/>
              <a:buFont typeface="DM Sans Medium"/>
              <a:buNone/>
            </a:pPr>
            <a:r>
              <a:rPr lang="en" sz="900" b="0" i="0" u="none" strike="noStrike" cap="none">
                <a:solidFill>
                  <a:schemeClr val="dk1"/>
                </a:solidFill>
                <a:latin typeface="Calibri"/>
                <a:ea typeface="Calibri"/>
                <a:cs typeface="Calibri"/>
                <a:sym typeface="Calibri"/>
              </a:rPr>
              <a:t>POSTURE HARDENING</a:t>
            </a:r>
            <a:endParaRPr sz="900" b="0" i="0" u="none" strike="noStrike" cap="none">
              <a:solidFill>
                <a:schemeClr val="dk1"/>
              </a:solidFill>
              <a:latin typeface="Calibri"/>
              <a:ea typeface="Calibri"/>
              <a:cs typeface="Calibri"/>
              <a:sym typeface="Calibri"/>
            </a:endParaRPr>
          </a:p>
        </p:txBody>
      </p:sp>
      <p:sp>
        <p:nvSpPr>
          <p:cNvPr id="648" name="Google Shape;648;p57"/>
          <p:cNvSpPr txBox="1"/>
          <p:nvPr/>
        </p:nvSpPr>
        <p:spPr>
          <a:xfrm>
            <a:off x="4902050" y="2387075"/>
            <a:ext cx="1811700" cy="1149900"/>
          </a:xfrm>
          <a:prstGeom prst="rect">
            <a:avLst/>
          </a:prstGeom>
          <a:noFill/>
          <a:ln>
            <a:noFill/>
          </a:ln>
        </p:spPr>
        <p:txBody>
          <a:bodyPr spcFirstLastPara="1" wrap="square" lIns="68575" tIns="34275" rIns="68575" bIns="34275" anchor="t" anchorCtr="0">
            <a:normAutofit/>
          </a:bodyPr>
          <a:lstStyle/>
          <a:p>
            <a:pPr marL="114300" marR="0" lvl="0" indent="-88900" algn="l" rtl="0">
              <a:lnSpc>
                <a:spcPct val="92000"/>
              </a:lnSpc>
              <a:spcBef>
                <a:spcPts val="0"/>
              </a:spcBef>
              <a:spcAft>
                <a:spcPts val="0"/>
              </a:spcAft>
              <a:buClr>
                <a:srgbClr val="01123F"/>
              </a:buClr>
              <a:buSzPts val="500"/>
              <a:buFont typeface="Poppins Light"/>
              <a:buChar char="●"/>
            </a:pPr>
            <a:r>
              <a:rPr lang="en" sz="800" b="0" i="0" u="none" strike="noStrike" cap="none">
                <a:solidFill>
                  <a:srgbClr val="01123F"/>
                </a:solidFill>
                <a:latin typeface="Calibri"/>
                <a:ea typeface="Calibri"/>
                <a:cs typeface="Calibri"/>
                <a:sym typeface="Calibri"/>
              </a:rPr>
              <a:t>Address non-urgent findings impacting overall security posture, including Posture Issues</a:t>
            </a:r>
            <a:endParaRPr sz="800" b="0" i="0" u="none" strike="noStrike" cap="none">
              <a:solidFill>
                <a:srgbClr val="01123F"/>
              </a:solidFill>
              <a:latin typeface="Calibri"/>
              <a:ea typeface="Calibri"/>
              <a:cs typeface="Calibri"/>
              <a:sym typeface="Calibri"/>
            </a:endParaRPr>
          </a:p>
          <a:p>
            <a:pPr marL="0" marR="0" lvl="0" indent="0" algn="l" rtl="0">
              <a:lnSpc>
                <a:spcPct val="92000"/>
              </a:lnSpc>
              <a:spcBef>
                <a:spcPts val="0"/>
              </a:spcBef>
              <a:spcAft>
                <a:spcPts val="0"/>
              </a:spcAft>
              <a:buClr>
                <a:srgbClr val="000000"/>
              </a:buClr>
              <a:buSzPts val="500"/>
              <a:buFont typeface="Arial"/>
              <a:buNone/>
            </a:pPr>
            <a:endParaRPr sz="500" b="0" i="0" u="none" strike="noStrike" cap="none">
              <a:solidFill>
                <a:srgbClr val="01123F"/>
              </a:solidFill>
              <a:latin typeface="Calibri"/>
              <a:ea typeface="Calibri"/>
              <a:cs typeface="Calibri"/>
              <a:sym typeface="Calibri"/>
            </a:endParaRPr>
          </a:p>
          <a:p>
            <a:pPr marL="114300" marR="0" lvl="0" indent="-88900" algn="l" rtl="0">
              <a:lnSpc>
                <a:spcPct val="92000"/>
              </a:lnSpc>
              <a:spcBef>
                <a:spcPts val="0"/>
              </a:spcBef>
              <a:spcAft>
                <a:spcPts val="0"/>
              </a:spcAft>
              <a:buClr>
                <a:srgbClr val="01123F"/>
              </a:buClr>
              <a:buSzPts val="500"/>
              <a:buFont typeface="Poppins Light"/>
              <a:buChar char="●"/>
            </a:pPr>
            <a:r>
              <a:rPr lang="en" sz="800" b="0" i="0" u="none" strike="noStrike" cap="none">
                <a:solidFill>
                  <a:srgbClr val="01123F"/>
                </a:solidFill>
                <a:latin typeface="Calibri"/>
                <a:ea typeface="Calibri"/>
                <a:cs typeface="Calibri"/>
                <a:sym typeface="Calibri"/>
              </a:rPr>
              <a:t>Manage exposures in the environment with Wiz XM</a:t>
            </a:r>
            <a:endParaRPr sz="800" b="0" i="0" u="none" strike="noStrike" cap="none">
              <a:solidFill>
                <a:srgbClr val="01123F"/>
              </a:solidFill>
              <a:latin typeface="Calibri"/>
              <a:ea typeface="Calibri"/>
              <a:cs typeface="Calibri"/>
              <a:sym typeface="Calibri"/>
            </a:endParaRPr>
          </a:p>
          <a:p>
            <a:pPr marL="0" marR="0" lvl="0" indent="0" algn="l" rtl="0">
              <a:lnSpc>
                <a:spcPct val="92000"/>
              </a:lnSpc>
              <a:spcBef>
                <a:spcPts val="0"/>
              </a:spcBef>
              <a:spcAft>
                <a:spcPts val="0"/>
              </a:spcAft>
              <a:buClr>
                <a:srgbClr val="000000"/>
              </a:buClr>
              <a:buSzPts val="500"/>
              <a:buFont typeface="Arial"/>
              <a:buNone/>
            </a:pPr>
            <a:endParaRPr sz="500" b="0" i="0" u="none" strike="noStrike" cap="none">
              <a:solidFill>
                <a:srgbClr val="01123F"/>
              </a:solidFill>
              <a:latin typeface="Calibri"/>
              <a:ea typeface="Calibri"/>
              <a:cs typeface="Calibri"/>
              <a:sym typeface="Calibri"/>
            </a:endParaRPr>
          </a:p>
          <a:p>
            <a:pPr marL="114300" marR="0" lvl="0" indent="-88900" algn="l" rtl="0">
              <a:lnSpc>
                <a:spcPct val="92000"/>
              </a:lnSpc>
              <a:spcBef>
                <a:spcPts val="0"/>
              </a:spcBef>
              <a:spcAft>
                <a:spcPts val="0"/>
              </a:spcAft>
              <a:buClr>
                <a:srgbClr val="01123F"/>
              </a:buClr>
              <a:buSzPts val="500"/>
              <a:buFont typeface="Poppins Light"/>
              <a:buChar char="●"/>
            </a:pPr>
            <a:r>
              <a:rPr lang="en" sz="800" b="0" i="0" u="none" strike="noStrike" cap="none">
                <a:solidFill>
                  <a:srgbClr val="01123F"/>
                </a:solidFill>
                <a:latin typeface="Calibri"/>
                <a:ea typeface="Calibri"/>
                <a:cs typeface="Calibri"/>
                <a:sym typeface="Calibri"/>
              </a:rPr>
              <a:t>Consolidate remediation for greater impact in a shorter      time frame</a:t>
            </a:r>
            <a:endParaRPr sz="800" b="0" i="0" u="none" strike="noStrike" cap="none">
              <a:solidFill>
                <a:srgbClr val="01123F"/>
              </a:solidFill>
              <a:latin typeface="Calibri"/>
              <a:ea typeface="Calibri"/>
              <a:cs typeface="Calibri"/>
              <a:sym typeface="Calibri"/>
            </a:endParaRPr>
          </a:p>
        </p:txBody>
      </p:sp>
      <p:sp>
        <p:nvSpPr>
          <p:cNvPr id="649" name="Google Shape;649;p57"/>
          <p:cNvSpPr txBox="1"/>
          <p:nvPr/>
        </p:nvSpPr>
        <p:spPr>
          <a:xfrm>
            <a:off x="3007222" y="2625304"/>
            <a:ext cx="1575300" cy="207900"/>
          </a:xfrm>
          <a:prstGeom prst="rect">
            <a:avLst/>
          </a:prstGeom>
          <a:noFill/>
          <a:ln>
            <a:noFill/>
          </a:ln>
        </p:spPr>
        <p:txBody>
          <a:bodyPr spcFirstLastPara="1" wrap="square" lIns="0" tIns="34275" rIns="68575" bIns="3427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900" b="0" i="0" u="none" strike="noStrike" cap="none">
                <a:solidFill>
                  <a:schemeClr val="dk1"/>
                </a:solidFill>
                <a:latin typeface="Calibri"/>
                <a:ea typeface="Calibri"/>
                <a:cs typeface="Calibri"/>
                <a:sym typeface="Calibri"/>
              </a:rPr>
              <a:t>REDUCE CRITICAL RISK</a:t>
            </a:r>
            <a:endParaRPr sz="900" b="0" i="0" u="none" strike="noStrike" cap="none">
              <a:solidFill>
                <a:schemeClr val="dk1"/>
              </a:solidFill>
              <a:latin typeface="Calibri"/>
              <a:ea typeface="Calibri"/>
              <a:cs typeface="Calibri"/>
              <a:sym typeface="Calibri"/>
            </a:endParaRPr>
          </a:p>
        </p:txBody>
      </p:sp>
      <p:sp>
        <p:nvSpPr>
          <p:cNvPr id="650" name="Google Shape;650;p57"/>
          <p:cNvSpPr txBox="1"/>
          <p:nvPr/>
        </p:nvSpPr>
        <p:spPr>
          <a:xfrm>
            <a:off x="2903188" y="2857610"/>
            <a:ext cx="1811700" cy="1262400"/>
          </a:xfrm>
          <a:prstGeom prst="rect">
            <a:avLst/>
          </a:prstGeom>
          <a:noFill/>
          <a:ln>
            <a:noFill/>
          </a:ln>
        </p:spPr>
        <p:txBody>
          <a:bodyPr spcFirstLastPara="1" wrap="square" lIns="68575" tIns="34275" rIns="68575" bIns="34275" anchor="t" anchorCtr="0">
            <a:normAutofit/>
          </a:bodyPr>
          <a:lstStyle/>
          <a:p>
            <a:pPr marL="114300" marR="0" lvl="0" indent="-88900" algn="l" rtl="0">
              <a:lnSpc>
                <a:spcPct val="92000"/>
              </a:lnSpc>
              <a:spcBef>
                <a:spcPts val="0"/>
              </a:spcBef>
              <a:spcAft>
                <a:spcPts val="0"/>
              </a:spcAft>
              <a:buClr>
                <a:srgbClr val="01123F"/>
              </a:buClr>
              <a:buSzPts val="500"/>
              <a:buFont typeface="Poppins Light"/>
              <a:buChar char="●"/>
            </a:pPr>
            <a:r>
              <a:rPr lang="en" sz="800" b="0" i="0" u="none" strike="noStrike" cap="none">
                <a:solidFill>
                  <a:srgbClr val="01123F"/>
                </a:solidFill>
                <a:latin typeface="Calibri"/>
                <a:ea typeface="Calibri"/>
                <a:cs typeface="Calibri"/>
                <a:sym typeface="Calibri"/>
              </a:rPr>
              <a:t>Prioritize immediately  exploitable attack paths   (validate with Wiz ASM)</a:t>
            </a:r>
            <a:endParaRPr sz="800" b="0" i="0" u="none" strike="noStrike" cap="none">
              <a:solidFill>
                <a:srgbClr val="01123F"/>
              </a:solidFill>
              <a:latin typeface="Calibri"/>
              <a:ea typeface="Calibri"/>
              <a:cs typeface="Calibri"/>
              <a:sym typeface="Calibri"/>
            </a:endParaRPr>
          </a:p>
          <a:p>
            <a:pPr marL="0" marR="0" lvl="0" indent="0" algn="l" rtl="0">
              <a:lnSpc>
                <a:spcPct val="92000"/>
              </a:lnSpc>
              <a:spcBef>
                <a:spcPts val="0"/>
              </a:spcBef>
              <a:spcAft>
                <a:spcPts val="0"/>
              </a:spcAft>
              <a:buClr>
                <a:srgbClr val="000000"/>
              </a:buClr>
              <a:buSzPts val="500"/>
              <a:buFont typeface="Arial"/>
              <a:buNone/>
            </a:pPr>
            <a:endParaRPr sz="500" b="0" i="0" u="none" strike="noStrike" cap="none">
              <a:solidFill>
                <a:srgbClr val="01123F"/>
              </a:solidFill>
              <a:latin typeface="Calibri"/>
              <a:ea typeface="Calibri"/>
              <a:cs typeface="Calibri"/>
              <a:sym typeface="Calibri"/>
            </a:endParaRPr>
          </a:p>
          <a:p>
            <a:pPr marL="114300" marR="0" lvl="0" indent="-88900" algn="l" rtl="0">
              <a:lnSpc>
                <a:spcPct val="92000"/>
              </a:lnSpc>
              <a:spcBef>
                <a:spcPts val="0"/>
              </a:spcBef>
              <a:spcAft>
                <a:spcPts val="0"/>
              </a:spcAft>
              <a:buClr>
                <a:srgbClr val="01123F"/>
              </a:buClr>
              <a:buSzPts val="500"/>
              <a:buFont typeface="Poppins Light"/>
              <a:buChar char="●"/>
            </a:pPr>
            <a:r>
              <a:rPr lang="en" sz="800" b="0" i="0" u="none" strike="noStrike" cap="none">
                <a:solidFill>
                  <a:srgbClr val="01123F"/>
                </a:solidFill>
                <a:latin typeface="Calibri"/>
                <a:ea typeface="Calibri"/>
                <a:cs typeface="Calibri"/>
                <a:sym typeface="Calibri"/>
              </a:rPr>
              <a:t>Achieve Zero Critical Risk Issues</a:t>
            </a:r>
            <a:endParaRPr sz="800" b="0" i="0" u="none" strike="noStrike" cap="none">
              <a:solidFill>
                <a:srgbClr val="01123F"/>
              </a:solidFill>
              <a:latin typeface="Calibri"/>
              <a:ea typeface="Calibri"/>
              <a:cs typeface="Calibri"/>
              <a:sym typeface="Calibri"/>
            </a:endParaRPr>
          </a:p>
          <a:p>
            <a:pPr marL="0" marR="0" lvl="0" indent="0" algn="l" rtl="0">
              <a:lnSpc>
                <a:spcPct val="92000"/>
              </a:lnSpc>
              <a:spcBef>
                <a:spcPts val="0"/>
              </a:spcBef>
              <a:spcAft>
                <a:spcPts val="0"/>
              </a:spcAft>
              <a:buClr>
                <a:srgbClr val="000000"/>
              </a:buClr>
              <a:buSzPts val="500"/>
              <a:buFont typeface="Arial"/>
              <a:buNone/>
            </a:pPr>
            <a:endParaRPr sz="500" b="0" i="0" u="none" strike="noStrike" cap="none">
              <a:solidFill>
                <a:srgbClr val="01123F"/>
              </a:solidFill>
              <a:latin typeface="Calibri"/>
              <a:ea typeface="Calibri"/>
              <a:cs typeface="Calibri"/>
              <a:sym typeface="Calibri"/>
            </a:endParaRPr>
          </a:p>
          <a:p>
            <a:pPr marL="114300" marR="0" lvl="0" indent="-88900" algn="l" rtl="0">
              <a:lnSpc>
                <a:spcPct val="92000"/>
              </a:lnSpc>
              <a:spcBef>
                <a:spcPts val="0"/>
              </a:spcBef>
              <a:spcAft>
                <a:spcPts val="0"/>
              </a:spcAft>
              <a:buClr>
                <a:srgbClr val="01123F"/>
              </a:buClr>
              <a:buSzPts val="500"/>
              <a:buFont typeface="Poppins Light"/>
              <a:buChar char="●"/>
            </a:pPr>
            <a:r>
              <a:rPr lang="en" sz="800" b="0" i="0" u="none" strike="noStrike" cap="none">
                <a:solidFill>
                  <a:srgbClr val="01123F"/>
                </a:solidFill>
                <a:latin typeface="Calibri"/>
                <a:ea typeface="Calibri"/>
                <a:cs typeface="Calibri"/>
                <a:sym typeface="Calibri"/>
              </a:rPr>
              <a:t>Prioritize external findings (UVM) with Wiz context</a:t>
            </a:r>
            <a:endParaRPr sz="800" b="0" i="0" u="none" strike="noStrike" cap="none">
              <a:solidFill>
                <a:srgbClr val="01123F"/>
              </a:solidFill>
              <a:latin typeface="Calibri"/>
              <a:ea typeface="Calibri"/>
              <a:cs typeface="Calibri"/>
              <a:sym typeface="Calibri"/>
            </a:endParaRPr>
          </a:p>
        </p:txBody>
      </p:sp>
      <p:sp>
        <p:nvSpPr>
          <p:cNvPr id="651" name="Google Shape;651;p57"/>
          <p:cNvSpPr txBox="1"/>
          <p:nvPr/>
        </p:nvSpPr>
        <p:spPr>
          <a:xfrm>
            <a:off x="1008697" y="3209104"/>
            <a:ext cx="1575300" cy="207900"/>
          </a:xfrm>
          <a:prstGeom prst="rect">
            <a:avLst/>
          </a:prstGeom>
          <a:noFill/>
          <a:ln>
            <a:noFill/>
          </a:ln>
        </p:spPr>
        <p:txBody>
          <a:bodyPr spcFirstLastPara="1" wrap="square" lIns="0" tIns="34275" rIns="68575" bIns="3427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900" b="0" i="0" u="none" strike="noStrike" cap="none">
                <a:solidFill>
                  <a:schemeClr val="dk1"/>
                </a:solidFill>
                <a:latin typeface="Calibri"/>
                <a:ea typeface="Calibri"/>
                <a:cs typeface="Calibri"/>
                <a:sym typeface="Calibri"/>
              </a:rPr>
              <a:t>GAIN VISIBILITY</a:t>
            </a:r>
            <a:endParaRPr sz="900" b="0" i="0" u="none" strike="noStrike" cap="none">
              <a:solidFill>
                <a:schemeClr val="dk1"/>
              </a:solidFill>
              <a:latin typeface="Calibri"/>
              <a:ea typeface="Calibri"/>
              <a:cs typeface="Calibri"/>
              <a:sym typeface="Calibri"/>
            </a:endParaRPr>
          </a:p>
        </p:txBody>
      </p:sp>
      <p:sp>
        <p:nvSpPr>
          <p:cNvPr id="652" name="Google Shape;652;p57"/>
          <p:cNvSpPr txBox="1"/>
          <p:nvPr/>
        </p:nvSpPr>
        <p:spPr>
          <a:xfrm>
            <a:off x="904663" y="3441410"/>
            <a:ext cx="1811700" cy="1262400"/>
          </a:xfrm>
          <a:prstGeom prst="rect">
            <a:avLst/>
          </a:prstGeom>
          <a:noFill/>
          <a:ln>
            <a:noFill/>
          </a:ln>
        </p:spPr>
        <p:txBody>
          <a:bodyPr spcFirstLastPara="1" wrap="square" lIns="68575" tIns="34275" rIns="68575" bIns="34275" anchor="t" anchorCtr="0">
            <a:normAutofit/>
          </a:bodyPr>
          <a:lstStyle/>
          <a:p>
            <a:pPr marL="114300" marR="0" lvl="0" indent="-88900" algn="l" rtl="0">
              <a:lnSpc>
                <a:spcPct val="92000"/>
              </a:lnSpc>
              <a:spcBef>
                <a:spcPts val="0"/>
              </a:spcBef>
              <a:spcAft>
                <a:spcPts val="0"/>
              </a:spcAft>
              <a:buClr>
                <a:srgbClr val="01123F"/>
              </a:buClr>
              <a:buSzPts val="500"/>
              <a:buFont typeface="Poppins Light"/>
              <a:buChar char="●"/>
            </a:pPr>
            <a:r>
              <a:rPr lang="en" sz="800" b="0" i="0" u="none" strike="noStrike" cap="none">
                <a:solidFill>
                  <a:srgbClr val="01123F"/>
                </a:solidFill>
                <a:latin typeface="Calibri"/>
                <a:ea typeface="Calibri"/>
                <a:cs typeface="Calibri"/>
                <a:sym typeface="Calibri"/>
              </a:rPr>
              <a:t>100% code-to-cloud visibility into any repo, pipeline, or cloud</a:t>
            </a:r>
            <a:endParaRPr sz="800" b="0" i="0" u="none" strike="noStrike" cap="none">
              <a:solidFill>
                <a:srgbClr val="01123F"/>
              </a:solidFill>
              <a:latin typeface="Calibri"/>
              <a:ea typeface="Calibri"/>
              <a:cs typeface="Calibri"/>
              <a:sym typeface="Calibri"/>
            </a:endParaRPr>
          </a:p>
          <a:p>
            <a:pPr marL="0" marR="0" lvl="0" indent="0" algn="l" rtl="0">
              <a:lnSpc>
                <a:spcPct val="92000"/>
              </a:lnSpc>
              <a:spcBef>
                <a:spcPts val="0"/>
              </a:spcBef>
              <a:spcAft>
                <a:spcPts val="0"/>
              </a:spcAft>
              <a:buClr>
                <a:srgbClr val="000000"/>
              </a:buClr>
              <a:buSzPts val="500"/>
              <a:buFont typeface="Arial"/>
              <a:buNone/>
            </a:pPr>
            <a:endParaRPr sz="500" b="0" i="0" u="none" strike="noStrike" cap="none">
              <a:solidFill>
                <a:srgbClr val="01123F"/>
              </a:solidFill>
              <a:latin typeface="Calibri"/>
              <a:ea typeface="Calibri"/>
              <a:cs typeface="Calibri"/>
              <a:sym typeface="Calibri"/>
            </a:endParaRPr>
          </a:p>
          <a:p>
            <a:pPr marL="114300" marR="0" lvl="0" indent="-88900" algn="l" rtl="0">
              <a:lnSpc>
                <a:spcPct val="92000"/>
              </a:lnSpc>
              <a:spcBef>
                <a:spcPts val="0"/>
              </a:spcBef>
              <a:spcAft>
                <a:spcPts val="0"/>
              </a:spcAft>
              <a:buClr>
                <a:srgbClr val="01123F"/>
              </a:buClr>
              <a:buSzPts val="500"/>
              <a:buFont typeface="Poppins Light"/>
              <a:buChar char="●"/>
            </a:pPr>
            <a:r>
              <a:rPr lang="en" sz="800" b="0" i="0" u="none" strike="noStrike" cap="none">
                <a:solidFill>
                  <a:srgbClr val="01123F"/>
                </a:solidFill>
                <a:latin typeface="Calibri"/>
                <a:ea typeface="Calibri"/>
                <a:cs typeface="Calibri"/>
                <a:sym typeface="Calibri"/>
              </a:rPr>
              <a:t>Centralize visibility across on-prem, hybrid, cloud, code with UVM</a:t>
            </a:r>
            <a:endParaRPr sz="800" b="0" i="0" u="none" strike="noStrike" cap="none">
              <a:solidFill>
                <a:srgbClr val="01123F"/>
              </a:solidFill>
              <a:latin typeface="Calibri"/>
              <a:ea typeface="Calibri"/>
              <a:cs typeface="Calibri"/>
              <a:sym typeface="Calibri"/>
            </a:endParaRPr>
          </a:p>
        </p:txBody>
      </p:sp>
      <p:cxnSp>
        <p:nvCxnSpPr>
          <p:cNvPr id="653" name="Google Shape;653;p57"/>
          <p:cNvCxnSpPr/>
          <p:nvPr/>
        </p:nvCxnSpPr>
        <p:spPr>
          <a:xfrm rot="10800000" flipH="1">
            <a:off x="8809750" y="306800"/>
            <a:ext cx="100" cy="4836700"/>
          </a:xfrm>
          <a:prstGeom prst="straightConnector1">
            <a:avLst/>
          </a:prstGeom>
          <a:noFill/>
          <a:ln w="9525" cap="flat" cmpd="sng">
            <a:solidFill>
              <a:srgbClr val="0254EC"/>
            </a:solidFill>
            <a:prstDash val="solid"/>
            <a:round/>
            <a:headEnd type="none" w="sm" len="sm"/>
            <a:tailEnd type="none" w="sm" len="sm"/>
          </a:ln>
        </p:spPr>
      </p:cxnSp>
      <p:sp>
        <p:nvSpPr>
          <p:cNvPr id="654" name="Google Shape;654;p57"/>
          <p:cNvSpPr txBox="1"/>
          <p:nvPr/>
        </p:nvSpPr>
        <p:spPr>
          <a:xfrm>
            <a:off x="6929000" y="3214200"/>
            <a:ext cx="1732800" cy="800189"/>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en" sz="1000" b="0" i="0" u="none" strike="noStrike" cap="none">
                <a:solidFill>
                  <a:schemeClr val="dk1"/>
                </a:solidFill>
                <a:latin typeface="Calibri"/>
                <a:ea typeface="Calibri"/>
                <a:cs typeface="Calibri"/>
                <a:sym typeface="Calibri"/>
              </a:rPr>
              <a:t>Goal: Harden the SDLC while maintaining “Zero Criticals” and SLA compliance requirements</a:t>
            </a:r>
            <a:endParaRPr sz="1000" b="0" i="0" u="none" strike="noStrike" cap="none">
              <a:solidFill>
                <a:schemeClr val="dk1"/>
              </a:solidFill>
              <a:latin typeface="Calibri"/>
              <a:ea typeface="Calibri"/>
              <a:cs typeface="Calibri"/>
              <a:sym typeface="Calibri"/>
            </a:endParaRPr>
          </a:p>
        </p:txBody>
      </p:sp>
      <p:cxnSp>
        <p:nvCxnSpPr>
          <p:cNvPr id="655" name="Google Shape;655;p57"/>
          <p:cNvCxnSpPr/>
          <p:nvPr/>
        </p:nvCxnSpPr>
        <p:spPr>
          <a:xfrm>
            <a:off x="6804671" y="3138012"/>
            <a:ext cx="2005500" cy="0"/>
          </a:xfrm>
          <a:prstGeom prst="straightConnector1">
            <a:avLst/>
          </a:prstGeom>
          <a:noFill/>
          <a:ln w="9525" cap="flat" cmpd="sng">
            <a:solidFill>
              <a:srgbClr val="0254EC"/>
            </a:solidFill>
            <a:prstDash val="solid"/>
            <a:round/>
            <a:headEnd type="none" w="sm" len="sm"/>
            <a:tailEnd type="none" w="sm" len="sm"/>
          </a:ln>
        </p:spPr>
      </p:cxnSp>
      <p:cxnSp>
        <p:nvCxnSpPr>
          <p:cNvPr id="656" name="Google Shape;656;p57"/>
          <p:cNvCxnSpPr/>
          <p:nvPr/>
        </p:nvCxnSpPr>
        <p:spPr>
          <a:xfrm>
            <a:off x="805008" y="4325009"/>
            <a:ext cx="2005500" cy="0"/>
          </a:xfrm>
          <a:prstGeom prst="straightConnector1">
            <a:avLst/>
          </a:prstGeom>
          <a:noFill/>
          <a:ln w="9525" cap="flat" cmpd="sng">
            <a:solidFill>
              <a:srgbClr val="0254EC"/>
            </a:solidFill>
            <a:prstDash val="solid"/>
            <a:round/>
            <a:headEnd type="none" w="sm" len="sm"/>
            <a:tailEnd type="none" w="sm" len="sm"/>
          </a:ln>
        </p:spPr>
      </p:cxnSp>
      <p:cxnSp>
        <p:nvCxnSpPr>
          <p:cNvPr id="657" name="Google Shape;657;p57"/>
          <p:cNvCxnSpPr/>
          <p:nvPr/>
        </p:nvCxnSpPr>
        <p:spPr>
          <a:xfrm>
            <a:off x="4808759" y="3675191"/>
            <a:ext cx="2000400" cy="0"/>
          </a:xfrm>
          <a:prstGeom prst="straightConnector1">
            <a:avLst/>
          </a:prstGeom>
          <a:noFill/>
          <a:ln w="9525" cap="flat" cmpd="sng">
            <a:solidFill>
              <a:srgbClr val="0254EC"/>
            </a:solidFill>
            <a:prstDash val="solid"/>
            <a:round/>
            <a:headEnd type="none" w="sm" len="sm"/>
            <a:tailEnd type="none" w="sm" len="sm"/>
          </a:ln>
        </p:spPr>
      </p:cxnSp>
      <p:cxnSp>
        <p:nvCxnSpPr>
          <p:cNvPr id="658" name="Google Shape;658;p57"/>
          <p:cNvCxnSpPr/>
          <p:nvPr/>
        </p:nvCxnSpPr>
        <p:spPr>
          <a:xfrm>
            <a:off x="2820861" y="3916487"/>
            <a:ext cx="1982700" cy="0"/>
          </a:xfrm>
          <a:prstGeom prst="straightConnector1">
            <a:avLst/>
          </a:prstGeom>
          <a:noFill/>
          <a:ln w="9525" cap="flat" cmpd="sng">
            <a:solidFill>
              <a:srgbClr val="0254EC"/>
            </a:solidFill>
            <a:prstDash val="solid"/>
            <a:round/>
            <a:headEnd type="none" w="sm" len="sm"/>
            <a:tailEnd type="none" w="sm" len="sm"/>
          </a:ln>
        </p:spPr>
      </p:cxnSp>
      <p:sp>
        <p:nvSpPr>
          <p:cNvPr id="659" name="Google Shape;659;p57"/>
          <p:cNvSpPr txBox="1"/>
          <p:nvPr/>
        </p:nvSpPr>
        <p:spPr>
          <a:xfrm>
            <a:off x="904675" y="4416650"/>
            <a:ext cx="1732800" cy="6465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en" sz="1000" b="0" i="0" u="none" strike="noStrike" cap="none">
                <a:solidFill>
                  <a:schemeClr val="dk1"/>
                </a:solidFill>
                <a:latin typeface="Calibri"/>
                <a:ea typeface="Calibri"/>
                <a:cs typeface="Calibri"/>
                <a:sym typeface="Calibri"/>
              </a:rPr>
              <a:t>Goal: Full visibility into vulnerabilities across all environments</a:t>
            </a:r>
            <a:endParaRPr sz="1000" b="0" i="0" u="none" strike="noStrike" cap="none">
              <a:solidFill>
                <a:schemeClr val="dk1"/>
              </a:solidFill>
              <a:latin typeface="Calibri"/>
              <a:ea typeface="Calibri"/>
              <a:cs typeface="Calibri"/>
              <a:sym typeface="Calibri"/>
            </a:endParaRPr>
          </a:p>
        </p:txBody>
      </p:sp>
      <p:sp>
        <p:nvSpPr>
          <p:cNvPr id="660" name="Google Shape;660;p57"/>
          <p:cNvSpPr txBox="1"/>
          <p:nvPr/>
        </p:nvSpPr>
        <p:spPr>
          <a:xfrm>
            <a:off x="2942638" y="3992675"/>
            <a:ext cx="17328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en" sz="1000" b="0" i="0" u="none" strike="noStrike" cap="none">
                <a:solidFill>
                  <a:schemeClr val="dk1"/>
                </a:solidFill>
                <a:latin typeface="Calibri"/>
                <a:ea typeface="Calibri"/>
                <a:cs typeface="Calibri"/>
                <a:sym typeface="Calibri"/>
              </a:rPr>
              <a:t>Goal: Achieve “Zero Critical” Risk Issues</a:t>
            </a:r>
            <a:endParaRPr sz="1000" b="0" i="0" u="none" strike="noStrike" cap="none">
              <a:solidFill>
                <a:schemeClr val="dk1"/>
              </a:solidFill>
              <a:latin typeface="Calibri"/>
              <a:ea typeface="Calibri"/>
              <a:cs typeface="Calibri"/>
              <a:sym typeface="Calibri"/>
            </a:endParaRPr>
          </a:p>
        </p:txBody>
      </p:sp>
      <p:sp>
        <p:nvSpPr>
          <p:cNvPr id="661" name="Google Shape;661;p57"/>
          <p:cNvSpPr txBox="1"/>
          <p:nvPr/>
        </p:nvSpPr>
        <p:spPr>
          <a:xfrm>
            <a:off x="4934925" y="3751400"/>
            <a:ext cx="17328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en" sz="1000" b="0" i="0" u="none" strike="noStrike" cap="none">
                <a:solidFill>
                  <a:schemeClr val="dk1"/>
                </a:solidFill>
                <a:latin typeface="Calibri"/>
                <a:ea typeface="Calibri"/>
                <a:cs typeface="Calibri"/>
                <a:sym typeface="Calibri"/>
              </a:rPr>
              <a:t>Goal: Meet all SLAs for Posture Issues</a:t>
            </a:r>
            <a:endParaRPr sz="1000" b="0" i="0" u="none" strike="noStrike" cap="none">
              <a:solidFill>
                <a:schemeClr val="dk1"/>
              </a:solidFill>
              <a:latin typeface="Calibri"/>
              <a:ea typeface="Calibri"/>
              <a:cs typeface="Calibri"/>
              <a:sym typeface="Calibri"/>
            </a:endParaRPr>
          </a:p>
        </p:txBody>
      </p:sp>
      <p:pic>
        <p:nvPicPr>
          <p:cNvPr id="662" name="Google Shape;662;p57" title="Group 1000004546.png"/>
          <p:cNvPicPr preferRelativeResize="0"/>
          <p:nvPr/>
        </p:nvPicPr>
        <p:blipFill rotWithShape="1">
          <a:blip r:embed="rId4">
            <a:alphaModFix/>
          </a:blip>
          <a:srcRect/>
          <a:stretch/>
        </p:blipFill>
        <p:spPr>
          <a:xfrm>
            <a:off x="6717625" y="465775"/>
            <a:ext cx="883400" cy="883400"/>
          </a:xfrm>
          <a:prstGeom prst="rect">
            <a:avLst/>
          </a:prstGeom>
          <a:noFill/>
          <a:ln>
            <a:noFill/>
          </a:ln>
        </p:spPr>
      </p:pic>
      <p:pic>
        <p:nvPicPr>
          <p:cNvPr id="663" name="Google Shape;663;p57" title="Group 1000004545.png"/>
          <p:cNvPicPr preferRelativeResize="0"/>
          <p:nvPr/>
        </p:nvPicPr>
        <p:blipFill rotWithShape="1">
          <a:blip r:embed="rId5">
            <a:alphaModFix/>
          </a:blip>
          <a:srcRect/>
          <a:stretch/>
        </p:blipFill>
        <p:spPr>
          <a:xfrm>
            <a:off x="4685600" y="1077601"/>
            <a:ext cx="883400" cy="883400"/>
          </a:xfrm>
          <a:prstGeom prst="rect">
            <a:avLst/>
          </a:prstGeom>
          <a:noFill/>
          <a:ln>
            <a:noFill/>
          </a:ln>
        </p:spPr>
      </p:pic>
      <p:pic>
        <p:nvPicPr>
          <p:cNvPr id="664" name="Google Shape;664;p57" title="Group 1000004543_1.png"/>
          <p:cNvPicPr preferRelativeResize="0"/>
          <p:nvPr/>
        </p:nvPicPr>
        <p:blipFill rotWithShape="1">
          <a:blip r:embed="rId6">
            <a:alphaModFix/>
          </a:blip>
          <a:srcRect/>
          <a:stretch/>
        </p:blipFill>
        <p:spPr>
          <a:xfrm>
            <a:off x="685650" y="2277531"/>
            <a:ext cx="883400" cy="883400"/>
          </a:xfrm>
          <a:prstGeom prst="rect">
            <a:avLst/>
          </a:prstGeom>
          <a:noFill/>
          <a:ln>
            <a:noFill/>
          </a:ln>
        </p:spPr>
      </p:pic>
      <p:pic>
        <p:nvPicPr>
          <p:cNvPr id="665" name="Google Shape;665;p57" title="Group 1000004544.png"/>
          <p:cNvPicPr preferRelativeResize="0"/>
          <p:nvPr/>
        </p:nvPicPr>
        <p:blipFill rotWithShape="1">
          <a:blip r:embed="rId7">
            <a:alphaModFix/>
          </a:blip>
          <a:srcRect/>
          <a:stretch/>
        </p:blipFill>
        <p:spPr>
          <a:xfrm>
            <a:off x="2698497" y="1693375"/>
            <a:ext cx="883400" cy="883400"/>
          </a:xfrm>
          <a:prstGeom prst="rect">
            <a:avLst/>
          </a:prstGeom>
          <a:noFill/>
          <a:ln>
            <a:noFill/>
          </a:ln>
        </p:spPr>
      </p:pic>
      <p:sp>
        <p:nvSpPr>
          <p:cNvPr id="666" name="Google Shape;666;p57"/>
          <p:cNvSpPr/>
          <p:nvPr/>
        </p:nvSpPr>
        <p:spPr>
          <a:xfrm>
            <a:off x="3212396" y="629773"/>
            <a:ext cx="1453800" cy="252300"/>
          </a:xfrm>
          <a:prstGeom prst="roundRect">
            <a:avLst>
              <a:gd name="adj" fmla="val 50000"/>
            </a:avLst>
          </a:prstGeom>
          <a:solidFill>
            <a:srgbClr val="FFFFFF"/>
          </a:solidFill>
          <a:ln w="11350" cap="flat" cmpd="sng">
            <a:solidFill>
              <a:srgbClr val="CADAFF"/>
            </a:solidFill>
            <a:prstDash val="solid"/>
            <a:miter lim="0"/>
            <a:headEnd type="none" w="sm" len="sm"/>
            <a:tailEnd type="none" w="sm" len="sm"/>
          </a:ln>
        </p:spPr>
        <p:txBody>
          <a:bodyPr spcFirstLastPara="1" wrap="square" lIns="61300" tIns="30650" rIns="61300" bIns="30650" anchor="t" anchorCtr="0">
            <a:noAutofit/>
          </a:bodyPr>
          <a:lstStyle/>
          <a:p>
            <a:pPr marL="0" marR="0" lvl="0" indent="0" algn="ctr" rtl="0">
              <a:lnSpc>
                <a:spcPct val="100000"/>
              </a:lnSpc>
              <a:spcBef>
                <a:spcPts val="0"/>
              </a:spcBef>
              <a:spcAft>
                <a:spcPts val="0"/>
              </a:spcAft>
              <a:buClr>
                <a:srgbClr val="0153EB"/>
              </a:buClr>
              <a:buSzPts val="596"/>
              <a:buFont typeface="Calibri"/>
              <a:buNone/>
            </a:pPr>
            <a:endParaRPr sz="596" b="1" i="0" u="none" strike="noStrike" cap="none">
              <a:solidFill>
                <a:srgbClr val="000000"/>
              </a:solidFill>
              <a:latin typeface="Calibri"/>
              <a:ea typeface="Calibri"/>
              <a:cs typeface="Calibri"/>
              <a:sym typeface="Calibri"/>
            </a:endParaRPr>
          </a:p>
        </p:txBody>
      </p:sp>
      <p:sp>
        <p:nvSpPr>
          <p:cNvPr id="667" name="Google Shape;667;p57"/>
          <p:cNvSpPr txBox="1"/>
          <p:nvPr/>
        </p:nvSpPr>
        <p:spPr>
          <a:xfrm>
            <a:off x="3497502" y="635426"/>
            <a:ext cx="1289400" cy="247800"/>
          </a:xfrm>
          <a:prstGeom prst="rect">
            <a:avLst/>
          </a:prstGeom>
          <a:noFill/>
          <a:ln>
            <a:noFill/>
          </a:ln>
        </p:spPr>
        <p:txBody>
          <a:bodyPr spcFirstLastPara="1" wrap="square" lIns="0" tIns="40875" rIns="81750" bIns="40875" anchor="t" anchorCtr="0">
            <a:spAutoFit/>
          </a:bodyPr>
          <a:lstStyle/>
          <a:p>
            <a:pPr marL="0" marR="0" lvl="0" indent="0" algn="l" rtl="0">
              <a:lnSpc>
                <a:spcPct val="100000"/>
              </a:lnSpc>
              <a:spcBef>
                <a:spcPts val="0"/>
              </a:spcBef>
              <a:spcAft>
                <a:spcPts val="0"/>
              </a:spcAft>
              <a:buClr>
                <a:srgbClr val="0153EB"/>
              </a:buClr>
              <a:buSzPts val="1073"/>
              <a:buFont typeface="DM Sans Medium"/>
              <a:buNone/>
            </a:pPr>
            <a:r>
              <a:rPr lang="en" sz="1073" b="0" i="0" u="none" strike="noStrike" cap="none">
                <a:solidFill>
                  <a:srgbClr val="0153EB"/>
                </a:solidFill>
                <a:latin typeface="Calibri"/>
                <a:ea typeface="Calibri"/>
                <a:cs typeface="Calibri"/>
                <a:sym typeface="Calibri"/>
              </a:rPr>
              <a:t>Where are you?</a:t>
            </a:r>
            <a:endParaRPr sz="1311" b="0" i="0" u="none" strike="noStrike" cap="none">
              <a:solidFill>
                <a:srgbClr val="000000"/>
              </a:solidFill>
              <a:latin typeface="Calibri"/>
              <a:ea typeface="Calibri"/>
              <a:cs typeface="Calibri"/>
              <a:sym typeface="Calibri"/>
            </a:endParaRPr>
          </a:p>
        </p:txBody>
      </p:sp>
      <p:pic>
        <p:nvPicPr>
          <p:cNvPr id="668" name="Google Shape;668;p57" title="icon.png"/>
          <p:cNvPicPr preferRelativeResize="0"/>
          <p:nvPr/>
        </p:nvPicPr>
        <p:blipFill rotWithShape="1">
          <a:blip r:embed="rId8">
            <a:alphaModFix/>
          </a:blip>
          <a:srcRect/>
          <a:stretch/>
        </p:blipFill>
        <p:spPr>
          <a:xfrm>
            <a:off x="3149780" y="617823"/>
            <a:ext cx="272612" cy="272612"/>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73"/>
        <p:cNvGrpSpPr/>
        <p:nvPr/>
      </p:nvGrpSpPr>
      <p:grpSpPr>
        <a:xfrm>
          <a:off x="0" y="0"/>
          <a:ext cx="0" cy="0"/>
          <a:chOff x="0" y="0"/>
          <a:chExt cx="0" cy="0"/>
        </a:xfrm>
      </p:grpSpPr>
      <p:sp>
        <p:nvSpPr>
          <p:cNvPr id="674" name="Google Shape;674;p58"/>
          <p:cNvSpPr txBox="1">
            <a:spLocks noGrp="1"/>
          </p:cNvSpPr>
          <p:nvPr>
            <p:ph type="title" idx="4294967295"/>
          </p:nvPr>
        </p:nvSpPr>
        <p:spPr>
          <a:xfrm>
            <a:off x="150" y="166650"/>
            <a:ext cx="9144000" cy="367200"/>
          </a:xfrm>
          <a:prstGeom prst="rect">
            <a:avLst/>
          </a:prstGeom>
          <a:noFill/>
          <a:ln>
            <a:noFill/>
          </a:ln>
        </p:spPr>
        <p:txBody>
          <a:bodyPr spcFirstLastPara="1" wrap="square" lIns="68575" tIns="34275" rIns="68575" bIns="34275" anchor="ctr" anchorCtr="0">
            <a:noAutofit/>
          </a:bodyPr>
          <a:lstStyle/>
          <a:p>
            <a:pPr marL="0" lvl="0" indent="0" algn="ctr" rtl="0">
              <a:lnSpc>
                <a:spcPct val="90000"/>
              </a:lnSpc>
              <a:spcBef>
                <a:spcPts val="0"/>
              </a:spcBef>
              <a:spcAft>
                <a:spcPts val="0"/>
              </a:spcAft>
              <a:buClr>
                <a:schemeClr val="dk1"/>
              </a:buClr>
              <a:buSzPts val="1800"/>
              <a:buFont typeface="DM Sans"/>
              <a:buNone/>
            </a:pPr>
            <a:r>
              <a:rPr lang="en" sz="2420">
                <a:latin typeface="Calibri"/>
                <a:ea typeface="Calibri"/>
                <a:cs typeface="Calibri"/>
                <a:sym typeface="Calibri"/>
              </a:rPr>
              <a:t>Cloud Security Posture Snapshot</a:t>
            </a:r>
            <a:endParaRPr sz="2420">
              <a:latin typeface="Calibri"/>
              <a:ea typeface="Calibri"/>
              <a:cs typeface="Calibri"/>
              <a:sym typeface="Calibri"/>
            </a:endParaRPr>
          </a:p>
        </p:txBody>
      </p:sp>
      <p:pic>
        <p:nvPicPr>
          <p:cNvPr id="675" name="Google Shape;675;p58"/>
          <p:cNvPicPr preferRelativeResize="0"/>
          <p:nvPr/>
        </p:nvPicPr>
        <p:blipFill rotWithShape="1">
          <a:blip r:embed="rId3">
            <a:alphaModFix/>
          </a:blip>
          <a:srcRect/>
          <a:stretch/>
        </p:blipFill>
        <p:spPr>
          <a:xfrm>
            <a:off x="328386" y="891625"/>
            <a:ext cx="2104822" cy="1177356"/>
          </a:xfrm>
          <a:prstGeom prst="rect">
            <a:avLst/>
          </a:prstGeom>
          <a:noFill/>
          <a:ln w="9525" cap="flat" cmpd="sng">
            <a:solidFill>
              <a:schemeClr val="accent1"/>
            </a:solidFill>
            <a:prstDash val="solid"/>
            <a:round/>
            <a:headEnd type="none" w="sm" len="sm"/>
            <a:tailEnd type="none" w="sm" len="sm"/>
          </a:ln>
        </p:spPr>
      </p:pic>
      <p:sp>
        <p:nvSpPr>
          <p:cNvPr id="676" name="Google Shape;676;p58"/>
          <p:cNvSpPr txBox="1"/>
          <p:nvPr/>
        </p:nvSpPr>
        <p:spPr>
          <a:xfrm>
            <a:off x="328224" y="961165"/>
            <a:ext cx="2105100" cy="269100"/>
          </a:xfrm>
          <a:prstGeom prst="rect">
            <a:avLst/>
          </a:prstGeom>
          <a:noFill/>
          <a:ln>
            <a:noFill/>
          </a:ln>
        </p:spPr>
        <p:txBody>
          <a:bodyPr spcFirstLastPara="1" wrap="square" lIns="68575" tIns="34275" rIns="68575" bIns="34275" anchor="t" anchorCtr="0">
            <a:normAutofit/>
          </a:bodyPr>
          <a:lstStyle/>
          <a:p>
            <a:pPr marL="0" marR="0" lvl="0" indent="0" algn="ctr" rtl="0">
              <a:lnSpc>
                <a:spcPct val="90000"/>
              </a:lnSpc>
              <a:spcBef>
                <a:spcPts val="0"/>
              </a:spcBef>
              <a:spcAft>
                <a:spcPts val="0"/>
              </a:spcAft>
              <a:buClr>
                <a:schemeClr val="dk2"/>
              </a:buClr>
              <a:buSzPts val="1500"/>
              <a:buFont typeface="Arial"/>
              <a:buNone/>
            </a:pPr>
            <a:r>
              <a:rPr lang="en" sz="1200" b="0" i="0" u="none" strike="noStrike" cap="none">
                <a:solidFill>
                  <a:schemeClr val="dk1"/>
                </a:solidFill>
                <a:latin typeface="Calibri"/>
                <a:ea typeface="Calibri"/>
                <a:cs typeface="Calibri"/>
                <a:sym typeface="Calibri"/>
              </a:rPr>
              <a:t>Current Security Score</a:t>
            </a:r>
            <a:endParaRPr sz="1200" b="0" i="0" u="none" strike="noStrike" cap="none">
              <a:solidFill>
                <a:schemeClr val="dk1"/>
              </a:solidFill>
              <a:latin typeface="Calibri"/>
              <a:ea typeface="Calibri"/>
              <a:cs typeface="Calibri"/>
              <a:sym typeface="Calibri"/>
            </a:endParaRPr>
          </a:p>
        </p:txBody>
      </p:sp>
      <p:sp>
        <p:nvSpPr>
          <p:cNvPr id="677" name="Google Shape;677;p58"/>
          <p:cNvSpPr txBox="1"/>
          <p:nvPr/>
        </p:nvSpPr>
        <p:spPr>
          <a:xfrm>
            <a:off x="328682" y="1709240"/>
            <a:ext cx="2104800" cy="4014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0" i="0" u="none" strike="noStrike" cap="none">
                <a:solidFill>
                  <a:schemeClr val="dk1"/>
                </a:solidFill>
                <a:latin typeface="Calibri"/>
                <a:ea typeface="Calibri"/>
                <a:cs typeface="Calibri"/>
                <a:sym typeface="Calibri"/>
              </a:rPr>
              <a:t>90 Day Trend {{s1d}}</a:t>
            </a:r>
            <a:endParaRPr sz="1000" b="0" i="0" u="none" strike="noStrike" cap="none">
              <a:solidFill>
                <a:schemeClr val="dk1"/>
              </a:solidFill>
              <a:latin typeface="Calibri"/>
              <a:ea typeface="Calibri"/>
              <a:cs typeface="Calibri"/>
              <a:sym typeface="Calibri"/>
            </a:endParaRPr>
          </a:p>
        </p:txBody>
      </p:sp>
      <p:sp>
        <p:nvSpPr>
          <p:cNvPr id="678" name="Google Shape;678;p58"/>
          <p:cNvSpPr txBox="1"/>
          <p:nvPr/>
        </p:nvSpPr>
        <p:spPr>
          <a:xfrm>
            <a:off x="325825" y="1275254"/>
            <a:ext cx="2104800" cy="342300"/>
          </a:xfrm>
          <a:prstGeom prst="rect">
            <a:avLst/>
          </a:prstGeom>
          <a:noFill/>
          <a:ln>
            <a:noFill/>
          </a:ln>
          <a:effectLst>
            <a:outerShdw blurRad="57150" dist="19050" dir="5400000" algn="bl" rotWithShape="0">
              <a:srgbClr val="674EA7">
                <a:alpha val="56078"/>
              </a:srgbClr>
            </a:outerShdw>
          </a:effectLst>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100"/>
              <a:buFont typeface="Arial"/>
              <a:buNone/>
            </a:pPr>
            <a:r>
              <a:rPr lang="en" sz="2100" b="0" i="0" u="none" strike="noStrike" cap="none">
                <a:solidFill>
                  <a:srgbClr val="1155CC"/>
                </a:solidFill>
                <a:latin typeface="Calibri"/>
                <a:ea typeface="Calibri"/>
                <a:cs typeface="Calibri"/>
                <a:sym typeface="Calibri"/>
              </a:rPr>
              <a:t>{{SS}}%</a:t>
            </a:r>
            <a:endParaRPr sz="2100" b="0" i="0" u="none" strike="noStrike" cap="none">
              <a:solidFill>
                <a:srgbClr val="1155CC"/>
              </a:solidFill>
              <a:latin typeface="Calibri"/>
              <a:ea typeface="Calibri"/>
              <a:cs typeface="Calibri"/>
              <a:sym typeface="Calibri"/>
            </a:endParaRPr>
          </a:p>
        </p:txBody>
      </p:sp>
      <p:pic>
        <p:nvPicPr>
          <p:cNvPr id="679" name="Google Shape;679;p58"/>
          <p:cNvPicPr preferRelativeResize="0"/>
          <p:nvPr/>
        </p:nvPicPr>
        <p:blipFill rotWithShape="1">
          <a:blip r:embed="rId3">
            <a:alphaModFix/>
          </a:blip>
          <a:srcRect/>
          <a:stretch/>
        </p:blipFill>
        <p:spPr>
          <a:xfrm>
            <a:off x="2581991" y="897686"/>
            <a:ext cx="2072709" cy="1177356"/>
          </a:xfrm>
          <a:prstGeom prst="rect">
            <a:avLst/>
          </a:prstGeom>
          <a:noFill/>
          <a:ln w="9525" cap="flat" cmpd="sng">
            <a:solidFill>
              <a:schemeClr val="accent1"/>
            </a:solidFill>
            <a:prstDash val="solid"/>
            <a:round/>
            <a:headEnd type="none" w="sm" len="sm"/>
            <a:tailEnd type="none" w="sm" len="sm"/>
          </a:ln>
        </p:spPr>
      </p:pic>
      <p:sp>
        <p:nvSpPr>
          <p:cNvPr id="680" name="Google Shape;680;p58"/>
          <p:cNvSpPr txBox="1"/>
          <p:nvPr/>
        </p:nvSpPr>
        <p:spPr>
          <a:xfrm>
            <a:off x="2581870" y="966862"/>
            <a:ext cx="2067300" cy="261000"/>
          </a:xfrm>
          <a:prstGeom prst="rect">
            <a:avLst/>
          </a:prstGeom>
          <a:noFill/>
          <a:ln>
            <a:noFill/>
          </a:ln>
        </p:spPr>
        <p:txBody>
          <a:bodyPr spcFirstLastPara="1" wrap="square" lIns="68575" tIns="34275" rIns="68575" bIns="34275" anchor="t" anchorCtr="0">
            <a:normAutofit/>
          </a:bodyPr>
          <a:lstStyle/>
          <a:p>
            <a:pPr marL="0" marR="0" lvl="0" indent="0" algn="ctr" rtl="0">
              <a:lnSpc>
                <a:spcPct val="90000"/>
              </a:lnSpc>
              <a:spcBef>
                <a:spcPts val="0"/>
              </a:spcBef>
              <a:spcAft>
                <a:spcPts val="0"/>
              </a:spcAft>
              <a:buClr>
                <a:schemeClr val="dk2"/>
              </a:buClr>
              <a:buSzPts val="1500"/>
              <a:buFont typeface="Arial"/>
              <a:buNone/>
            </a:pPr>
            <a:r>
              <a:rPr lang="en" sz="1200" b="0" i="0" u="none" strike="noStrike" cap="none">
                <a:solidFill>
                  <a:schemeClr val="dk1"/>
                </a:solidFill>
                <a:latin typeface="Calibri"/>
                <a:ea typeface="Calibri"/>
                <a:cs typeface="Calibri"/>
                <a:sym typeface="Calibri"/>
              </a:rPr>
              <a:t>Industry Benchmark</a:t>
            </a:r>
            <a:endParaRPr sz="1200" b="0" i="0" u="none" strike="noStrike" cap="none">
              <a:solidFill>
                <a:schemeClr val="dk1"/>
              </a:solidFill>
              <a:latin typeface="Calibri"/>
              <a:ea typeface="Calibri"/>
              <a:cs typeface="Calibri"/>
              <a:sym typeface="Calibri"/>
            </a:endParaRPr>
          </a:p>
        </p:txBody>
      </p:sp>
      <p:sp>
        <p:nvSpPr>
          <p:cNvPr id="681" name="Google Shape;681;p58"/>
          <p:cNvSpPr txBox="1"/>
          <p:nvPr/>
        </p:nvSpPr>
        <p:spPr>
          <a:xfrm>
            <a:off x="2582409" y="1756556"/>
            <a:ext cx="2065500" cy="3894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900"/>
              <a:buFont typeface="Arial"/>
              <a:buNone/>
            </a:pPr>
            <a:r>
              <a:rPr lang="en" sz="900" b="0" i="0" u="none" strike="noStrike" cap="none">
                <a:solidFill>
                  <a:schemeClr val="dk1"/>
                </a:solidFill>
                <a:latin typeface="Calibri"/>
                <a:ea typeface="Calibri"/>
                <a:cs typeface="Calibri"/>
                <a:sym typeface="Calibri"/>
              </a:rPr>
              <a:t>Security Score Gap {{SG}}%</a:t>
            </a:r>
            <a:endParaRPr sz="900" b="0" i="0" u="none" strike="noStrike" cap="none">
              <a:solidFill>
                <a:schemeClr val="dk1"/>
              </a:solidFill>
              <a:latin typeface="Calibri"/>
              <a:ea typeface="Calibri"/>
              <a:cs typeface="Calibri"/>
              <a:sym typeface="Calibri"/>
            </a:endParaRPr>
          </a:p>
        </p:txBody>
      </p:sp>
      <p:sp>
        <p:nvSpPr>
          <p:cNvPr id="682" name="Google Shape;682;p58"/>
          <p:cNvSpPr txBox="1"/>
          <p:nvPr/>
        </p:nvSpPr>
        <p:spPr>
          <a:xfrm>
            <a:off x="2580848" y="1468922"/>
            <a:ext cx="2065500" cy="331800"/>
          </a:xfrm>
          <a:prstGeom prst="rect">
            <a:avLst/>
          </a:prstGeom>
          <a:noFill/>
          <a:ln>
            <a:noFill/>
          </a:ln>
          <a:effectLst>
            <a:outerShdw blurRad="57150" dist="19050" dir="5400000" algn="bl" rotWithShape="0">
              <a:srgbClr val="674EA7">
                <a:alpha val="56078"/>
              </a:srgbClr>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700"/>
              <a:buFont typeface="Arial"/>
              <a:buNone/>
            </a:pPr>
            <a:r>
              <a:rPr lang="en" sz="1700" b="0" i="0" u="none" strike="noStrike" cap="none">
                <a:solidFill>
                  <a:srgbClr val="1155CC"/>
                </a:solidFill>
                <a:latin typeface="Calibri"/>
                <a:ea typeface="Calibri"/>
                <a:cs typeface="Calibri"/>
                <a:sym typeface="Calibri"/>
              </a:rPr>
              <a:t>{{SP}}%</a:t>
            </a:r>
            <a:endParaRPr sz="1700" b="0" i="0" u="none" strike="noStrike" cap="none">
              <a:solidFill>
                <a:srgbClr val="1155CC"/>
              </a:solidFill>
              <a:latin typeface="Calibri"/>
              <a:ea typeface="Calibri"/>
              <a:cs typeface="Calibri"/>
              <a:sym typeface="Calibri"/>
            </a:endParaRPr>
          </a:p>
        </p:txBody>
      </p:sp>
      <p:pic>
        <p:nvPicPr>
          <p:cNvPr id="683" name="Google Shape;683;p58"/>
          <p:cNvPicPr preferRelativeResize="0"/>
          <p:nvPr/>
        </p:nvPicPr>
        <p:blipFill rotWithShape="1">
          <a:blip r:embed="rId3">
            <a:alphaModFix/>
          </a:blip>
          <a:srcRect/>
          <a:stretch/>
        </p:blipFill>
        <p:spPr>
          <a:xfrm>
            <a:off x="4776020" y="897687"/>
            <a:ext cx="1951974" cy="1177356"/>
          </a:xfrm>
          <a:prstGeom prst="rect">
            <a:avLst/>
          </a:prstGeom>
          <a:noFill/>
          <a:ln w="9525" cap="flat" cmpd="sng">
            <a:solidFill>
              <a:schemeClr val="accent1"/>
            </a:solidFill>
            <a:prstDash val="solid"/>
            <a:round/>
            <a:headEnd type="none" w="sm" len="sm"/>
            <a:tailEnd type="none" w="sm" len="sm"/>
          </a:ln>
        </p:spPr>
      </p:pic>
      <p:sp>
        <p:nvSpPr>
          <p:cNvPr id="684" name="Google Shape;684;p58"/>
          <p:cNvSpPr txBox="1"/>
          <p:nvPr/>
        </p:nvSpPr>
        <p:spPr>
          <a:xfrm>
            <a:off x="4775870" y="955658"/>
            <a:ext cx="1952100" cy="269100"/>
          </a:xfrm>
          <a:prstGeom prst="rect">
            <a:avLst/>
          </a:prstGeom>
          <a:noFill/>
          <a:ln>
            <a:noFill/>
          </a:ln>
        </p:spPr>
        <p:txBody>
          <a:bodyPr spcFirstLastPara="1" wrap="square" lIns="68575" tIns="34275" rIns="68575" bIns="34275" anchor="t" anchorCtr="0">
            <a:normAutofit/>
          </a:bodyPr>
          <a:lstStyle/>
          <a:p>
            <a:pPr marL="0" marR="0" lvl="0" indent="0" algn="ctr" rtl="0">
              <a:lnSpc>
                <a:spcPct val="90000"/>
              </a:lnSpc>
              <a:spcBef>
                <a:spcPts val="0"/>
              </a:spcBef>
              <a:spcAft>
                <a:spcPts val="0"/>
              </a:spcAft>
              <a:buClr>
                <a:schemeClr val="dk2"/>
              </a:buClr>
              <a:buSzPts val="1500"/>
              <a:buFont typeface="Arial"/>
              <a:buNone/>
            </a:pPr>
            <a:r>
              <a:rPr lang="en" sz="1200" b="0" i="0" u="sng" strike="noStrike" cap="none">
                <a:solidFill>
                  <a:schemeClr val="hlink"/>
                </a:solidFill>
                <a:latin typeface="Calibri"/>
                <a:ea typeface="Calibri"/>
                <a:cs typeface="Calibri"/>
                <a:sym typeface="Calibri"/>
                <a:hlinkClick r:id="rId4"/>
              </a:rPr>
              <a:t>Open Critical Issues</a:t>
            </a:r>
            <a:r>
              <a:rPr lang="en" sz="1200" b="0" i="0" u="none" strike="noStrike" cap="none">
                <a:solidFill>
                  <a:srgbClr val="0254EC"/>
                </a:solidFill>
                <a:latin typeface="Calibri"/>
                <a:ea typeface="Calibri"/>
                <a:cs typeface="Calibri"/>
                <a:sym typeface="Calibri"/>
              </a:rPr>
              <a:t> ↗</a:t>
            </a:r>
            <a:endParaRPr sz="1200" b="0" i="0" u="none" strike="noStrike" cap="none">
              <a:solidFill>
                <a:srgbClr val="0254EC"/>
              </a:solidFill>
              <a:latin typeface="Calibri"/>
              <a:ea typeface="Calibri"/>
              <a:cs typeface="Calibri"/>
              <a:sym typeface="Calibri"/>
            </a:endParaRPr>
          </a:p>
        </p:txBody>
      </p:sp>
      <p:sp>
        <p:nvSpPr>
          <p:cNvPr id="685" name="Google Shape;685;p58"/>
          <p:cNvSpPr txBox="1"/>
          <p:nvPr/>
        </p:nvSpPr>
        <p:spPr>
          <a:xfrm>
            <a:off x="4775970" y="1697930"/>
            <a:ext cx="1952100" cy="4014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0" i="0" u="sng" strike="noStrike" cap="none">
                <a:solidFill>
                  <a:schemeClr val="hlink"/>
                </a:solidFill>
                <a:latin typeface="Calibri"/>
                <a:ea typeface="Calibri"/>
                <a:cs typeface="Calibri"/>
                <a:sym typeface="Calibri"/>
                <a:hlinkClick r:id="rId5"/>
              </a:rPr>
              <a:t>Resolved Criticals </a:t>
            </a:r>
            <a:r>
              <a:rPr lang="en" sz="1100" b="0" i="0" u="none" strike="noStrike" cap="none">
                <a:solidFill>
                  <a:schemeClr val="hlink"/>
                </a:solidFill>
                <a:uFill>
                  <a:noFill/>
                </a:uFill>
                <a:latin typeface="Calibri"/>
                <a:ea typeface="Calibri"/>
                <a:cs typeface="Calibri"/>
                <a:sym typeface="Calibri"/>
                <a:hlinkClick r:id="rId5"/>
              </a:rPr>
              <a:t>↗</a:t>
            </a:r>
            <a:r>
              <a:rPr lang="en" sz="1000" b="0" i="0" u="none" strike="noStrike" cap="none">
                <a:solidFill>
                  <a:srgbClr val="0254EC"/>
                </a:solidFill>
                <a:latin typeface="Calibri"/>
                <a:ea typeface="Calibri"/>
                <a:cs typeface="Calibri"/>
                <a:sym typeface="Calibri"/>
              </a:rPr>
              <a:t> </a:t>
            </a:r>
            <a:r>
              <a:rPr lang="en" sz="1000" b="1" i="0" u="none" strike="noStrike" cap="none">
                <a:solidFill>
                  <a:srgbClr val="0254EC"/>
                </a:solidFill>
                <a:latin typeface="Calibri"/>
                <a:ea typeface="Calibri"/>
                <a:cs typeface="Calibri"/>
                <a:sym typeface="Calibri"/>
              </a:rPr>
              <a:t>{{RC}}</a:t>
            </a:r>
            <a:endParaRPr sz="1000" b="1" i="0" u="none" strike="noStrike" cap="none">
              <a:solidFill>
                <a:srgbClr val="0254EC"/>
              </a:solidFill>
              <a:latin typeface="Calibri"/>
              <a:ea typeface="Calibri"/>
              <a:cs typeface="Calibri"/>
              <a:sym typeface="Calibri"/>
            </a:endParaRPr>
          </a:p>
        </p:txBody>
      </p:sp>
      <p:sp>
        <p:nvSpPr>
          <p:cNvPr id="686" name="Google Shape;686;p58"/>
          <p:cNvSpPr txBox="1"/>
          <p:nvPr/>
        </p:nvSpPr>
        <p:spPr>
          <a:xfrm>
            <a:off x="4773495" y="1274373"/>
            <a:ext cx="1951800" cy="342300"/>
          </a:xfrm>
          <a:prstGeom prst="rect">
            <a:avLst/>
          </a:prstGeom>
          <a:noFill/>
          <a:ln>
            <a:noFill/>
          </a:ln>
          <a:effectLst>
            <a:outerShdw blurRad="57150" dist="19050" dir="5400000" algn="bl" rotWithShape="0">
              <a:srgbClr val="674EA7">
                <a:alpha val="56078"/>
              </a:srgbClr>
            </a:outerShdw>
          </a:effectLst>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100"/>
              <a:buFont typeface="Arial"/>
              <a:buNone/>
            </a:pPr>
            <a:r>
              <a:rPr lang="en" sz="2100" b="0" i="0" u="none" strike="noStrike" cap="none">
                <a:solidFill>
                  <a:srgbClr val="1155CC"/>
                </a:solidFill>
                <a:latin typeface="Calibri"/>
                <a:ea typeface="Calibri"/>
                <a:cs typeface="Calibri"/>
                <a:sym typeface="Calibri"/>
              </a:rPr>
              <a:t>{{OC}}</a:t>
            </a:r>
            <a:endParaRPr sz="2100" b="0" i="0" u="none" strike="noStrike" cap="none">
              <a:solidFill>
                <a:srgbClr val="1155CC"/>
              </a:solidFill>
              <a:latin typeface="Calibri"/>
              <a:ea typeface="Calibri"/>
              <a:cs typeface="Calibri"/>
              <a:sym typeface="Calibri"/>
            </a:endParaRPr>
          </a:p>
        </p:txBody>
      </p:sp>
      <p:pic>
        <p:nvPicPr>
          <p:cNvPr id="687" name="Google Shape;687;p58"/>
          <p:cNvPicPr preferRelativeResize="0"/>
          <p:nvPr/>
        </p:nvPicPr>
        <p:blipFill rotWithShape="1">
          <a:blip r:embed="rId3">
            <a:alphaModFix/>
          </a:blip>
          <a:srcRect/>
          <a:stretch/>
        </p:blipFill>
        <p:spPr>
          <a:xfrm>
            <a:off x="6866110" y="897687"/>
            <a:ext cx="1951974" cy="1177356"/>
          </a:xfrm>
          <a:prstGeom prst="rect">
            <a:avLst/>
          </a:prstGeom>
          <a:noFill/>
          <a:ln w="9525" cap="flat" cmpd="sng">
            <a:solidFill>
              <a:schemeClr val="accent1"/>
            </a:solidFill>
            <a:prstDash val="solid"/>
            <a:round/>
            <a:headEnd type="none" w="sm" len="sm"/>
            <a:tailEnd type="none" w="sm" len="sm"/>
          </a:ln>
        </p:spPr>
      </p:pic>
      <p:sp>
        <p:nvSpPr>
          <p:cNvPr id="688" name="Google Shape;688;p58"/>
          <p:cNvSpPr txBox="1"/>
          <p:nvPr/>
        </p:nvSpPr>
        <p:spPr>
          <a:xfrm>
            <a:off x="6865973" y="948265"/>
            <a:ext cx="1952100" cy="257700"/>
          </a:xfrm>
          <a:prstGeom prst="rect">
            <a:avLst/>
          </a:prstGeom>
          <a:noFill/>
          <a:ln>
            <a:noFill/>
          </a:ln>
        </p:spPr>
        <p:txBody>
          <a:bodyPr spcFirstLastPara="1" wrap="square" lIns="68575" tIns="34275" rIns="68575" bIns="34275" anchor="t" anchorCtr="0">
            <a:normAutofit/>
          </a:bodyPr>
          <a:lstStyle/>
          <a:p>
            <a:pPr marL="0" marR="0" lvl="0" indent="0" algn="ctr" rtl="0">
              <a:lnSpc>
                <a:spcPct val="90000"/>
              </a:lnSpc>
              <a:spcBef>
                <a:spcPts val="0"/>
              </a:spcBef>
              <a:spcAft>
                <a:spcPts val="0"/>
              </a:spcAft>
              <a:buClr>
                <a:schemeClr val="dk2"/>
              </a:buClr>
              <a:buSzPts val="1500"/>
              <a:buFont typeface="Arial"/>
              <a:buNone/>
            </a:pPr>
            <a:r>
              <a:rPr lang="en" sz="1200" b="0" i="0" u="sng" strike="noStrike" cap="none">
                <a:solidFill>
                  <a:schemeClr val="hlink"/>
                </a:solidFill>
                <a:latin typeface="Calibri"/>
                <a:ea typeface="Calibri"/>
                <a:cs typeface="Calibri"/>
                <a:sym typeface="Calibri"/>
                <a:hlinkClick r:id="rId6"/>
              </a:rPr>
              <a:t>Open High Issues</a:t>
            </a:r>
            <a:r>
              <a:rPr lang="en" sz="1200" b="0" i="0" u="none" strike="noStrike" cap="none">
                <a:solidFill>
                  <a:srgbClr val="0254EC"/>
                </a:solidFill>
                <a:latin typeface="Calibri"/>
                <a:ea typeface="Calibri"/>
                <a:cs typeface="Calibri"/>
                <a:sym typeface="Calibri"/>
              </a:rPr>
              <a:t> ↗</a:t>
            </a:r>
            <a:endParaRPr sz="1200" b="0" i="0" u="none" strike="noStrike" cap="none">
              <a:solidFill>
                <a:srgbClr val="0254EC"/>
              </a:solidFill>
              <a:latin typeface="Calibri"/>
              <a:ea typeface="Calibri"/>
              <a:cs typeface="Calibri"/>
              <a:sym typeface="Calibri"/>
            </a:endParaRPr>
          </a:p>
        </p:txBody>
      </p:sp>
      <p:sp>
        <p:nvSpPr>
          <p:cNvPr id="689" name="Google Shape;689;p58"/>
          <p:cNvSpPr txBox="1"/>
          <p:nvPr/>
        </p:nvSpPr>
        <p:spPr>
          <a:xfrm>
            <a:off x="6866072" y="1682413"/>
            <a:ext cx="1952100" cy="384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0" i="0" u="sng" strike="noStrike" cap="none">
                <a:solidFill>
                  <a:schemeClr val="hlink"/>
                </a:solidFill>
                <a:latin typeface="Calibri"/>
                <a:ea typeface="Calibri"/>
                <a:cs typeface="Calibri"/>
                <a:sym typeface="Calibri"/>
                <a:hlinkClick r:id="rId7"/>
              </a:rPr>
              <a:t>Resolved Highs</a:t>
            </a:r>
            <a:r>
              <a:rPr lang="en" sz="1000" b="0" i="0" u="none" strike="noStrike" cap="none">
                <a:solidFill>
                  <a:srgbClr val="0254EC"/>
                </a:solidFill>
                <a:latin typeface="Calibri"/>
                <a:ea typeface="Calibri"/>
                <a:cs typeface="Calibri"/>
                <a:sym typeface="Calibri"/>
              </a:rPr>
              <a:t> </a:t>
            </a:r>
            <a:r>
              <a:rPr lang="en" sz="1100" b="0" i="0" u="none" strike="noStrike" cap="none">
                <a:solidFill>
                  <a:schemeClr val="hlink"/>
                </a:solidFill>
                <a:uFill>
                  <a:noFill/>
                </a:uFill>
                <a:latin typeface="Calibri"/>
                <a:ea typeface="Calibri"/>
                <a:cs typeface="Calibri"/>
                <a:sym typeface="Calibri"/>
                <a:hlinkClick r:id="rId7"/>
              </a:rPr>
              <a:t>↗</a:t>
            </a:r>
            <a:r>
              <a:rPr lang="en" sz="1000" b="0" i="0" u="none" strike="noStrike" cap="none">
                <a:solidFill>
                  <a:srgbClr val="0254EC"/>
                </a:solidFill>
                <a:latin typeface="Calibri"/>
                <a:ea typeface="Calibri"/>
                <a:cs typeface="Calibri"/>
                <a:sym typeface="Calibri"/>
              </a:rPr>
              <a:t> </a:t>
            </a:r>
            <a:r>
              <a:rPr lang="en" sz="1000" b="1" i="0" u="none" strike="noStrike" cap="none">
                <a:solidFill>
                  <a:srgbClr val="0254EC"/>
                </a:solidFill>
                <a:latin typeface="Calibri"/>
                <a:ea typeface="Calibri"/>
                <a:cs typeface="Calibri"/>
                <a:sym typeface="Calibri"/>
              </a:rPr>
              <a:t>{{RH}}</a:t>
            </a:r>
            <a:endParaRPr sz="900" b="1" i="0" u="none" strike="noStrike" cap="none">
              <a:solidFill>
                <a:srgbClr val="0254EC"/>
              </a:solidFill>
              <a:latin typeface="Calibri"/>
              <a:ea typeface="Calibri"/>
              <a:cs typeface="Calibri"/>
              <a:sym typeface="Calibri"/>
            </a:endParaRPr>
          </a:p>
        </p:txBody>
      </p:sp>
      <p:sp>
        <p:nvSpPr>
          <p:cNvPr id="690" name="Google Shape;690;p58"/>
          <p:cNvSpPr txBox="1"/>
          <p:nvPr/>
        </p:nvSpPr>
        <p:spPr>
          <a:xfrm>
            <a:off x="6863397" y="1267303"/>
            <a:ext cx="1952100" cy="327300"/>
          </a:xfrm>
          <a:prstGeom prst="rect">
            <a:avLst/>
          </a:prstGeom>
          <a:noFill/>
          <a:ln>
            <a:noFill/>
          </a:ln>
          <a:effectLst>
            <a:outerShdw blurRad="57150" dist="19050" dir="5400000" algn="bl" rotWithShape="0">
              <a:srgbClr val="674EA7">
                <a:alpha val="56078"/>
              </a:srgbClr>
            </a:outerShdw>
          </a:effectLst>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100"/>
              <a:buFont typeface="Arial"/>
              <a:buNone/>
            </a:pPr>
            <a:r>
              <a:rPr lang="en" sz="2100" b="0" i="0" u="none" strike="noStrike" cap="none">
                <a:solidFill>
                  <a:srgbClr val="1155CC"/>
                </a:solidFill>
                <a:latin typeface="Calibri"/>
                <a:ea typeface="Calibri"/>
                <a:cs typeface="Calibri"/>
                <a:sym typeface="Calibri"/>
              </a:rPr>
              <a:t>{{OH}}</a:t>
            </a:r>
            <a:endParaRPr sz="2100" b="0" i="0" u="none" strike="noStrike" cap="none">
              <a:solidFill>
                <a:srgbClr val="1155CC"/>
              </a:solidFill>
              <a:latin typeface="Calibri"/>
              <a:ea typeface="Calibri"/>
              <a:cs typeface="Calibri"/>
              <a:sym typeface="Calibri"/>
            </a:endParaRPr>
          </a:p>
        </p:txBody>
      </p:sp>
      <p:pic>
        <p:nvPicPr>
          <p:cNvPr id="691" name="Google Shape;691;p58"/>
          <p:cNvPicPr preferRelativeResize="0"/>
          <p:nvPr/>
        </p:nvPicPr>
        <p:blipFill rotWithShape="1">
          <a:blip r:embed="rId3">
            <a:alphaModFix/>
          </a:blip>
          <a:srcRect/>
          <a:stretch/>
        </p:blipFill>
        <p:spPr>
          <a:xfrm>
            <a:off x="331250" y="2224649"/>
            <a:ext cx="2100500" cy="1268051"/>
          </a:xfrm>
          <a:prstGeom prst="rect">
            <a:avLst/>
          </a:prstGeom>
          <a:noFill/>
          <a:ln w="9525" cap="flat" cmpd="sng">
            <a:solidFill>
              <a:schemeClr val="accent1"/>
            </a:solidFill>
            <a:prstDash val="solid"/>
            <a:round/>
            <a:headEnd type="none" w="sm" len="sm"/>
            <a:tailEnd type="none" w="sm" len="sm"/>
          </a:ln>
        </p:spPr>
      </p:pic>
      <p:sp>
        <p:nvSpPr>
          <p:cNvPr id="692" name="Google Shape;692;p58"/>
          <p:cNvSpPr txBox="1"/>
          <p:nvPr/>
        </p:nvSpPr>
        <p:spPr>
          <a:xfrm>
            <a:off x="331089" y="2303994"/>
            <a:ext cx="2100600" cy="269100"/>
          </a:xfrm>
          <a:prstGeom prst="rect">
            <a:avLst/>
          </a:prstGeom>
          <a:noFill/>
          <a:ln>
            <a:noFill/>
          </a:ln>
        </p:spPr>
        <p:txBody>
          <a:bodyPr spcFirstLastPara="1" wrap="square" lIns="68575" tIns="34275" rIns="68575" bIns="34275" anchor="t" anchorCtr="0">
            <a:normAutofit/>
          </a:bodyPr>
          <a:lstStyle/>
          <a:p>
            <a:pPr marL="0" marR="0" lvl="0" indent="0" algn="ctr" rtl="0">
              <a:lnSpc>
                <a:spcPct val="90000"/>
              </a:lnSpc>
              <a:spcBef>
                <a:spcPts val="0"/>
              </a:spcBef>
              <a:spcAft>
                <a:spcPts val="0"/>
              </a:spcAft>
              <a:buClr>
                <a:schemeClr val="dk2"/>
              </a:buClr>
              <a:buSzPts val="1500"/>
              <a:buFont typeface="Arial"/>
              <a:buNone/>
            </a:pPr>
            <a:r>
              <a:rPr lang="en" sz="1200" b="0" i="0" u="none" strike="noStrike" cap="none">
                <a:solidFill>
                  <a:schemeClr val="dk1"/>
                </a:solidFill>
                <a:latin typeface="Calibri"/>
                <a:ea typeface="Calibri"/>
                <a:cs typeface="Calibri"/>
                <a:sym typeface="Calibri"/>
              </a:rPr>
              <a:t>Ignored Issues</a:t>
            </a:r>
            <a:endParaRPr sz="1200" b="0" i="0" u="none" strike="noStrike" cap="none">
              <a:solidFill>
                <a:schemeClr val="dk1"/>
              </a:solidFill>
              <a:latin typeface="Calibri"/>
              <a:ea typeface="Calibri"/>
              <a:cs typeface="Calibri"/>
              <a:sym typeface="Calibri"/>
            </a:endParaRPr>
          </a:p>
        </p:txBody>
      </p:sp>
      <p:sp>
        <p:nvSpPr>
          <p:cNvPr id="693" name="Google Shape;693;p58"/>
          <p:cNvSpPr txBox="1"/>
          <p:nvPr/>
        </p:nvSpPr>
        <p:spPr>
          <a:xfrm>
            <a:off x="331546" y="3000634"/>
            <a:ext cx="2100300" cy="4014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0" i="0" u="sng" strike="noStrike" cap="none">
                <a:solidFill>
                  <a:schemeClr val="hlink"/>
                </a:solidFill>
                <a:latin typeface="Calibri"/>
                <a:ea typeface="Calibri"/>
                <a:cs typeface="Calibri"/>
                <a:sym typeface="Calibri"/>
                <a:hlinkClick r:id="rId8"/>
              </a:rPr>
              <a:t>Total Ignored Issues</a:t>
            </a:r>
            <a:endParaRPr sz="1000" b="0" i="0" u="none" strike="noStrike" cap="none">
              <a:solidFill>
                <a:srgbClr val="0254EC"/>
              </a:solidFill>
              <a:latin typeface="Calibri"/>
              <a:ea typeface="Calibri"/>
              <a:cs typeface="Calibri"/>
              <a:sym typeface="Calibri"/>
            </a:endParaRPr>
          </a:p>
        </p:txBody>
      </p:sp>
      <p:sp>
        <p:nvSpPr>
          <p:cNvPr id="694" name="Google Shape;694;p58"/>
          <p:cNvSpPr txBox="1"/>
          <p:nvPr/>
        </p:nvSpPr>
        <p:spPr>
          <a:xfrm>
            <a:off x="328694" y="2629117"/>
            <a:ext cx="2100300" cy="342300"/>
          </a:xfrm>
          <a:prstGeom prst="rect">
            <a:avLst/>
          </a:prstGeom>
          <a:noFill/>
          <a:ln>
            <a:noFill/>
          </a:ln>
          <a:effectLst>
            <a:outerShdw blurRad="57150" dist="19050" dir="5400000" algn="bl" rotWithShape="0">
              <a:srgbClr val="674EA7">
                <a:alpha val="56078"/>
              </a:srgbClr>
            </a:outerShdw>
          </a:effectLst>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100"/>
              <a:buFont typeface="Arial"/>
              <a:buNone/>
            </a:pPr>
            <a:r>
              <a:rPr lang="en" sz="2100" b="0" i="0" u="none" strike="noStrike" cap="none">
                <a:solidFill>
                  <a:srgbClr val="1155CC"/>
                </a:solidFill>
                <a:latin typeface="Calibri"/>
                <a:ea typeface="Calibri"/>
                <a:cs typeface="Calibri"/>
                <a:sym typeface="Calibri"/>
              </a:rPr>
              <a:t>{{RJ}}</a:t>
            </a:r>
            <a:endParaRPr sz="2100" b="0" i="0" u="none" strike="noStrike" cap="none">
              <a:solidFill>
                <a:srgbClr val="1155CC"/>
              </a:solidFill>
              <a:latin typeface="Calibri"/>
              <a:ea typeface="Calibri"/>
              <a:cs typeface="Calibri"/>
              <a:sym typeface="Calibri"/>
            </a:endParaRPr>
          </a:p>
        </p:txBody>
      </p:sp>
      <p:pic>
        <p:nvPicPr>
          <p:cNvPr id="695" name="Google Shape;695;p58"/>
          <p:cNvPicPr preferRelativeResize="0"/>
          <p:nvPr/>
        </p:nvPicPr>
        <p:blipFill rotWithShape="1">
          <a:blip r:embed="rId3">
            <a:alphaModFix/>
          </a:blip>
          <a:srcRect/>
          <a:stretch/>
        </p:blipFill>
        <p:spPr>
          <a:xfrm>
            <a:off x="2586575" y="2230725"/>
            <a:ext cx="2100372" cy="1268051"/>
          </a:xfrm>
          <a:prstGeom prst="rect">
            <a:avLst/>
          </a:prstGeom>
          <a:noFill/>
          <a:ln w="9525" cap="flat" cmpd="sng">
            <a:solidFill>
              <a:schemeClr val="accent1"/>
            </a:solidFill>
            <a:prstDash val="solid"/>
            <a:round/>
            <a:headEnd type="none" w="sm" len="sm"/>
            <a:tailEnd type="none" w="sm" len="sm"/>
          </a:ln>
        </p:spPr>
      </p:pic>
      <p:sp>
        <p:nvSpPr>
          <p:cNvPr id="696" name="Google Shape;696;p58"/>
          <p:cNvSpPr txBox="1"/>
          <p:nvPr/>
        </p:nvSpPr>
        <p:spPr>
          <a:xfrm>
            <a:off x="2586459" y="2311150"/>
            <a:ext cx="2100300" cy="277200"/>
          </a:xfrm>
          <a:prstGeom prst="rect">
            <a:avLst/>
          </a:prstGeom>
          <a:noFill/>
          <a:ln>
            <a:noFill/>
          </a:ln>
        </p:spPr>
        <p:txBody>
          <a:bodyPr spcFirstLastPara="1" wrap="square" lIns="68575" tIns="34275" rIns="68575" bIns="34275" anchor="t" anchorCtr="0">
            <a:normAutofit/>
          </a:bodyPr>
          <a:lstStyle/>
          <a:p>
            <a:pPr marL="0" marR="0" lvl="0" indent="0" algn="ctr" rtl="0">
              <a:lnSpc>
                <a:spcPct val="90000"/>
              </a:lnSpc>
              <a:spcBef>
                <a:spcPts val="0"/>
              </a:spcBef>
              <a:spcAft>
                <a:spcPts val="0"/>
              </a:spcAft>
              <a:buClr>
                <a:schemeClr val="dk2"/>
              </a:buClr>
              <a:buSzPts val="1500"/>
              <a:buFont typeface="Arial"/>
              <a:buNone/>
            </a:pPr>
            <a:r>
              <a:rPr lang="en" sz="1200" b="0" i="0" u="sng" strike="noStrike" cap="none">
                <a:solidFill>
                  <a:schemeClr val="hlink"/>
                </a:solidFill>
                <a:latin typeface="Calibri"/>
                <a:ea typeface="Calibri"/>
                <a:cs typeface="Calibri"/>
                <a:sym typeface="Calibri"/>
                <a:hlinkClick r:id="rId9"/>
              </a:rPr>
              <a:t>AI Findings</a:t>
            </a:r>
            <a:r>
              <a:rPr lang="en" sz="1200" b="0" i="0" u="none" strike="noStrike" cap="none">
                <a:solidFill>
                  <a:srgbClr val="0254EC"/>
                </a:solidFill>
                <a:latin typeface="Calibri"/>
                <a:ea typeface="Calibri"/>
                <a:cs typeface="Calibri"/>
                <a:sym typeface="Calibri"/>
              </a:rPr>
              <a:t> ↗</a:t>
            </a:r>
            <a:endParaRPr sz="1200" b="0" i="0" u="none" strike="noStrike" cap="none">
              <a:solidFill>
                <a:srgbClr val="0254EC"/>
              </a:solidFill>
              <a:latin typeface="Calibri"/>
              <a:ea typeface="Calibri"/>
              <a:cs typeface="Calibri"/>
              <a:sym typeface="Calibri"/>
            </a:endParaRPr>
          </a:p>
        </p:txBody>
      </p:sp>
      <p:sp>
        <p:nvSpPr>
          <p:cNvPr id="697" name="Google Shape;697;p58"/>
          <p:cNvSpPr txBox="1"/>
          <p:nvPr/>
        </p:nvSpPr>
        <p:spPr>
          <a:xfrm>
            <a:off x="2583825" y="2481279"/>
            <a:ext cx="2100300" cy="1018800"/>
          </a:xfrm>
          <a:prstGeom prst="rect">
            <a:avLst/>
          </a:prstGeom>
          <a:noFill/>
          <a:ln>
            <a:noFill/>
          </a:ln>
        </p:spPr>
        <p:txBody>
          <a:bodyPr spcFirstLastPara="1" wrap="square" lIns="91425" tIns="91425" rIns="91425" bIns="91425" anchor="t" anchorCtr="0">
            <a:noAutofit/>
          </a:bodyPr>
          <a:lstStyle/>
          <a:p>
            <a:pPr marL="0" marR="0" lvl="0" indent="0" algn="l" rtl="0">
              <a:lnSpc>
                <a:spcPct val="150000"/>
              </a:lnSpc>
              <a:spcAft>
                <a:spcPts val="145"/>
              </a:spcAft>
              <a:buClr>
                <a:srgbClr val="000000"/>
              </a:buClr>
              <a:buSzPts val="1000"/>
              <a:buFont typeface="Arial"/>
              <a:buNone/>
            </a:pPr>
            <a:r>
              <a:rPr lang="en" sz="1000" b="0" i="0" u="none" strike="noStrike" cap="none" dirty="0">
                <a:solidFill>
                  <a:srgbClr val="1155CC"/>
                </a:solidFill>
                <a:latin typeface="Calibri"/>
                <a:ea typeface="Calibri"/>
                <a:cs typeface="Calibri"/>
                <a:sym typeface="Calibri"/>
              </a:rPr>
              <a:t>Security Findings: {{AI_SF}}</a:t>
            </a:r>
            <a:br>
              <a:rPr lang="en" sz="1000" b="0" i="0" u="none" strike="noStrike" cap="none" dirty="0">
                <a:solidFill>
                  <a:srgbClr val="1155CC"/>
                </a:solidFill>
                <a:latin typeface="Calibri"/>
                <a:ea typeface="Calibri"/>
                <a:cs typeface="Calibri"/>
                <a:sym typeface="Calibri"/>
              </a:rPr>
            </a:br>
            <a:r>
              <a:rPr lang="en" sz="1000" b="0" i="0" u="none" strike="noStrike" cap="none" dirty="0">
                <a:solidFill>
                  <a:srgbClr val="1155CC"/>
                </a:solidFill>
                <a:latin typeface="Calibri"/>
                <a:ea typeface="Calibri"/>
                <a:cs typeface="Calibri"/>
                <a:sym typeface="Calibri"/>
              </a:rPr>
              <a:t>Configuration Findings: {{AI_MF}}</a:t>
            </a:r>
            <a:endParaRPr sz="1000" b="0" i="0" u="none" strike="noStrike" cap="none" dirty="0">
              <a:solidFill>
                <a:srgbClr val="1155CC"/>
              </a:solidFill>
              <a:latin typeface="Calibri"/>
              <a:ea typeface="Calibri"/>
              <a:cs typeface="Calibri"/>
              <a:sym typeface="Calibri"/>
            </a:endParaRPr>
          </a:p>
          <a:p>
            <a:pPr marL="0" marR="0" lvl="0" indent="0" algn="l" rtl="0">
              <a:lnSpc>
                <a:spcPct val="150000"/>
              </a:lnSpc>
              <a:spcAft>
                <a:spcPts val="135"/>
              </a:spcAft>
              <a:buClr>
                <a:srgbClr val="000000"/>
              </a:buClr>
              <a:buSzPts val="1000"/>
              <a:buFont typeface="Arial"/>
              <a:buNone/>
            </a:pPr>
            <a:r>
              <a:rPr lang="en" sz="1000" b="0" i="0" u="none" strike="noStrike" cap="none" dirty="0">
                <a:solidFill>
                  <a:srgbClr val="1155CC"/>
                </a:solidFill>
                <a:latin typeface="Calibri"/>
                <a:ea typeface="Calibri"/>
                <a:cs typeface="Calibri"/>
                <a:sym typeface="Calibri"/>
              </a:rPr>
              <a:t>AI Inventory Findings: {{AI_IF}}</a:t>
            </a:r>
          </a:p>
          <a:p>
            <a:pPr marL="0" marR="0" lvl="0" indent="0" algn="l" rtl="0">
              <a:lnSpc>
                <a:spcPct val="150000"/>
              </a:lnSpc>
              <a:spcAft>
                <a:spcPts val="135"/>
              </a:spcAft>
              <a:buClr>
                <a:srgbClr val="000000"/>
              </a:buClr>
              <a:buSzPts val="1000"/>
              <a:buFont typeface="Arial"/>
              <a:buNone/>
            </a:pPr>
            <a:r>
              <a:rPr lang="en" sz="1000" dirty="0">
                <a:solidFill>
                  <a:srgbClr val="1155CC"/>
                </a:solidFill>
                <a:latin typeface="Calibri"/>
                <a:ea typeface="Calibri"/>
                <a:cs typeface="Calibri"/>
                <a:sym typeface="Calibri"/>
              </a:rPr>
              <a:t>AI Risk Issues: {{AI_RI}}</a:t>
            </a:r>
            <a:endParaRPr sz="1000" b="0" i="0" u="none" strike="noStrike" cap="none" dirty="0">
              <a:solidFill>
                <a:srgbClr val="1155CC"/>
              </a:solidFill>
              <a:latin typeface="Calibri"/>
              <a:ea typeface="Calibri"/>
              <a:cs typeface="Calibri"/>
              <a:sym typeface="Calibri"/>
            </a:endParaRPr>
          </a:p>
        </p:txBody>
      </p:sp>
      <p:pic>
        <p:nvPicPr>
          <p:cNvPr id="698" name="Google Shape;698;p58"/>
          <p:cNvPicPr preferRelativeResize="0"/>
          <p:nvPr/>
        </p:nvPicPr>
        <p:blipFill rotWithShape="1">
          <a:blip r:embed="rId10">
            <a:alphaModFix/>
          </a:blip>
          <a:srcRect/>
          <a:stretch/>
        </p:blipFill>
        <p:spPr>
          <a:xfrm>
            <a:off x="334850" y="3601610"/>
            <a:ext cx="2100726" cy="1404216"/>
          </a:xfrm>
          <a:prstGeom prst="rect">
            <a:avLst/>
          </a:prstGeom>
          <a:noFill/>
          <a:ln w="9525" cap="flat" cmpd="sng">
            <a:solidFill>
              <a:schemeClr val="accent1"/>
            </a:solidFill>
            <a:prstDash val="solid"/>
            <a:round/>
            <a:headEnd type="none" w="sm" len="sm"/>
            <a:tailEnd type="none" w="sm" len="sm"/>
          </a:ln>
        </p:spPr>
      </p:pic>
      <p:sp>
        <p:nvSpPr>
          <p:cNvPr id="699" name="Google Shape;699;p58"/>
          <p:cNvSpPr txBox="1"/>
          <p:nvPr/>
        </p:nvSpPr>
        <p:spPr>
          <a:xfrm>
            <a:off x="377423" y="3721314"/>
            <a:ext cx="2028884" cy="384600"/>
          </a:xfrm>
          <a:prstGeom prst="rect">
            <a:avLst/>
          </a:prstGeom>
          <a:noFill/>
          <a:ln>
            <a:noFill/>
          </a:ln>
        </p:spPr>
        <p:txBody>
          <a:bodyPr spcFirstLastPara="1" wrap="square" lIns="68575" tIns="34275" rIns="68575" bIns="34275" anchor="t" anchorCtr="0">
            <a:normAutofit/>
          </a:bodyPr>
          <a:lstStyle/>
          <a:p>
            <a:pPr marL="0" marR="0" lvl="0" indent="0" algn="ctr" rtl="0">
              <a:lnSpc>
                <a:spcPct val="90000"/>
              </a:lnSpc>
              <a:spcBef>
                <a:spcPts val="0"/>
              </a:spcBef>
              <a:spcAft>
                <a:spcPts val="0"/>
              </a:spcAft>
              <a:buClr>
                <a:schemeClr val="dk2"/>
              </a:buClr>
              <a:buSzPts val="1500"/>
              <a:buFont typeface="Arial"/>
              <a:buNone/>
            </a:pPr>
            <a:r>
              <a:rPr lang="en" sz="1300" b="0" i="0" u="sng" strike="noStrike" cap="none">
                <a:solidFill>
                  <a:schemeClr val="hlink"/>
                </a:solidFill>
                <a:latin typeface="Calibri"/>
                <a:ea typeface="Calibri"/>
                <a:cs typeface="Calibri"/>
                <a:sym typeface="Calibri"/>
                <a:hlinkClick r:id="rId11"/>
              </a:rPr>
              <a:t>Threats MTTR </a:t>
            </a:r>
            <a:r>
              <a:rPr lang="en" sz="1300" b="0" i="0" u="none" strike="noStrike" cap="none">
                <a:solidFill>
                  <a:schemeClr val="hlink"/>
                </a:solidFill>
                <a:uFill>
                  <a:noFill/>
                </a:uFill>
                <a:latin typeface="Calibri"/>
                <a:ea typeface="Calibri"/>
                <a:cs typeface="Calibri"/>
                <a:sym typeface="Calibri"/>
                <a:hlinkClick r:id="rId11"/>
              </a:rPr>
              <a:t>↗</a:t>
            </a:r>
            <a:endParaRPr sz="1300" b="0" i="0" u="none" strike="noStrike" cap="none">
              <a:solidFill>
                <a:srgbClr val="0254EC"/>
              </a:solidFill>
              <a:latin typeface="Calibri"/>
              <a:ea typeface="Calibri"/>
              <a:cs typeface="Calibri"/>
              <a:sym typeface="Calibri"/>
            </a:endParaRPr>
          </a:p>
        </p:txBody>
      </p:sp>
      <p:sp>
        <p:nvSpPr>
          <p:cNvPr id="700" name="Google Shape;700;p58"/>
          <p:cNvSpPr txBox="1"/>
          <p:nvPr/>
        </p:nvSpPr>
        <p:spPr>
          <a:xfrm>
            <a:off x="368756" y="4062355"/>
            <a:ext cx="2028884" cy="382200"/>
          </a:xfrm>
          <a:prstGeom prst="rect">
            <a:avLst/>
          </a:prstGeom>
          <a:noFill/>
          <a:ln>
            <a:noFill/>
          </a:ln>
          <a:effectLst>
            <a:outerShdw blurRad="57150" dist="19050" dir="5400000" algn="bl" rotWithShape="0">
              <a:srgbClr val="674EA7">
                <a:alpha val="56078"/>
              </a:srgbClr>
            </a:outerShdw>
          </a:effectLst>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100"/>
              <a:buFont typeface="Arial"/>
              <a:buNone/>
            </a:pPr>
            <a:r>
              <a:rPr lang="en" sz="2100" b="0" i="0" u="none" strike="noStrike" cap="none">
                <a:solidFill>
                  <a:srgbClr val="1155CC"/>
                </a:solidFill>
                <a:latin typeface="Calibri"/>
                <a:ea typeface="Calibri"/>
                <a:cs typeface="Calibri"/>
                <a:sym typeface="Calibri"/>
              </a:rPr>
              <a:t>{{MTTR_O}}</a:t>
            </a:r>
            <a:endParaRPr sz="2100" b="0" i="0" u="none" strike="noStrike" cap="none">
              <a:solidFill>
                <a:srgbClr val="1155CC"/>
              </a:solidFill>
              <a:latin typeface="Calibri"/>
              <a:ea typeface="Calibri"/>
              <a:cs typeface="Calibri"/>
              <a:sym typeface="Calibri"/>
            </a:endParaRPr>
          </a:p>
        </p:txBody>
      </p:sp>
      <p:sp>
        <p:nvSpPr>
          <p:cNvPr id="701" name="Google Shape;701;p58"/>
          <p:cNvSpPr txBox="1"/>
          <p:nvPr/>
        </p:nvSpPr>
        <p:spPr>
          <a:xfrm>
            <a:off x="368756" y="4505977"/>
            <a:ext cx="2028884" cy="23013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chemeClr val="dk1"/>
                </a:solidFill>
                <a:latin typeface="Calibri"/>
                <a:ea typeface="Calibri"/>
                <a:cs typeface="Calibri"/>
                <a:sym typeface="Calibri"/>
              </a:rPr>
              <a:t>Days</a:t>
            </a:r>
            <a:endParaRPr sz="1200" b="0" i="0" u="none" strike="noStrike" cap="none">
              <a:solidFill>
                <a:schemeClr val="dk1"/>
              </a:solidFill>
              <a:latin typeface="Calibri"/>
              <a:ea typeface="Calibri"/>
              <a:cs typeface="Calibri"/>
              <a:sym typeface="Calibri"/>
            </a:endParaRPr>
          </a:p>
        </p:txBody>
      </p:sp>
      <p:pic>
        <p:nvPicPr>
          <p:cNvPr id="702" name="Google Shape;702;p58"/>
          <p:cNvPicPr preferRelativeResize="0"/>
          <p:nvPr/>
        </p:nvPicPr>
        <p:blipFill rotWithShape="1">
          <a:blip r:embed="rId10">
            <a:alphaModFix/>
          </a:blip>
          <a:srcRect/>
          <a:stretch/>
        </p:blipFill>
        <p:spPr>
          <a:xfrm>
            <a:off x="2585906" y="3601600"/>
            <a:ext cx="2100895" cy="1404216"/>
          </a:xfrm>
          <a:prstGeom prst="rect">
            <a:avLst/>
          </a:prstGeom>
          <a:noFill/>
          <a:ln w="9525" cap="flat" cmpd="sng">
            <a:solidFill>
              <a:schemeClr val="accent1"/>
            </a:solidFill>
            <a:prstDash val="solid"/>
            <a:round/>
            <a:headEnd type="none" w="sm" len="sm"/>
            <a:tailEnd type="none" w="sm" len="sm"/>
          </a:ln>
        </p:spPr>
      </p:pic>
      <p:sp>
        <p:nvSpPr>
          <p:cNvPr id="703" name="Google Shape;703;p58"/>
          <p:cNvSpPr txBox="1"/>
          <p:nvPr/>
        </p:nvSpPr>
        <p:spPr>
          <a:xfrm>
            <a:off x="2644411" y="3707460"/>
            <a:ext cx="1986065" cy="384600"/>
          </a:xfrm>
          <a:prstGeom prst="rect">
            <a:avLst/>
          </a:prstGeom>
          <a:noFill/>
          <a:ln>
            <a:noFill/>
          </a:ln>
        </p:spPr>
        <p:txBody>
          <a:bodyPr spcFirstLastPara="1" wrap="square" lIns="68575" tIns="34275" rIns="68575" bIns="34275" anchor="t" anchorCtr="0">
            <a:normAutofit/>
          </a:bodyPr>
          <a:lstStyle/>
          <a:p>
            <a:pPr marL="0" marR="0" lvl="0" indent="0" algn="ctr" rtl="0">
              <a:lnSpc>
                <a:spcPct val="90000"/>
              </a:lnSpc>
              <a:spcBef>
                <a:spcPts val="0"/>
              </a:spcBef>
              <a:spcAft>
                <a:spcPts val="0"/>
              </a:spcAft>
              <a:buClr>
                <a:schemeClr val="dk2"/>
              </a:buClr>
              <a:buSzPts val="1500"/>
              <a:buFont typeface="Arial"/>
              <a:buNone/>
            </a:pPr>
            <a:r>
              <a:rPr lang="en" sz="1300" b="0" i="0" u="sng" strike="noStrike" cap="none">
                <a:solidFill>
                  <a:schemeClr val="hlink"/>
                </a:solidFill>
                <a:latin typeface="Calibri"/>
                <a:ea typeface="Calibri"/>
                <a:cs typeface="Calibri"/>
                <a:sym typeface="Calibri"/>
                <a:hlinkClick r:id="rId12"/>
              </a:rPr>
              <a:t>Open Threats</a:t>
            </a:r>
            <a:r>
              <a:rPr lang="en" sz="1300" b="0" i="0" u="none" strike="noStrike" cap="none">
                <a:solidFill>
                  <a:srgbClr val="0254EC"/>
                </a:solidFill>
                <a:latin typeface="Calibri"/>
                <a:ea typeface="Calibri"/>
                <a:cs typeface="Calibri"/>
                <a:sym typeface="Calibri"/>
              </a:rPr>
              <a:t> ↗</a:t>
            </a:r>
            <a:endParaRPr sz="1300" b="0" i="0" u="none" strike="noStrike" cap="none">
              <a:solidFill>
                <a:srgbClr val="0254EC"/>
              </a:solidFill>
              <a:latin typeface="Calibri"/>
              <a:ea typeface="Calibri"/>
              <a:cs typeface="Calibri"/>
              <a:sym typeface="Calibri"/>
            </a:endParaRPr>
          </a:p>
        </p:txBody>
      </p:sp>
      <p:sp>
        <p:nvSpPr>
          <p:cNvPr id="704" name="Google Shape;704;p58"/>
          <p:cNvSpPr txBox="1"/>
          <p:nvPr/>
        </p:nvSpPr>
        <p:spPr>
          <a:xfrm>
            <a:off x="2609187" y="4107445"/>
            <a:ext cx="2047876" cy="382200"/>
          </a:xfrm>
          <a:prstGeom prst="rect">
            <a:avLst/>
          </a:prstGeom>
          <a:noFill/>
          <a:ln>
            <a:noFill/>
          </a:ln>
          <a:effectLst>
            <a:outerShdw blurRad="57150" dist="19050" dir="5400000" algn="bl" rotWithShape="0">
              <a:srgbClr val="674EA7">
                <a:alpha val="56078"/>
              </a:srgbClr>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100"/>
              <a:buFont typeface="Arial"/>
              <a:buNone/>
            </a:pPr>
            <a:r>
              <a:rPr lang="en" sz="2100" b="0" i="0" u="none" strike="noStrike" cap="none">
                <a:solidFill>
                  <a:srgbClr val="1155CC"/>
                </a:solidFill>
                <a:latin typeface="Calibri"/>
                <a:ea typeface="Calibri"/>
                <a:cs typeface="Calibri"/>
                <a:sym typeface="Calibri"/>
              </a:rPr>
              <a:t>{{OT}}</a:t>
            </a:r>
            <a:endParaRPr sz="2100" b="0" i="0" u="none" strike="noStrike" cap="none">
              <a:solidFill>
                <a:srgbClr val="1155CC"/>
              </a:solidFill>
              <a:latin typeface="Calibri"/>
              <a:ea typeface="Calibri"/>
              <a:cs typeface="Calibri"/>
              <a:sym typeface="Calibri"/>
            </a:endParaRPr>
          </a:p>
        </p:txBody>
      </p:sp>
      <p:sp>
        <p:nvSpPr>
          <p:cNvPr id="705" name="Google Shape;705;p58"/>
          <p:cNvSpPr txBox="1"/>
          <p:nvPr/>
        </p:nvSpPr>
        <p:spPr>
          <a:xfrm>
            <a:off x="2609180" y="4597077"/>
            <a:ext cx="2047876" cy="327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chemeClr val="dk1"/>
                </a:solidFill>
                <a:latin typeface="Calibri"/>
                <a:ea typeface="Calibri"/>
                <a:cs typeface="Calibri"/>
                <a:sym typeface="Calibri"/>
              </a:rPr>
              <a:t>Resolved Threats: {{RT}}</a:t>
            </a:r>
            <a:br>
              <a:rPr lang="en" sz="1200" b="0" i="0" u="none" strike="noStrike" cap="none">
                <a:solidFill>
                  <a:schemeClr val="dk1"/>
                </a:solidFill>
                <a:latin typeface="Calibri"/>
                <a:ea typeface="Calibri"/>
                <a:cs typeface="Calibri"/>
                <a:sym typeface="Calibri"/>
              </a:rPr>
            </a:br>
            <a:r>
              <a:rPr lang="en" sz="1200" b="0" i="0" u="none" strike="noStrike" cap="none">
                <a:solidFill>
                  <a:schemeClr val="dk1"/>
                </a:solidFill>
                <a:latin typeface="Calibri"/>
                <a:ea typeface="Calibri"/>
                <a:cs typeface="Calibri"/>
                <a:sym typeface="Calibri"/>
              </a:rPr>
              <a:t>Past 90 Days</a:t>
            </a:r>
            <a:endParaRPr sz="1200" b="0" i="0" u="none" strike="noStrike" cap="none">
              <a:solidFill>
                <a:schemeClr val="dk1"/>
              </a:solidFill>
              <a:latin typeface="Calibri"/>
              <a:ea typeface="Calibri"/>
              <a:cs typeface="Calibri"/>
              <a:sym typeface="Calibri"/>
            </a:endParaRPr>
          </a:p>
        </p:txBody>
      </p:sp>
      <p:sp>
        <p:nvSpPr>
          <p:cNvPr id="706" name="Google Shape;706;p58"/>
          <p:cNvSpPr txBox="1"/>
          <p:nvPr/>
        </p:nvSpPr>
        <p:spPr>
          <a:xfrm>
            <a:off x="2587908" y="1206673"/>
            <a:ext cx="2067000" cy="3318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solidFill>
                  <a:schemeClr val="dk1"/>
                </a:solidFill>
                <a:latin typeface="Calibri"/>
                <a:ea typeface="Calibri"/>
                <a:cs typeface="Calibri"/>
                <a:sym typeface="Calibri"/>
              </a:rPr>
              <a:t>Industry: {{SS_I}}</a:t>
            </a:r>
            <a:endParaRPr sz="800" b="0" i="0" u="none" strike="noStrike" cap="none">
              <a:solidFill>
                <a:schemeClr val="dk1"/>
              </a:solidFill>
              <a:latin typeface="Calibri"/>
              <a:ea typeface="Calibri"/>
              <a:cs typeface="Calibri"/>
              <a:sym typeface="Calibri"/>
            </a:endParaRPr>
          </a:p>
        </p:txBody>
      </p:sp>
      <p:pic>
        <p:nvPicPr>
          <p:cNvPr id="707" name="Google Shape;707;p58"/>
          <p:cNvPicPr preferRelativeResize="0"/>
          <p:nvPr/>
        </p:nvPicPr>
        <p:blipFill rotWithShape="1">
          <a:blip r:embed="rId13">
            <a:alphaModFix/>
          </a:blip>
          <a:srcRect/>
          <a:stretch/>
        </p:blipFill>
        <p:spPr>
          <a:xfrm>
            <a:off x="4848909" y="2345935"/>
            <a:ext cx="3994750" cy="1755250"/>
          </a:xfrm>
          <a:prstGeom prst="rect">
            <a:avLst/>
          </a:prstGeom>
          <a:noFill/>
          <a:ln w="9525" cap="flat" cmpd="sng">
            <a:solidFill>
              <a:schemeClr val="accent1"/>
            </a:solidFill>
            <a:prstDash val="solid"/>
            <a:round/>
            <a:headEnd type="none" w="sm" len="sm"/>
            <a:tailEnd type="none" w="sm" len="sm"/>
          </a:ln>
        </p:spPr>
      </p:pic>
      <p:pic>
        <p:nvPicPr>
          <p:cNvPr id="708" name="Google Shape;708;p58"/>
          <p:cNvPicPr preferRelativeResize="0"/>
          <p:nvPr/>
        </p:nvPicPr>
        <p:blipFill rotWithShape="1">
          <a:blip r:embed="rId14">
            <a:alphaModFix/>
          </a:blip>
          <a:srcRect/>
          <a:stretch/>
        </p:blipFill>
        <p:spPr>
          <a:xfrm>
            <a:off x="5470184" y="3177785"/>
            <a:ext cx="687200" cy="382200"/>
          </a:xfrm>
          <a:prstGeom prst="rect">
            <a:avLst/>
          </a:prstGeom>
          <a:noFill/>
          <a:ln>
            <a:noFill/>
          </a:ln>
        </p:spPr>
      </p:pic>
      <p:sp>
        <p:nvSpPr>
          <p:cNvPr id="709" name="Google Shape;709;p58"/>
          <p:cNvSpPr txBox="1"/>
          <p:nvPr/>
        </p:nvSpPr>
        <p:spPr>
          <a:xfrm>
            <a:off x="5161247" y="2989098"/>
            <a:ext cx="1306500" cy="363900"/>
          </a:xfrm>
          <a:prstGeom prst="rect">
            <a:avLst/>
          </a:prstGeom>
          <a:noFill/>
          <a:ln>
            <a:noFill/>
          </a:ln>
        </p:spPr>
        <p:txBody>
          <a:bodyPr spcFirstLastPara="1" wrap="square" lIns="101700" tIns="101700" rIns="101700" bIns="10170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 sz="1600" b="1" i="0" u="none" strike="noStrike" cap="none">
                <a:solidFill>
                  <a:schemeClr val="dk1"/>
                </a:solidFill>
                <a:latin typeface="Calibri"/>
                <a:ea typeface="Calibri"/>
                <a:cs typeface="Calibri"/>
                <a:sym typeface="Calibri"/>
              </a:rPr>
              <a:t>{{AVG_AGEC}}</a:t>
            </a:r>
            <a:r>
              <a:rPr lang="en" sz="1200" b="1" i="0" u="none" strike="noStrike" cap="none">
                <a:solidFill>
                  <a:schemeClr val="dk1"/>
                </a:solidFill>
                <a:latin typeface="Calibri"/>
                <a:ea typeface="Calibri"/>
                <a:cs typeface="Calibri"/>
                <a:sym typeface="Calibri"/>
              </a:rPr>
              <a:t> </a:t>
            </a:r>
            <a:br>
              <a:rPr lang="en" sz="1200" b="1" i="0" u="none" strike="noStrike" cap="none">
                <a:solidFill>
                  <a:schemeClr val="dk1"/>
                </a:solidFill>
                <a:latin typeface="Calibri"/>
                <a:ea typeface="Calibri"/>
                <a:cs typeface="Calibri"/>
                <a:sym typeface="Calibri"/>
              </a:rPr>
            </a:br>
            <a:r>
              <a:rPr lang="en" sz="1300" b="1" i="0" u="none" strike="noStrike" cap="none">
                <a:solidFill>
                  <a:schemeClr val="dk1"/>
                </a:solidFill>
                <a:latin typeface="Calibri"/>
                <a:ea typeface="Calibri"/>
                <a:cs typeface="Calibri"/>
                <a:sym typeface="Calibri"/>
              </a:rPr>
              <a:t>Days</a:t>
            </a:r>
            <a:endParaRPr sz="1101" b="1" i="0" u="none" strike="noStrike" cap="none">
              <a:solidFill>
                <a:srgbClr val="1155CC"/>
              </a:solidFill>
              <a:latin typeface="Calibri"/>
              <a:ea typeface="Calibri"/>
              <a:cs typeface="Calibri"/>
              <a:sym typeface="Calibri"/>
            </a:endParaRPr>
          </a:p>
        </p:txBody>
      </p:sp>
      <p:pic>
        <p:nvPicPr>
          <p:cNvPr id="710" name="Google Shape;710;p58"/>
          <p:cNvPicPr preferRelativeResize="0"/>
          <p:nvPr/>
        </p:nvPicPr>
        <p:blipFill rotWithShape="1">
          <a:blip r:embed="rId14">
            <a:alphaModFix/>
          </a:blip>
          <a:srcRect/>
          <a:stretch/>
        </p:blipFill>
        <p:spPr>
          <a:xfrm>
            <a:off x="7458900" y="3219400"/>
            <a:ext cx="760050" cy="382200"/>
          </a:xfrm>
          <a:prstGeom prst="rect">
            <a:avLst/>
          </a:prstGeom>
          <a:noFill/>
          <a:ln>
            <a:noFill/>
          </a:ln>
        </p:spPr>
      </p:pic>
      <p:sp>
        <p:nvSpPr>
          <p:cNvPr id="711" name="Google Shape;711;p58"/>
          <p:cNvSpPr txBox="1"/>
          <p:nvPr/>
        </p:nvSpPr>
        <p:spPr>
          <a:xfrm>
            <a:off x="7188866" y="2990088"/>
            <a:ext cx="1306500" cy="363900"/>
          </a:xfrm>
          <a:prstGeom prst="rect">
            <a:avLst/>
          </a:prstGeom>
          <a:noFill/>
          <a:ln>
            <a:noFill/>
          </a:ln>
        </p:spPr>
        <p:txBody>
          <a:bodyPr spcFirstLastPara="1" wrap="square" lIns="101700" tIns="101700" rIns="101700" bIns="10170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 sz="1600" b="1" i="0" u="none" strike="noStrike" cap="none">
                <a:solidFill>
                  <a:schemeClr val="dk1"/>
                </a:solidFill>
                <a:latin typeface="Calibri"/>
                <a:ea typeface="Calibri"/>
                <a:cs typeface="Calibri"/>
                <a:sym typeface="Calibri"/>
              </a:rPr>
              <a:t>{{AVG_AGEH}} </a:t>
            </a:r>
            <a:br>
              <a:rPr lang="en" sz="1212" b="1" i="0" u="none" strike="noStrike" cap="none">
                <a:solidFill>
                  <a:schemeClr val="dk1"/>
                </a:solidFill>
                <a:latin typeface="Calibri"/>
                <a:ea typeface="Calibri"/>
                <a:cs typeface="Calibri"/>
                <a:sym typeface="Calibri"/>
              </a:rPr>
            </a:br>
            <a:r>
              <a:rPr lang="en" sz="1324" b="1" i="0" u="none" strike="noStrike" cap="none">
                <a:solidFill>
                  <a:schemeClr val="dk1"/>
                </a:solidFill>
                <a:latin typeface="Calibri"/>
                <a:ea typeface="Calibri"/>
                <a:cs typeface="Calibri"/>
                <a:sym typeface="Calibri"/>
              </a:rPr>
              <a:t>Days</a:t>
            </a:r>
            <a:endParaRPr sz="1101" b="1" i="0" u="none" strike="noStrike" cap="none">
              <a:solidFill>
                <a:srgbClr val="1155CC"/>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716"/>
        <p:cNvGrpSpPr/>
        <p:nvPr/>
      </p:nvGrpSpPr>
      <p:grpSpPr>
        <a:xfrm>
          <a:off x="0" y="0"/>
          <a:ext cx="0" cy="0"/>
          <a:chOff x="0" y="0"/>
          <a:chExt cx="0" cy="0"/>
        </a:xfrm>
      </p:grpSpPr>
      <p:sp>
        <p:nvSpPr>
          <p:cNvPr id="717" name="Google Shape;717;p59"/>
          <p:cNvSpPr txBox="1">
            <a:spLocks noGrp="1"/>
          </p:cNvSpPr>
          <p:nvPr>
            <p:ph type="title" idx="4294967295"/>
          </p:nvPr>
        </p:nvSpPr>
        <p:spPr>
          <a:xfrm>
            <a:off x="150" y="166650"/>
            <a:ext cx="9144000" cy="367200"/>
          </a:xfrm>
          <a:prstGeom prst="rect">
            <a:avLst/>
          </a:prstGeom>
          <a:noFill/>
          <a:ln>
            <a:noFill/>
          </a:ln>
        </p:spPr>
        <p:txBody>
          <a:bodyPr spcFirstLastPara="1" wrap="square" lIns="68575" tIns="34275" rIns="68575" bIns="34275" anchor="ctr" anchorCtr="0">
            <a:noAutofit/>
          </a:bodyPr>
          <a:lstStyle/>
          <a:p>
            <a:pPr marL="0" lvl="0" indent="0" algn="ctr" rtl="0">
              <a:lnSpc>
                <a:spcPct val="90000"/>
              </a:lnSpc>
              <a:spcBef>
                <a:spcPts val="0"/>
              </a:spcBef>
              <a:spcAft>
                <a:spcPts val="0"/>
              </a:spcAft>
              <a:buClr>
                <a:schemeClr val="dk1"/>
              </a:buClr>
              <a:buSzPts val="1800"/>
              <a:buFont typeface="DM Sans"/>
              <a:buNone/>
            </a:pPr>
            <a:r>
              <a:rPr lang="en" sz="2420">
                <a:latin typeface="Calibri"/>
                <a:ea typeface="Calibri"/>
                <a:cs typeface="Calibri"/>
                <a:sym typeface="Calibri"/>
              </a:rPr>
              <a:t>Cloud Security Risk Snapshot</a:t>
            </a:r>
            <a:endParaRPr sz="2420">
              <a:latin typeface="Calibri"/>
              <a:ea typeface="Calibri"/>
              <a:cs typeface="Calibri"/>
              <a:sym typeface="Calibri"/>
            </a:endParaRPr>
          </a:p>
        </p:txBody>
      </p:sp>
      <p:pic>
        <p:nvPicPr>
          <p:cNvPr id="718" name="Google Shape;718;p59"/>
          <p:cNvPicPr preferRelativeResize="0"/>
          <p:nvPr/>
        </p:nvPicPr>
        <p:blipFill rotWithShape="1">
          <a:blip r:embed="rId3">
            <a:alphaModFix/>
          </a:blip>
          <a:srcRect/>
          <a:stretch/>
        </p:blipFill>
        <p:spPr>
          <a:xfrm>
            <a:off x="107950" y="673900"/>
            <a:ext cx="7440046" cy="1064875"/>
          </a:xfrm>
          <a:prstGeom prst="rect">
            <a:avLst/>
          </a:prstGeom>
          <a:noFill/>
          <a:ln w="9525" cap="flat" cmpd="sng">
            <a:solidFill>
              <a:schemeClr val="accent1"/>
            </a:solidFill>
            <a:prstDash val="solid"/>
            <a:round/>
            <a:headEnd type="none" w="sm" len="sm"/>
            <a:tailEnd type="none" w="sm" len="sm"/>
          </a:ln>
        </p:spPr>
      </p:pic>
      <p:sp>
        <p:nvSpPr>
          <p:cNvPr id="719" name="Google Shape;719;p59"/>
          <p:cNvSpPr txBox="1"/>
          <p:nvPr/>
        </p:nvSpPr>
        <p:spPr>
          <a:xfrm>
            <a:off x="259724" y="709330"/>
            <a:ext cx="1928400" cy="361500"/>
          </a:xfrm>
          <a:prstGeom prst="rect">
            <a:avLst/>
          </a:prstGeom>
          <a:noFill/>
          <a:ln>
            <a:noFill/>
          </a:ln>
        </p:spPr>
        <p:txBody>
          <a:bodyPr spcFirstLastPara="1" wrap="square" lIns="68575" tIns="34275" rIns="68575" bIns="34275" anchor="t" anchorCtr="0">
            <a:normAutofit/>
          </a:bodyPr>
          <a:lstStyle/>
          <a:p>
            <a:pPr marL="0" marR="0" lvl="0" indent="0" algn="l" rtl="0">
              <a:lnSpc>
                <a:spcPct val="90000"/>
              </a:lnSpc>
              <a:spcBef>
                <a:spcPts val="0"/>
              </a:spcBef>
              <a:spcAft>
                <a:spcPts val="0"/>
              </a:spcAft>
              <a:buClr>
                <a:schemeClr val="dk2"/>
              </a:buClr>
              <a:buSzPts val="1500"/>
              <a:buFont typeface="Arial"/>
              <a:buNone/>
            </a:pPr>
            <a:r>
              <a:rPr lang="en" sz="1600" b="0" i="0" u="none" strike="noStrike" cap="none">
                <a:solidFill>
                  <a:schemeClr val="dk1"/>
                </a:solidFill>
                <a:latin typeface="Calibri"/>
                <a:ea typeface="Calibri"/>
                <a:cs typeface="Calibri"/>
                <a:sym typeface="Calibri"/>
              </a:rPr>
              <a:t>External Exposure</a:t>
            </a:r>
            <a:endParaRPr sz="1600" b="0" i="0" u="none" strike="noStrike" cap="none">
              <a:solidFill>
                <a:schemeClr val="dk1"/>
              </a:solidFill>
              <a:latin typeface="Calibri"/>
              <a:ea typeface="Calibri"/>
              <a:cs typeface="Calibri"/>
              <a:sym typeface="Calibri"/>
            </a:endParaRPr>
          </a:p>
        </p:txBody>
      </p:sp>
      <p:sp>
        <p:nvSpPr>
          <p:cNvPr id="720" name="Google Shape;720;p59"/>
          <p:cNvSpPr txBox="1"/>
          <p:nvPr/>
        </p:nvSpPr>
        <p:spPr>
          <a:xfrm>
            <a:off x="269504" y="1081747"/>
            <a:ext cx="3964500" cy="359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000"/>
              <a:buFont typeface="Arial"/>
              <a:buNone/>
            </a:pPr>
            <a:r>
              <a:rPr lang="en" sz="1000" b="0" i="0" u="none" strike="noStrike" cap="none">
                <a:solidFill>
                  <a:srgbClr val="1155CC"/>
                </a:solidFill>
                <a:latin typeface="Calibri"/>
                <a:ea typeface="Calibri"/>
                <a:cs typeface="Calibri"/>
                <a:sym typeface="Calibri"/>
              </a:rPr>
              <a:t>HTTP Application Endpoints  {{AE_HTTP}}</a:t>
            </a:r>
            <a:endParaRPr sz="1000" b="0" i="0" u="none" strike="noStrike" cap="none">
              <a:solidFill>
                <a:srgbClr val="1155CC"/>
              </a:solidFill>
              <a:latin typeface="Calibri"/>
              <a:ea typeface="Calibri"/>
              <a:cs typeface="Calibri"/>
              <a:sym typeface="Calibri"/>
            </a:endParaRPr>
          </a:p>
        </p:txBody>
      </p:sp>
      <p:sp>
        <p:nvSpPr>
          <p:cNvPr id="721" name="Google Shape;721;p59"/>
          <p:cNvSpPr txBox="1"/>
          <p:nvPr/>
        </p:nvSpPr>
        <p:spPr>
          <a:xfrm>
            <a:off x="273692" y="1374797"/>
            <a:ext cx="3964500" cy="359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000"/>
              <a:buFont typeface="Arial"/>
              <a:buNone/>
            </a:pPr>
            <a:r>
              <a:rPr lang="en" sz="1000" b="0" i="0" u="none" strike="noStrike" cap="none">
                <a:solidFill>
                  <a:srgbClr val="1155CC"/>
                </a:solidFill>
                <a:latin typeface="Calibri"/>
                <a:ea typeface="Calibri"/>
                <a:cs typeface="Calibri"/>
                <a:sym typeface="Calibri"/>
              </a:rPr>
              <a:t>Non-HTTP Application Endpoints  {{AE_NHTTP}}</a:t>
            </a:r>
            <a:endParaRPr sz="1000" b="0" i="0" u="none" strike="noStrike" cap="none">
              <a:solidFill>
                <a:srgbClr val="1155CC"/>
              </a:solidFill>
              <a:latin typeface="Calibri"/>
              <a:ea typeface="Calibri"/>
              <a:cs typeface="Calibri"/>
              <a:sym typeface="Calibri"/>
            </a:endParaRPr>
          </a:p>
        </p:txBody>
      </p:sp>
      <p:sp>
        <p:nvSpPr>
          <p:cNvPr id="722" name="Google Shape;722;p59"/>
          <p:cNvSpPr txBox="1"/>
          <p:nvPr/>
        </p:nvSpPr>
        <p:spPr>
          <a:xfrm>
            <a:off x="3083442" y="1130944"/>
            <a:ext cx="2183325" cy="462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0" i="0" u="none" strike="noStrike" cap="none">
                <a:solidFill>
                  <a:schemeClr val="dk1"/>
                </a:solidFill>
                <a:latin typeface="Calibri"/>
                <a:ea typeface="Calibri"/>
                <a:cs typeface="Calibri"/>
                <a:sym typeface="Calibri"/>
              </a:rPr>
              <a:t>Estimated # of Additional Workloads to Scan via Advanced ASM</a:t>
            </a:r>
            <a:endParaRPr sz="1000" b="0" i="0" u="none" strike="noStrike" cap="none">
              <a:solidFill>
                <a:schemeClr val="dk1"/>
              </a:solidFill>
              <a:latin typeface="Calibri"/>
              <a:ea typeface="Calibri"/>
              <a:cs typeface="Calibri"/>
              <a:sym typeface="Calibri"/>
            </a:endParaRPr>
          </a:p>
        </p:txBody>
      </p:sp>
      <p:sp>
        <p:nvSpPr>
          <p:cNvPr id="723" name="Google Shape;723;p59"/>
          <p:cNvSpPr txBox="1"/>
          <p:nvPr/>
        </p:nvSpPr>
        <p:spPr>
          <a:xfrm>
            <a:off x="5446564" y="1141854"/>
            <a:ext cx="2395200" cy="407700"/>
          </a:xfrm>
          <a:prstGeom prst="rect">
            <a:avLst/>
          </a:prstGeom>
          <a:noFill/>
          <a:ln>
            <a:noFill/>
          </a:ln>
        </p:spPr>
        <p:txBody>
          <a:bodyPr spcFirstLastPara="1" wrap="square" lIns="0" tIns="0" rIns="0" bIns="0" anchor="ctr" anchorCtr="0">
            <a:noAutofit/>
          </a:bodyPr>
          <a:lstStyle/>
          <a:p>
            <a:pPr marL="0" marR="0" lvl="0" indent="0" algn="l" rtl="0">
              <a:lnSpc>
                <a:spcPct val="150000"/>
              </a:lnSpc>
              <a:spcBef>
                <a:spcPts val="0"/>
              </a:spcBef>
              <a:spcAft>
                <a:spcPts val="0"/>
              </a:spcAft>
              <a:buClr>
                <a:schemeClr val="dk1"/>
              </a:buClr>
              <a:buSzPts val="1100"/>
              <a:buFont typeface="Arial"/>
              <a:buNone/>
            </a:pPr>
            <a:r>
              <a:rPr lang="en" sz="1300" b="0" i="0" u="none" strike="noStrike" cap="none">
                <a:solidFill>
                  <a:schemeClr val="dk1"/>
                </a:solidFill>
                <a:latin typeface="Calibri"/>
                <a:ea typeface="Calibri"/>
                <a:cs typeface="Calibri"/>
                <a:sym typeface="Calibri"/>
              </a:rPr>
              <a:t>=  </a:t>
            </a:r>
            <a:r>
              <a:rPr lang="en" sz="1300" b="0" i="0" u="none" strike="noStrike" cap="none">
                <a:solidFill>
                  <a:srgbClr val="333333"/>
                </a:solidFill>
                <a:latin typeface="Calibri"/>
                <a:ea typeface="Calibri"/>
                <a:cs typeface="Calibri"/>
                <a:sym typeface="Calibri"/>
              </a:rPr>
              <a:t>{{AE_TOT}} Workloads</a:t>
            </a:r>
            <a:endParaRPr sz="1400" b="0" i="0" u="none" strike="noStrike" cap="none">
              <a:solidFill>
                <a:schemeClr val="dk1"/>
              </a:solidFill>
              <a:latin typeface="Calibri"/>
              <a:ea typeface="Calibri"/>
              <a:cs typeface="Calibri"/>
              <a:sym typeface="Calibri"/>
            </a:endParaRPr>
          </a:p>
        </p:txBody>
      </p:sp>
      <p:pic>
        <p:nvPicPr>
          <p:cNvPr id="724" name="Google Shape;724;p59" title="Group 1000004640.png"/>
          <p:cNvPicPr preferRelativeResize="0"/>
          <p:nvPr/>
        </p:nvPicPr>
        <p:blipFill rotWithShape="1">
          <a:blip r:embed="rId4">
            <a:alphaModFix/>
          </a:blip>
          <a:srcRect/>
          <a:stretch/>
        </p:blipFill>
        <p:spPr>
          <a:xfrm>
            <a:off x="7961878" y="1035264"/>
            <a:ext cx="923544" cy="950976"/>
          </a:xfrm>
          <a:prstGeom prst="rect">
            <a:avLst/>
          </a:prstGeom>
          <a:noFill/>
          <a:ln>
            <a:noFill/>
          </a:ln>
        </p:spPr>
      </p:pic>
      <p:pic>
        <p:nvPicPr>
          <p:cNvPr id="725" name="Google Shape;725;p59" title="Group 1000004641.png"/>
          <p:cNvPicPr preferRelativeResize="0"/>
          <p:nvPr/>
        </p:nvPicPr>
        <p:blipFill rotWithShape="1">
          <a:blip r:embed="rId5">
            <a:alphaModFix/>
          </a:blip>
          <a:srcRect/>
          <a:stretch/>
        </p:blipFill>
        <p:spPr>
          <a:xfrm>
            <a:off x="7964424" y="4118017"/>
            <a:ext cx="923544" cy="950976"/>
          </a:xfrm>
          <a:prstGeom prst="rect">
            <a:avLst/>
          </a:prstGeom>
          <a:noFill/>
          <a:ln>
            <a:noFill/>
          </a:ln>
        </p:spPr>
      </p:pic>
      <p:pic>
        <p:nvPicPr>
          <p:cNvPr id="726" name="Google Shape;726;p59" title="Group 1000004639.png"/>
          <p:cNvPicPr preferRelativeResize="0"/>
          <p:nvPr/>
        </p:nvPicPr>
        <p:blipFill rotWithShape="1">
          <a:blip r:embed="rId6">
            <a:alphaModFix/>
          </a:blip>
          <a:srcRect/>
          <a:stretch/>
        </p:blipFill>
        <p:spPr>
          <a:xfrm>
            <a:off x="7964424" y="2520408"/>
            <a:ext cx="924766" cy="946984"/>
          </a:xfrm>
          <a:prstGeom prst="rect">
            <a:avLst/>
          </a:prstGeom>
          <a:noFill/>
          <a:ln>
            <a:noFill/>
          </a:ln>
        </p:spPr>
      </p:pic>
      <p:sp>
        <p:nvSpPr>
          <p:cNvPr id="727" name="Google Shape;727;p59"/>
          <p:cNvSpPr/>
          <p:nvPr/>
        </p:nvSpPr>
        <p:spPr>
          <a:xfrm>
            <a:off x="7955120" y="3041698"/>
            <a:ext cx="963600" cy="93900"/>
          </a:xfrm>
          <a:prstGeom prst="rect">
            <a:avLst/>
          </a:prstGeom>
          <a:noFill/>
          <a:ln>
            <a:noFill/>
          </a:ln>
        </p:spPr>
        <p:txBody>
          <a:bodyPr spcFirstLastPara="1" wrap="square" lIns="0" tIns="0" rIns="0" bIns="0" anchor="ctr" anchorCtr="0">
            <a:noAutofit/>
          </a:bodyPr>
          <a:lstStyle/>
          <a:p>
            <a:pPr marL="0" marR="0" lvl="0" indent="0" algn="ctr" rtl="0">
              <a:lnSpc>
                <a:spcPct val="112258"/>
              </a:lnSpc>
              <a:spcBef>
                <a:spcPts val="0"/>
              </a:spcBef>
              <a:spcAft>
                <a:spcPts val="0"/>
              </a:spcAft>
              <a:buClr>
                <a:srgbClr val="0254EC"/>
              </a:buClr>
              <a:buSzPts val="574"/>
              <a:buFont typeface="DM Sans"/>
              <a:buNone/>
            </a:pPr>
            <a:r>
              <a:rPr lang="en" sz="700" b="1" i="0" u="none" strike="noStrike" cap="none">
                <a:solidFill>
                  <a:srgbClr val="0254EC"/>
                </a:solidFill>
                <a:latin typeface="Calibri"/>
                <a:ea typeface="Calibri"/>
                <a:cs typeface="Calibri"/>
                <a:sym typeface="Calibri"/>
              </a:rPr>
              <a:t>Green Agent</a:t>
            </a:r>
            <a:endParaRPr sz="700" b="1" i="0" u="none" strike="noStrike" cap="none">
              <a:solidFill>
                <a:srgbClr val="000000"/>
              </a:solidFill>
              <a:latin typeface="Calibri"/>
              <a:ea typeface="Calibri"/>
              <a:cs typeface="Calibri"/>
              <a:sym typeface="Calibri"/>
            </a:endParaRPr>
          </a:p>
        </p:txBody>
      </p:sp>
      <p:sp>
        <p:nvSpPr>
          <p:cNvPr id="728" name="Google Shape;728;p59"/>
          <p:cNvSpPr/>
          <p:nvPr/>
        </p:nvSpPr>
        <p:spPr>
          <a:xfrm>
            <a:off x="7954004" y="3191175"/>
            <a:ext cx="944700" cy="137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1741"/>
              </a:buClr>
              <a:buSzPts val="492"/>
              <a:buFont typeface="DM Sans"/>
              <a:buNone/>
            </a:pPr>
            <a:r>
              <a:rPr lang="en" sz="800" b="0" i="0" u="none" strike="noStrike" cap="none">
                <a:solidFill>
                  <a:srgbClr val="000000"/>
                </a:solidFill>
                <a:latin typeface="Calibri"/>
                <a:ea typeface="Calibri"/>
                <a:cs typeface="Calibri"/>
                <a:sym typeface="Calibri"/>
              </a:rPr>
              <a:t>Enabled</a:t>
            </a:r>
            <a:br>
              <a:rPr lang="en" sz="800" b="0" i="0" u="none" strike="noStrike" cap="none">
                <a:solidFill>
                  <a:srgbClr val="000000"/>
                </a:solidFill>
                <a:latin typeface="Calibri"/>
                <a:ea typeface="Calibri"/>
                <a:cs typeface="Calibri"/>
                <a:sym typeface="Calibri"/>
              </a:rPr>
            </a:br>
            <a:r>
              <a:rPr lang="en" sz="800" b="0" i="0" u="none" strike="noStrike" cap="none">
                <a:solidFill>
                  <a:srgbClr val="000000"/>
                </a:solidFill>
                <a:latin typeface="Calibri"/>
                <a:ea typeface="Calibri"/>
                <a:cs typeface="Calibri"/>
                <a:sym typeface="Calibri"/>
              </a:rPr>
              <a:t>{{F_GA}}</a:t>
            </a:r>
            <a:endParaRPr sz="800" b="0" i="0" u="none" strike="noStrike" cap="none">
              <a:solidFill>
                <a:srgbClr val="000000"/>
              </a:solidFill>
              <a:latin typeface="Calibri"/>
              <a:ea typeface="Calibri"/>
              <a:cs typeface="Calibri"/>
              <a:sym typeface="Calibri"/>
            </a:endParaRPr>
          </a:p>
        </p:txBody>
      </p:sp>
      <p:sp>
        <p:nvSpPr>
          <p:cNvPr id="729" name="Google Shape;729;p59"/>
          <p:cNvSpPr/>
          <p:nvPr/>
        </p:nvSpPr>
        <p:spPr>
          <a:xfrm>
            <a:off x="7906406" y="2038924"/>
            <a:ext cx="1038900" cy="205800"/>
          </a:xfrm>
          <a:prstGeom prst="rect">
            <a:avLst/>
          </a:prstGeom>
          <a:noFill/>
          <a:ln>
            <a:noFill/>
          </a:ln>
        </p:spPr>
        <p:txBody>
          <a:bodyPr spcFirstLastPara="1" wrap="square" lIns="0" tIns="0" rIns="0" bIns="0" anchor="ctr" anchorCtr="0">
            <a:noAutofit/>
          </a:bodyPr>
          <a:lstStyle/>
          <a:p>
            <a:pPr marL="0" marR="0" lvl="0" indent="0" algn="ctr" rtl="0">
              <a:lnSpc>
                <a:spcPct val="112255"/>
              </a:lnSpc>
              <a:spcBef>
                <a:spcPts val="0"/>
              </a:spcBef>
              <a:spcAft>
                <a:spcPts val="0"/>
              </a:spcAft>
              <a:buClr>
                <a:srgbClr val="0254EC"/>
              </a:buClr>
              <a:buSzPts val="736"/>
              <a:buFont typeface="DM Sans"/>
              <a:buNone/>
            </a:pPr>
            <a:r>
              <a:rPr lang="en" sz="900" b="1" i="0" u="none" strike="noStrike" cap="none">
                <a:solidFill>
                  <a:srgbClr val="0254EC"/>
                </a:solidFill>
                <a:latin typeface="Calibri"/>
                <a:ea typeface="Calibri"/>
                <a:cs typeface="Calibri"/>
                <a:sym typeface="Calibri"/>
              </a:rPr>
              <a:t>Preventive Security</a:t>
            </a:r>
            <a:endParaRPr sz="900" b="1" i="0" u="none" strike="noStrike" cap="none">
              <a:solidFill>
                <a:srgbClr val="000000"/>
              </a:solidFill>
              <a:latin typeface="Calibri"/>
              <a:ea typeface="Calibri"/>
              <a:cs typeface="Calibri"/>
              <a:sym typeface="Calibri"/>
            </a:endParaRPr>
          </a:p>
        </p:txBody>
      </p:sp>
      <p:sp>
        <p:nvSpPr>
          <p:cNvPr id="730" name="Google Shape;730;p59"/>
          <p:cNvSpPr/>
          <p:nvPr/>
        </p:nvSpPr>
        <p:spPr>
          <a:xfrm>
            <a:off x="7719100" y="2144544"/>
            <a:ext cx="1425000" cy="314700"/>
          </a:xfrm>
          <a:prstGeom prst="rect">
            <a:avLst/>
          </a:prstGeom>
          <a:noFill/>
          <a:ln>
            <a:noFill/>
          </a:ln>
        </p:spPr>
        <p:txBody>
          <a:bodyPr spcFirstLastPara="1" wrap="square" lIns="0" tIns="0" rIns="0" bIns="0" anchor="b" anchorCtr="0">
            <a:noAutofit/>
          </a:bodyPr>
          <a:lstStyle/>
          <a:p>
            <a:pPr marL="0" marR="0" lvl="0" indent="0" algn="ctr" rtl="0">
              <a:lnSpc>
                <a:spcPct val="110576"/>
              </a:lnSpc>
              <a:spcBef>
                <a:spcPts val="0"/>
              </a:spcBef>
              <a:spcAft>
                <a:spcPts val="0"/>
              </a:spcAft>
              <a:buClr>
                <a:srgbClr val="001741"/>
              </a:buClr>
              <a:buSzPts val="631"/>
              <a:buFont typeface="DM Sans"/>
              <a:buNone/>
            </a:pPr>
            <a:r>
              <a:rPr lang="en" sz="726" b="0" i="0" u="none" strike="noStrike" cap="none">
                <a:solidFill>
                  <a:srgbClr val="001741"/>
                </a:solidFill>
                <a:latin typeface="Calibri"/>
                <a:ea typeface="Calibri"/>
                <a:cs typeface="Calibri"/>
                <a:sym typeface="Calibri"/>
              </a:rPr>
              <a:t>Build securely and </a:t>
            </a:r>
            <a:br>
              <a:rPr lang="en" sz="726" b="0" i="0" u="none" strike="noStrike" cap="none">
                <a:solidFill>
                  <a:srgbClr val="001741"/>
                </a:solidFill>
                <a:latin typeface="Calibri"/>
                <a:ea typeface="Calibri"/>
                <a:cs typeface="Calibri"/>
                <a:sym typeface="Calibri"/>
              </a:rPr>
            </a:br>
            <a:r>
              <a:rPr lang="en" sz="726" b="0" i="0" u="none" strike="noStrike" cap="none">
                <a:solidFill>
                  <a:srgbClr val="001741"/>
                </a:solidFill>
                <a:latin typeface="Calibri"/>
                <a:ea typeface="Calibri"/>
                <a:cs typeface="Calibri"/>
                <a:sym typeface="Calibri"/>
              </a:rPr>
              <a:t>remediate at the source</a:t>
            </a:r>
            <a:endParaRPr sz="621" b="0" i="0" u="none" strike="noStrike" cap="none">
              <a:solidFill>
                <a:srgbClr val="000000"/>
              </a:solidFill>
              <a:latin typeface="Calibri"/>
              <a:ea typeface="Calibri"/>
              <a:cs typeface="Calibri"/>
              <a:sym typeface="Calibri"/>
            </a:endParaRPr>
          </a:p>
        </p:txBody>
      </p:sp>
      <p:sp>
        <p:nvSpPr>
          <p:cNvPr id="731" name="Google Shape;731;p59"/>
          <p:cNvSpPr/>
          <p:nvPr/>
        </p:nvSpPr>
        <p:spPr>
          <a:xfrm>
            <a:off x="7936234" y="3618692"/>
            <a:ext cx="1038900" cy="205800"/>
          </a:xfrm>
          <a:prstGeom prst="rect">
            <a:avLst/>
          </a:prstGeom>
          <a:noFill/>
          <a:ln>
            <a:noFill/>
          </a:ln>
        </p:spPr>
        <p:txBody>
          <a:bodyPr spcFirstLastPara="1" wrap="square" lIns="0" tIns="0" rIns="0" bIns="0" anchor="ctr" anchorCtr="0">
            <a:noAutofit/>
          </a:bodyPr>
          <a:lstStyle/>
          <a:p>
            <a:pPr marL="0" marR="0" lvl="0" indent="0" algn="ctr" rtl="0">
              <a:lnSpc>
                <a:spcPct val="112255"/>
              </a:lnSpc>
              <a:spcBef>
                <a:spcPts val="0"/>
              </a:spcBef>
              <a:spcAft>
                <a:spcPts val="0"/>
              </a:spcAft>
              <a:buClr>
                <a:srgbClr val="0254EC"/>
              </a:buClr>
              <a:buSzPts val="736"/>
              <a:buFont typeface="DM Sans"/>
              <a:buNone/>
            </a:pPr>
            <a:r>
              <a:rPr lang="en" sz="900" b="1" i="0" u="none" strike="noStrike" cap="none">
                <a:solidFill>
                  <a:srgbClr val="0254EC"/>
                </a:solidFill>
                <a:latin typeface="Calibri"/>
                <a:ea typeface="Calibri"/>
                <a:cs typeface="Calibri"/>
                <a:sym typeface="Calibri"/>
              </a:rPr>
              <a:t>Reactive Security</a:t>
            </a:r>
            <a:endParaRPr sz="900" b="1" i="0" u="none" strike="noStrike" cap="none">
              <a:solidFill>
                <a:srgbClr val="000000"/>
              </a:solidFill>
              <a:latin typeface="Calibri"/>
              <a:ea typeface="Calibri"/>
              <a:cs typeface="Calibri"/>
              <a:sym typeface="Calibri"/>
            </a:endParaRPr>
          </a:p>
        </p:txBody>
      </p:sp>
      <p:sp>
        <p:nvSpPr>
          <p:cNvPr id="732" name="Google Shape;732;p59"/>
          <p:cNvSpPr/>
          <p:nvPr/>
        </p:nvSpPr>
        <p:spPr>
          <a:xfrm>
            <a:off x="7718900" y="3785755"/>
            <a:ext cx="1425000" cy="314700"/>
          </a:xfrm>
          <a:prstGeom prst="rect">
            <a:avLst/>
          </a:prstGeom>
          <a:noFill/>
          <a:ln>
            <a:noFill/>
          </a:ln>
        </p:spPr>
        <p:txBody>
          <a:bodyPr spcFirstLastPara="1" wrap="square" lIns="0" tIns="0" rIns="0" bIns="0" anchor="ctr" anchorCtr="0">
            <a:noAutofit/>
          </a:bodyPr>
          <a:lstStyle/>
          <a:p>
            <a:pPr marL="0" marR="0" lvl="0" indent="0" algn="ctr" rtl="0">
              <a:lnSpc>
                <a:spcPct val="110576"/>
              </a:lnSpc>
              <a:spcBef>
                <a:spcPts val="0"/>
              </a:spcBef>
              <a:spcAft>
                <a:spcPts val="0"/>
              </a:spcAft>
              <a:buClr>
                <a:srgbClr val="001741"/>
              </a:buClr>
              <a:buSzPts val="631"/>
              <a:buFont typeface="DM Sans"/>
              <a:buNone/>
            </a:pPr>
            <a:r>
              <a:rPr lang="en" sz="726" b="0" i="0" u="none" strike="noStrike" cap="none">
                <a:solidFill>
                  <a:srgbClr val="001741"/>
                </a:solidFill>
                <a:latin typeface="Calibri"/>
                <a:ea typeface="Calibri"/>
                <a:cs typeface="Calibri"/>
                <a:sym typeface="Calibri"/>
              </a:rPr>
              <a:t>Investigate and triage high-fidelity threats</a:t>
            </a:r>
            <a:endParaRPr sz="621" b="0" i="0" u="none" strike="noStrike" cap="none">
              <a:solidFill>
                <a:srgbClr val="000000"/>
              </a:solidFill>
              <a:latin typeface="Calibri"/>
              <a:ea typeface="Calibri"/>
              <a:cs typeface="Calibri"/>
              <a:sym typeface="Calibri"/>
            </a:endParaRPr>
          </a:p>
        </p:txBody>
      </p:sp>
      <p:sp>
        <p:nvSpPr>
          <p:cNvPr id="733" name="Google Shape;733;p59"/>
          <p:cNvSpPr/>
          <p:nvPr/>
        </p:nvSpPr>
        <p:spPr>
          <a:xfrm>
            <a:off x="7916398" y="550119"/>
            <a:ext cx="1038900" cy="205800"/>
          </a:xfrm>
          <a:prstGeom prst="rect">
            <a:avLst/>
          </a:prstGeom>
          <a:noFill/>
          <a:ln>
            <a:noFill/>
          </a:ln>
        </p:spPr>
        <p:txBody>
          <a:bodyPr spcFirstLastPara="1" wrap="square" lIns="0" tIns="0" rIns="0" bIns="0" anchor="ctr" anchorCtr="0">
            <a:noAutofit/>
          </a:bodyPr>
          <a:lstStyle/>
          <a:p>
            <a:pPr marL="0" marR="0" lvl="0" indent="0" algn="ctr" rtl="0">
              <a:lnSpc>
                <a:spcPct val="112255"/>
              </a:lnSpc>
              <a:spcBef>
                <a:spcPts val="0"/>
              </a:spcBef>
              <a:spcAft>
                <a:spcPts val="0"/>
              </a:spcAft>
              <a:buClr>
                <a:srgbClr val="0254EC"/>
              </a:buClr>
              <a:buSzPts val="736"/>
              <a:buFont typeface="DM Sans"/>
              <a:buNone/>
            </a:pPr>
            <a:r>
              <a:rPr lang="en" sz="900" b="1" i="0" u="none" strike="noStrike" cap="none">
                <a:solidFill>
                  <a:srgbClr val="0254EC"/>
                </a:solidFill>
                <a:latin typeface="Calibri"/>
                <a:ea typeface="Calibri"/>
                <a:cs typeface="Calibri"/>
                <a:sym typeface="Calibri"/>
              </a:rPr>
              <a:t>Proactive Security</a:t>
            </a:r>
            <a:endParaRPr sz="900" b="1" i="0" u="none" strike="noStrike" cap="none">
              <a:solidFill>
                <a:srgbClr val="000000"/>
              </a:solidFill>
              <a:latin typeface="Calibri"/>
              <a:ea typeface="Calibri"/>
              <a:cs typeface="Calibri"/>
              <a:sym typeface="Calibri"/>
            </a:endParaRPr>
          </a:p>
        </p:txBody>
      </p:sp>
      <p:sp>
        <p:nvSpPr>
          <p:cNvPr id="734" name="Google Shape;734;p59"/>
          <p:cNvSpPr/>
          <p:nvPr/>
        </p:nvSpPr>
        <p:spPr>
          <a:xfrm>
            <a:off x="7661455" y="656976"/>
            <a:ext cx="1425000" cy="314700"/>
          </a:xfrm>
          <a:prstGeom prst="rect">
            <a:avLst/>
          </a:prstGeom>
          <a:noFill/>
          <a:ln>
            <a:noFill/>
          </a:ln>
        </p:spPr>
        <p:txBody>
          <a:bodyPr spcFirstLastPara="1" wrap="square" lIns="0" tIns="0" rIns="0" bIns="0" anchor="b" anchorCtr="0">
            <a:noAutofit/>
          </a:bodyPr>
          <a:lstStyle/>
          <a:p>
            <a:pPr marL="0" marR="0" lvl="0" indent="0" algn="ctr" rtl="0">
              <a:lnSpc>
                <a:spcPct val="110576"/>
              </a:lnSpc>
              <a:spcBef>
                <a:spcPts val="0"/>
              </a:spcBef>
              <a:spcAft>
                <a:spcPts val="0"/>
              </a:spcAft>
              <a:buClr>
                <a:srgbClr val="001741"/>
              </a:buClr>
              <a:buSzPts val="631"/>
              <a:buFont typeface="DM Sans"/>
              <a:buNone/>
            </a:pPr>
            <a:r>
              <a:rPr lang="en" sz="726" b="0" i="0" u="none" strike="noStrike" cap="none">
                <a:solidFill>
                  <a:srgbClr val="001741"/>
                </a:solidFill>
                <a:latin typeface="Calibri"/>
                <a:ea typeface="Calibri"/>
                <a:cs typeface="Calibri"/>
                <a:sym typeface="Calibri"/>
              </a:rPr>
              <a:t>Identify high-risk issues before they </a:t>
            </a:r>
            <a:br>
              <a:rPr lang="en" sz="726" b="0" i="0" u="none" strike="noStrike" cap="none">
                <a:solidFill>
                  <a:srgbClr val="001741"/>
                </a:solidFill>
                <a:latin typeface="Calibri"/>
                <a:ea typeface="Calibri"/>
                <a:cs typeface="Calibri"/>
                <a:sym typeface="Calibri"/>
              </a:rPr>
            </a:br>
            <a:r>
              <a:rPr lang="en" sz="726" b="0" i="0" u="none" strike="noStrike" cap="none">
                <a:solidFill>
                  <a:srgbClr val="001741"/>
                </a:solidFill>
                <a:latin typeface="Calibri"/>
                <a:ea typeface="Calibri"/>
                <a:cs typeface="Calibri"/>
                <a:sym typeface="Calibri"/>
              </a:rPr>
              <a:t>can be exploited</a:t>
            </a:r>
            <a:endParaRPr sz="621" b="0" i="0" u="none" strike="noStrike" cap="none">
              <a:solidFill>
                <a:srgbClr val="000000"/>
              </a:solidFill>
              <a:latin typeface="Calibri"/>
              <a:ea typeface="Calibri"/>
              <a:cs typeface="Calibri"/>
              <a:sym typeface="Calibri"/>
            </a:endParaRPr>
          </a:p>
        </p:txBody>
      </p:sp>
      <p:sp>
        <p:nvSpPr>
          <p:cNvPr id="735" name="Google Shape;735;p59"/>
          <p:cNvSpPr/>
          <p:nvPr/>
        </p:nvSpPr>
        <p:spPr>
          <a:xfrm>
            <a:off x="7961878" y="4624264"/>
            <a:ext cx="966900" cy="94500"/>
          </a:xfrm>
          <a:prstGeom prst="rect">
            <a:avLst/>
          </a:prstGeom>
          <a:noFill/>
          <a:ln>
            <a:noFill/>
          </a:ln>
        </p:spPr>
        <p:txBody>
          <a:bodyPr spcFirstLastPara="1" wrap="square" lIns="0" tIns="0" rIns="0" bIns="0" anchor="ctr" anchorCtr="0">
            <a:noAutofit/>
          </a:bodyPr>
          <a:lstStyle/>
          <a:p>
            <a:pPr marL="0" marR="0" lvl="0" indent="0" algn="ctr" rtl="0">
              <a:lnSpc>
                <a:spcPct val="112258"/>
              </a:lnSpc>
              <a:spcBef>
                <a:spcPts val="0"/>
              </a:spcBef>
              <a:spcAft>
                <a:spcPts val="0"/>
              </a:spcAft>
              <a:buClr>
                <a:srgbClr val="0254EC"/>
              </a:buClr>
              <a:buSzPts val="736"/>
              <a:buFont typeface="DM Sans"/>
              <a:buNone/>
            </a:pPr>
            <a:r>
              <a:rPr lang="en" sz="731" b="1" i="0" u="none" strike="noStrike" cap="none">
                <a:solidFill>
                  <a:srgbClr val="0254EC"/>
                </a:solidFill>
                <a:latin typeface="Calibri"/>
                <a:ea typeface="Calibri"/>
                <a:cs typeface="Calibri"/>
                <a:sym typeface="Calibri"/>
              </a:rPr>
              <a:t>Blue Agent</a:t>
            </a:r>
            <a:endParaRPr sz="626" b="1" i="0" u="none" strike="noStrike" cap="none">
              <a:solidFill>
                <a:srgbClr val="000000"/>
              </a:solidFill>
              <a:latin typeface="Calibri"/>
              <a:ea typeface="Calibri"/>
              <a:cs typeface="Calibri"/>
              <a:sym typeface="Calibri"/>
            </a:endParaRPr>
          </a:p>
        </p:txBody>
      </p:sp>
      <p:sp>
        <p:nvSpPr>
          <p:cNvPr id="736" name="Google Shape;736;p59"/>
          <p:cNvSpPr/>
          <p:nvPr/>
        </p:nvSpPr>
        <p:spPr>
          <a:xfrm>
            <a:off x="7965161" y="4851627"/>
            <a:ext cx="948000" cy="138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1741"/>
              </a:buClr>
              <a:buSzPts val="631"/>
              <a:buFont typeface="DM Sans"/>
              <a:buNone/>
            </a:pPr>
            <a:r>
              <a:rPr lang="en" sz="800" b="0" i="0" u="none" strike="noStrike" cap="none">
                <a:solidFill>
                  <a:srgbClr val="000000"/>
                </a:solidFill>
                <a:latin typeface="Calibri"/>
                <a:ea typeface="Calibri"/>
                <a:cs typeface="Calibri"/>
                <a:sym typeface="Calibri"/>
              </a:rPr>
              <a:t>Enabled</a:t>
            </a:r>
            <a:br>
              <a:rPr lang="en" sz="800" b="0" i="0" u="none" strike="noStrike" cap="none">
                <a:solidFill>
                  <a:srgbClr val="000000"/>
                </a:solidFill>
                <a:latin typeface="Calibri"/>
                <a:ea typeface="Calibri"/>
                <a:cs typeface="Calibri"/>
                <a:sym typeface="Calibri"/>
              </a:rPr>
            </a:br>
            <a:r>
              <a:rPr lang="en" sz="800" b="0" i="0" u="none" strike="noStrike" cap="none">
                <a:solidFill>
                  <a:srgbClr val="000000"/>
                </a:solidFill>
                <a:latin typeface="Calibri"/>
                <a:ea typeface="Calibri"/>
                <a:cs typeface="Calibri"/>
                <a:sym typeface="Calibri"/>
              </a:rPr>
              <a:t>{{F_BA}}</a:t>
            </a:r>
            <a:br>
              <a:rPr lang="en" sz="800" b="0" i="0" u="none" strike="noStrike" cap="none">
                <a:solidFill>
                  <a:srgbClr val="000000"/>
                </a:solidFill>
                <a:latin typeface="Calibri"/>
                <a:ea typeface="Calibri"/>
                <a:cs typeface="Calibri"/>
                <a:sym typeface="Calibri"/>
              </a:rPr>
            </a:br>
            <a:endParaRPr sz="800" b="0" i="0" u="none" strike="noStrike" cap="none">
              <a:solidFill>
                <a:srgbClr val="000000"/>
              </a:solidFill>
              <a:latin typeface="Calibri"/>
              <a:ea typeface="Calibri"/>
              <a:cs typeface="Calibri"/>
              <a:sym typeface="Calibri"/>
            </a:endParaRPr>
          </a:p>
        </p:txBody>
      </p:sp>
      <p:sp>
        <p:nvSpPr>
          <p:cNvPr id="737" name="Google Shape;737;p59"/>
          <p:cNvSpPr/>
          <p:nvPr/>
        </p:nvSpPr>
        <p:spPr>
          <a:xfrm>
            <a:off x="7964150" y="1548816"/>
            <a:ext cx="948000" cy="96900"/>
          </a:xfrm>
          <a:prstGeom prst="rect">
            <a:avLst/>
          </a:prstGeom>
          <a:noFill/>
          <a:ln>
            <a:noFill/>
          </a:ln>
        </p:spPr>
        <p:txBody>
          <a:bodyPr spcFirstLastPara="1" wrap="square" lIns="0" tIns="0" rIns="0" bIns="0" anchor="ctr" anchorCtr="0">
            <a:noAutofit/>
          </a:bodyPr>
          <a:lstStyle/>
          <a:p>
            <a:pPr marL="0" marR="0" lvl="0" indent="0" algn="ctr" rtl="0">
              <a:lnSpc>
                <a:spcPct val="112258"/>
              </a:lnSpc>
              <a:spcBef>
                <a:spcPts val="0"/>
              </a:spcBef>
              <a:spcAft>
                <a:spcPts val="0"/>
              </a:spcAft>
              <a:buClr>
                <a:srgbClr val="0254EC"/>
              </a:buClr>
              <a:buSzPts val="592"/>
              <a:buFont typeface="DM Sans"/>
              <a:buNone/>
            </a:pPr>
            <a:r>
              <a:rPr lang="en" sz="700" b="1" i="0" u="none" strike="noStrike" cap="none">
                <a:solidFill>
                  <a:srgbClr val="0254EC"/>
                </a:solidFill>
                <a:latin typeface="Calibri"/>
                <a:ea typeface="Calibri"/>
                <a:cs typeface="Calibri"/>
                <a:sym typeface="Calibri"/>
              </a:rPr>
              <a:t>Red Agent</a:t>
            </a:r>
            <a:endParaRPr sz="700" b="1" i="0" u="none" strike="noStrike" cap="none">
              <a:solidFill>
                <a:srgbClr val="000000"/>
              </a:solidFill>
              <a:latin typeface="Calibri"/>
              <a:ea typeface="Calibri"/>
              <a:cs typeface="Calibri"/>
              <a:sym typeface="Calibri"/>
            </a:endParaRPr>
          </a:p>
        </p:txBody>
      </p:sp>
      <p:sp>
        <p:nvSpPr>
          <p:cNvPr id="738" name="Google Shape;738;p59"/>
          <p:cNvSpPr/>
          <p:nvPr/>
        </p:nvSpPr>
        <p:spPr>
          <a:xfrm>
            <a:off x="7968735" y="1766529"/>
            <a:ext cx="944700" cy="1419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1741"/>
              </a:buClr>
              <a:buSzPts val="508"/>
              <a:buFont typeface="DM Sans"/>
              <a:buNone/>
            </a:pPr>
            <a:r>
              <a:rPr lang="en" sz="821" b="0" i="0" u="none" strike="noStrike" cap="none">
                <a:solidFill>
                  <a:srgbClr val="000000"/>
                </a:solidFill>
                <a:latin typeface="Calibri"/>
                <a:ea typeface="Calibri"/>
                <a:cs typeface="Calibri"/>
                <a:sym typeface="Calibri"/>
              </a:rPr>
              <a:t>Enabled</a:t>
            </a:r>
            <a:br>
              <a:rPr lang="en" sz="821" b="0" i="0" u="none" strike="noStrike" cap="none">
                <a:solidFill>
                  <a:srgbClr val="000000"/>
                </a:solidFill>
                <a:latin typeface="Calibri"/>
                <a:ea typeface="Calibri"/>
                <a:cs typeface="Calibri"/>
                <a:sym typeface="Calibri"/>
              </a:rPr>
            </a:br>
            <a:r>
              <a:rPr lang="en" sz="821" b="0" i="0" u="none" strike="noStrike" cap="none">
                <a:solidFill>
                  <a:srgbClr val="000000"/>
                </a:solidFill>
                <a:latin typeface="Calibri"/>
                <a:ea typeface="Calibri"/>
                <a:cs typeface="Calibri"/>
                <a:sym typeface="Calibri"/>
              </a:rPr>
              <a:t>{{F_RA}}</a:t>
            </a:r>
            <a:br>
              <a:rPr lang="en" sz="821" b="0" i="0" u="none" strike="noStrike" cap="none">
                <a:solidFill>
                  <a:srgbClr val="000000"/>
                </a:solidFill>
                <a:latin typeface="Calibri"/>
                <a:ea typeface="Calibri"/>
                <a:cs typeface="Calibri"/>
                <a:sym typeface="Calibri"/>
              </a:rPr>
            </a:br>
            <a:endParaRPr sz="821" b="0" i="0" u="none" strike="noStrike" cap="none">
              <a:solidFill>
                <a:srgbClr val="000000"/>
              </a:solidFill>
              <a:latin typeface="Calibri"/>
              <a:ea typeface="Calibri"/>
              <a:cs typeface="Calibri"/>
              <a:sym typeface="Calibri"/>
            </a:endParaRPr>
          </a:p>
        </p:txBody>
      </p:sp>
      <p:pic>
        <p:nvPicPr>
          <p:cNvPr id="739" name="Google Shape;739;p59"/>
          <p:cNvPicPr preferRelativeResize="0"/>
          <p:nvPr/>
        </p:nvPicPr>
        <p:blipFill rotWithShape="1">
          <a:blip r:embed="rId3">
            <a:alphaModFix/>
          </a:blip>
          <a:srcRect/>
          <a:stretch/>
        </p:blipFill>
        <p:spPr>
          <a:xfrm>
            <a:off x="107954" y="1893191"/>
            <a:ext cx="7613696" cy="1578100"/>
          </a:xfrm>
          <a:prstGeom prst="rect">
            <a:avLst/>
          </a:prstGeom>
          <a:noFill/>
          <a:ln w="9525" cap="flat" cmpd="sng">
            <a:solidFill>
              <a:schemeClr val="accent1"/>
            </a:solidFill>
            <a:prstDash val="solid"/>
            <a:round/>
            <a:headEnd type="none" w="sm" len="sm"/>
            <a:tailEnd type="none" w="sm" len="sm"/>
          </a:ln>
        </p:spPr>
      </p:pic>
      <p:sp>
        <p:nvSpPr>
          <p:cNvPr id="740" name="Google Shape;740;p59"/>
          <p:cNvSpPr txBox="1"/>
          <p:nvPr/>
        </p:nvSpPr>
        <p:spPr>
          <a:xfrm>
            <a:off x="155254" y="2004575"/>
            <a:ext cx="4782900" cy="361500"/>
          </a:xfrm>
          <a:prstGeom prst="rect">
            <a:avLst/>
          </a:prstGeom>
          <a:noFill/>
          <a:ln>
            <a:noFill/>
          </a:ln>
        </p:spPr>
        <p:txBody>
          <a:bodyPr spcFirstLastPara="1" wrap="square" lIns="68575" tIns="34275" rIns="68575" bIns="34275" anchor="t" anchorCtr="0">
            <a:noAutofit/>
          </a:bodyPr>
          <a:lstStyle/>
          <a:p>
            <a:pPr marL="0" marR="0" lvl="0" indent="0" algn="l" rtl="0">
              <a:lnSpc>
                <a:spcPct val="90000"/>
              </a:lnSpc>
              <a:spcBef>
                <a:spcPts val="0"/>
              </a:spcBef>
              <a:spcAft>
                <a:spcPts val="0"/>
              </a:spcAft>
              <a:buClr>
                <a:schemeClr val="dk2"/>
              </a:buClr>
              <a:buSzPts val="1500"/>
              <a:buFont typeface="Arial"/>
              <a:buNone/>
            </a:pPr>
            <a:r>
              <a:rPr lang="en" sz="1500" b="0" i="0" u="sng" strike="noStrike" cap="none">
                <a:solidFill>
                  <a:schemeClr val="hlink"/>
                </a:solidFill>
                <a:latin typeface="Calibri"/>
                <a:ea typeface="Calibri"/>
                <a:cs typeface="Calibri"/>
                <a:sym typeface="Calibri"/>
                <a:hlinkClick r:id="rId7"/>
              </a:rPr>
              <a:t>Top 3 Wiz Critical Risk Issues by Count</a:t>
            </a:r>
            <a:r>
              <a:rPr lang="en" sz="1500" b="0" i="0" u="none" strike="noStrike" cap="none">
                <a:solidFill>
                  <a:srgbClr val="0254EC"/>
                </a:solidFill>
                <a:latin typeface="Calibri"/>
                <a:ea typeface="Calibri"/>
                <a:cs typeface="Calibri"/>
                <a:sym typeface="Calibri"/>
              </a:rPr>
              <a:t> </a:t>
            </a:r>
            <a:r>
              <a:rPr lang="en" sz="1500" b="0" i="0" u="none" strike="noStrike" cap="none">
                <a:solidFill>
                  <a:schemeClr val="hlink"/>
                </a:solidFill>
                <a:uFill>
                  <a:noFill/>
                </a:uFill>
                <a:latin typeface="Calibri"/>
                <a:ea typeface="Calibri"/>
                <a:cs typeface="Calibri"/>
                <a:sym typeface="Calibri"/>
                <a:hlinkClick r:id="rId8"/>
              </a:rPr>
              <a:t>↗</a:t>
            </a:r>
            <a:endParaRPr sz="1500" b="0" i="0" u="none" strike="noStrike" cap="none">
              <a:solidFill>
                <a:srgbClr val="0254EC"/>
              </a:solidFill>
              <a:latin typeface="Calibri"/>
              <a:ea typeface="Calibri"/>
              <a:cs typeface="Calibri"/>
              <a:sym typeface="Calibri"/>
            </a:endParaRPr>
          </a:p>
        </p:txBody>
      </p:sp>
      <p:sp>
        <p:nvSpPr>
          <p:cNvPr id="741" name="Google Shape;741;p59"/>
          <p:cNvSpPr txBox="1"/>
          <p:nvPr/>
        </p:nvSpPr>
        <p:spPr>
          <a:xfrm>
            <a:off x="112373" y="2363761"/>
            <a:ext cx="6979500" cy="1244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1100"/>
              <a:buFont typeface="Arial"/>
              <a:buNone/>
            </a:pPr>
            <a:r>
              <a:rPr lang="en" sz="900" b="0" i="0" u="sng" strike="noStrike" cap="none">
                <a:solidFill>
                  <a:srgbClr val="0254EC"/>
                </a:solidFill>
                <a:highlight>
                  <a:srgbClr val="F9FAFB"/>
                </a:highlight>
                <a:latin typeface="Calibri"/>
                <a:ea typeface="Calibri"/>
                <a:cs typeface="Calibri"/>
                <a:sym typeface="Calibri"/>
              </a:rPr>
              <a:t>{{CI_CONTROL_1}}</a:t>
            </a:r>
            <a:endParaRPr sz="900" b="0" i="0" u="sng" strike="noStrike" cap="none">
              <a:solidFill>
                <a:srgbClr val="0254EC"/>
              </a:solidFill>
              <a:highlight>
                <a:srgbClr val="F9FAFB"/>
              </a:highlight>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 sz="800" b="0" i="0" u="none" strike="noStrike" cap="none">
                <a:solidFill>
                  <a:srgbClr val="991B1B"/>
                </a:solidFill>
                <a:highlight>
                  <a:srgbClr val="FEE2E2"/>
                </a:highlight>
                <a:latin typeface="Calibri"/>
                <a:ea typeface="Calibri"/>
                <a:cs typeface="Calibri"/>
                <a:sym typeface="Calibri"/>
              </a:rPr>
              <a:t>CRITICAL</a:t>
            </a:r>
            <a:endParaRPr sz="800" b="0" i="0" u="none" strike="noStrike" cap="none">
              <a:solidFill>
                <a:srgbClr val="991B1B"/>
              </a:solidFill>
              <a:highlight>
                <a:srgbClr val="FEE2E2"/>
              </a:highlight>
              <a:latin typeface="Calibri"/>
              <a:ea typeface="Calibri"/>
              <a:cs typeface="Calibri"/>
              <a:sym typeface="Calibri"/>
            </a:endParaRPr>
          </a:p>
          <a:p>
            <a:pPr marL="0" marR="0" lvl="0" indent="0" algn="l" rtl="0">
              <a:lnSpc>
                <a:spcPct val="100000"/>
              </a:lnSpc>
              <a:spcBef>
                <a:spcPts val="700"/>
              </a:spcBef>
              <a:spcAft>
                <a:spcPts val="0"/>
              </a:spcAft>
              <a:buClr>
                <a:schemeClr val="dk1"/>
              </a:buClr>
              <a:buSzPts val="1100"/>
              <a:buFont typeface="Arial"/>
              <a:buNone/>
            </a:pPr>
            <a:r>
              <a:rPr lang="en" sz="900" b="0" i="0" u="sng" strike="noStrike" cap="none">
                <a:solidFill>
                  <a:srgbClr val="0254EC"/>
                </a:solidFill>
                <a:highlight>
                  <a:srgbClr val="F9FAFB"/>
                </a:highlight>
                <a:latin typeface="Calibri"/>
                <a:ea typeface="Calibri"/>
                <a:cs typeface="Calibri"/>
                <a:sym typeface="Calibri"/>
              </a:rPr>
              <a:t>{{CI_CONTROL_2}}</a:t>
            </a:r>
            <a:br>
              <a:rPr lang="en" sz="800" b="0" i="0" u="sng" strike="noStrike" cap="none">
                <a:solidFill>
                  <a:schemeClr val="hlink"/>
                </a:solidFill>
                <a:highlight>
                  <a:srgbClr val="FFFFFF"/>
                </a:highlight>
                <a:latin typeface="Calibri"/>
                <a:ea typeface="Calibri"/>
                <a:cs typeface="Calibri"/>
                <a:sym typeface="Calibri"/>
              </a:rPr>
            </a:br>
            <a:r>
              <a:rPr lang="en" sz="800" b="0" i="0" u="none" strike="noStrike" cap="none">
                <a:solidFill>
                  <a:srgbClr val="991B1B"/>
                </a:solidFill>
                <a:highlight>
                  <a:srgbClr val="FEE2E2"/>
                </a:highlight>
                <a:latin typeface="Calibri"/>
                <a:ea typeface="Calibri"/>
                <a:cs typeface="Calibri"/>
                <a:sym typeface="Calibri"/>
              </a:rPr>
              <a:t>CRITICAL</a:t>
            </a:r>
            <a:endParaRPr sz="800" b="0" i="0" u="none" strike="noStrike" cap="none">
              <a:solidFill>
                <a:srgbClr val="991B1B"/>
              </a:solidFill>
              <a:highlight>
                <a:srgbClr val="FEE2E2"/>
              </a:highlight>
              <a:latin typeface="Calibri"/>
              <a:ea typeface="Calibri"/>
              <a:cs typeface="Calibri"/>
              <a:sym typeface="Calibri"/>
            </a:endParaRPr>
          </a:p>
          <a:p>
            <a:pPr marL="0" marR="0" lvl="0" indent="0" algn="l" rtl="0">
              <a:lnSpc>
                <a:spcPct val="100000"/>
              </a:lnSpc>
              <a:spcBef>
                <a:spcPts val="700"/>
              </a:spcBef>
              <a:spcAft>
                <a:spcPts val="0"/>
              </a:spcAft>
              <a:buClr>
                <a:schemeClr val="dk1"/>
              </a:buClr>
              <a:buSzPts val="1100"/>
              <a:buFont typeface="Arial"/>
              <a:buNone/>
            </a:pPr>
            <a:r>
              <a:rPr lang="en" sz="900" b="0" i="0" u="sng" strike="noStrike" cap="none">
                <a:solidFill>
                  <a:srgbClr val="0254EC"/>
                </a:solidFill>
                <a:highlight>
                  <a:srgbClr val="F9FAFB"/>
                </a:highlight>
                <a:latin typeface="Calibri"/>
                <a:ea typeface="Calibri"/>
                <a:cs typeface="Calibri"/>
                <a:sym typeface="Calibri"/>
              </a:rPr>
              <a:t>{{CI_CONTROL_3}}</a:t>
            </a:r>
            <a:br>
              <a:rPr lang="en" sz="800" b="0" i="0" u="sng" strike="noStrike" cap="none">
                <a:solidFill>
                  <a:schemeClr val="hlink"/>
                </a:solidFill>
                <a:highlight>
                  <a:srgbClr val="FFFFFF"/>
                </a:highlight>
                <a:latin typeface="Calibri"/>
                <a:ea typeface="Calibri"/>
                <a:cs typeface="Calibri"/>
                <a:sym typeface="Calibri"/>
              </a:rPr>
            </a:br>
            <a:r>
              <a:rPr lang="en" sz="800" b="0" i="0" u="none" strike="noStrike" cap="none">
                <a:solidFill>
                  <a:srgbClr val="991B1B"/>
                </a:solidFill>
                <a:highlight>
                  <a:srgbClr val="FEE2E2"/>
                </a:highlight>
                <a:latin typeface="Calibri"/>
                <a:ea typeface="Calibri"/>
                <a:cs typeface="Calibri"/>
                <a:sym typeface="Calibri"/>
              </a:rPr>
              <a:t>CRITICAL</a:t>
            </a:r>
            <a:endParaRPr sz="800" b="0" i="0" u="none" strike="noStrike" cap="none">
              <a:solidFill>
                <a:srgbClr val="991B1B"/>
              </a:solidFill>
              <a:highlight>
                <a:srgbClr val="FEE2E2"/>
              </a:highlight>
              <a:latin typeface="Calibri"/>
              <a:ea typeface="Calibri"/>
              <a:cs typeface="Calibri"/>
              <a:sym typeface="Calibri"/>
            </a:endParaRPr>
          </a:p>
          <a:p>
            <a:pPr marL="0" marR="0" lvl="0" indent="0" algn="r" rtl="0">
              <a:lnSpc>
                <a:spcPct val="115000"/>
              </a:lnSpc>
              <a:spcBef>
                <a:spcPts val="700"/>
              </a:spcBef>
              <a:spcAft>
                <a:spcPts val="0"/>
              </a:spcAft>
              <a:buClr>
                <a:srgbClr val="000000"/>
              </a:buClr>
              <a:buSzPts val="200"/>
              <a:buFont typeface="Arial"/>
              <a:buNone/>
            </a:pPr>
            <a:endParaRPr sz="200" b="0" i="0" u="none" strike="noStrike" cap="none">
              <a:solidFill>
                <a:srgbClr val="1155CC"/>
              </a:solidFill>
              <a:latin typeface="Calibri"/>
              <a:ea typeface="Calibri"/>
              <a:cs typeface="Calibri"/>
              <a:sym typeface="Calibri"/>
            </a:endParaRPr>
          </a:p>
        </p:txBody>
      </p:sp>
      <p:pic>
        <p:nvPicPr>
          <p:cNvPr id="742" name="Google Shape;742;p59"/>
          <p:cNvPicPr preferRelativeResize="0"/>
          <p:nvPr/>
        </p:nvPicPr>
        <p:blipFill rotWithShape="1">
          <a:blip r:embed="rId3">
            <a:alphaModFix/>
          </a:blip>
          <a:srcRect/>
          <a:stretch/>
        </p:blipFill>
        <p:spPr>
          <a:xfrm>
            <a:off x="107950" y="3625724"/>
            <a:ext cx="7613696" cy="1474550"/>
          </a:xfrm>
          <a:prstGeom prst="rect">
            <a:avLst/>
          </a:prstGeom>
          <a:noFill/>
          <a:ln w="9525" cap="flat" cmpd="sng">
            <a:solidFill>
              <a:schemeClr val="accent1"/>
            </a:solidFill>
            <a:prstDash val="solid"/>
            <a:round/>
            <a:headEnd type="none" w="sm" len="sm"/>
            <a:tailEnd type="none" w="sm" len="sm"/>
          </a:ln>
        </p:spPr>
      </p:pic>
      <p:sp>
        <p:nvSpPr>
          <p:cNvPr id="743" name="Google Shape;743;p59"/>
          <p:cNvSpPr txBox="1"/>
          <p:nvPr/>
        </p:nvSpPr>
        <p:spPr>
          <a:xfrm>
            <a:off x="192197" y="3700461"/>
            <a:ext cx="4735500" cy="314700"/>
          </a:xfrm>
          <a:prstGeom prst="rect">
            <a:avLst/>
          </a:prstGeom>
          <a:noFill/>
          <a:ln>
            <a:noFill/>
          </a:ln>
        </p:spPr>
        <p:txBody>
          <a:bodyPr spcFirstLastPara="1" wrap="square" lIns="68575" tIns="34275" rIns="68575" bIns="34275" anchor="t" anchorCtr="0">
            <a:noAutofit/>
          </a:bodyPr>
          <a:lstStyle/>
          <a:p>
            <a:pPr marL="0" marR="0" lvl="0" indent="0" algn="l" rtl="0">
              <a:lnSpc>
                <a:spcPct val="90000"/>
              </a:lnSpc>
              <a:spcBef>
                <a:spcPts val="0"/>
              </a:spcBef>
              <a:spcAft>
                <a:spcPts val="0"/>
              </a:spcAft>
              <a:buClr>
                <a:schemeClr val="dk2"/>
              </a:buClr>
              <a:buSzPts val="1500"/>
              <a:buFont typeface="Arial"/>
              <a:buNone/>
            </a:pPr>
            <a:r>
              <a:rPr lang="en" sz="1500" b="0" i="0" u="sng" strike="noStrike" cap="none">
                <a:solidFill>
                  <a:schemeClr val="hlink"/>
                </a:solidFill>
                <a:latin typeface="Calibri"/>
                <a:ea typeface="Calibri"/>
                <a:cs typeface="Calibri"/>
                <a:sym typeface="Calibri"/>
                <a:hlinkClick r:id="rId9"/>
              </a:rPr>
              <a:t>Top 3 Wiz High Risk Issues by Count</a:t>
            </a:r>
            <a:r>
              <a:rPr lang="en" sz="1500" b="0" i="0" u="none" strike="noStrike" cap="none">
                <a:solidFill>
                  <a:srgbClr val="0254EC"/>
                </a:solidFill>
                <a:latin typeface="Calibri"/>
                <a:ea typeface="Calibri"/>
                <a:cs typeface="Calibri"/>
                <a:sym typeface="Calibri"/>
              </a:rPr>
              <a:t> </a:t>
            </a:r>
            <a:r>
              <a:rPr lang="en" sz="1500" b="0" i="0" u="none" strike="noStrike" cap="none">
                <a:solidFill>
                  <a:schemeClr val="hlink"/>
                </a:solidFill>
                <a:uFill>
                  <a:noFill/>
                </a:uFill>
                <a:latin typeface="Calibri"/>
                <a:ea typeface="Calibri"/>
                <a:cs typeface="Calibri"/>
                <a:sym typeface="Calibri"/>
                <a:hlinkClick r:id="rId8"/>
              </a:rPr>
              <a:t>↗</a:t>
            </a:r>
            <a:endParaRPr sz="1700" b="0" i="0" u="none" strike="noStrike" cap="none">
              <a:solidFill>
                <a:srgbClr val="0254EC"/>
              </a:solidFill>
              <a:latin typeface="Calibri"/>
              <a:ea typeface="Calibri"/>
              <a:cs typeface="Calibri"/>
              <a:sym typeface="Calibri"/>
            </a:endParaRPr>
          </a:p>
        </p:txBody>
      </p:sp>
      <p:sp>
        <p:nvSpPr>
          <p:cNvPr id="744" name="Google Shape;744;p59"/>
          <p:cNvSpPr txBox="1"/>
          <p:nvPr/>
        </p:nvSpPr>
        <p:spPr>
          <a:xfrm>
            <a:off x="6213626" y="3912215"/>
            <a:ext cx="1425000" cy="1368000"/>
          </a:xfrm>
          <a:prstGeom prst="rect">
            <a:avLst/>
          </a:prstGeom>
          <a:noFill/>
          <a:ln>
            <a:noFill/>
          </a:ln>
        </p:spPr>
        <p:txBody>
          <a:bodyPr spcFirstLastPara="1" wrap="square" lIns="0" tIns="91425" rIns="0" bIns="91425" anchor="ctr" anchorCtr="0">
            <a:noAutofit/>
          </a:bodyPr>
          <a:lstStyle/>
          <a:p>
            <a:pPr marL="0" marR="0" lvl="0" indent="0" algn="r" rtl="0">
              <a:lnSpc>
                <a:spcPct val="100000"/>
              </a:lnSpc>
              <a:spcBef>
                <a:spcPts val="0"/>
              </a:spcBef>
              <a:spcAft>
                <a:spcPts val="0"/>
              </a:spcAft>
              <a:buClr>
                <a:schemeClr val="dk1"/>
              </a:buClr>
              <a:buSzPts val="1100"/>
              <a:buFont typeface="Arial"/>
              <a:buNone/>
            </a:pPr>
            <a:r>
              <a:rPr lang="en" sz="900" b="0" i="0" u="none" strike="noStrike" cap="none">
                <a:solidFill>
                  <a:schemeClr val="dk1"/>
                </a:solidFill>
                <a:latin typeface="Calibri"/>
                <a:ea typeface="Calibri"/>
                <a:cs typeface="Calibri"/>
                <a:sym typeface="Calibri"/>
              </a:rPr>
              <a:t>{{HI_CBC_1}} Issues</a:t>
            </a:r>
            <a:endParaRPr sz="900" b="0" i="0" u="none" strike="noStrike" cap="none">
              <a:solidFill>
                <a:schemeClr val="dk1"/>
              </a:solidFill>
              <a:latin typeface="Calibri"/>
              <a:ea typeface="Calibri"/>
              <a:cs typeface="Calibri"/>
              <a:sym typeface="Calibri"/>
            </a:endParaRPr>
          </a:p>
          <a:p>
            <a:pPr marL="0" marR="0" lvl="0" indent="0" algn="r" rtl="0">
              <a:lnSpc>
                <a:spcPct val="100000"/>
              </a:lnSpc>
              <a:spcBef>
                <a:spcPts val="0"/>
              </a:spcBef>
              <a:spcAft>
                <a:spcPts val="0"/>
              </a:spcAft>
              <a:buClr>
                <a:srgbClr val="000000"/>
              </a:buClr>
              <a:buSzPts val="1500"/>
              <a:buFont typeface="Arial"/>
              <a:buNone/>
            </a:pPr>
            <a:endParaRPr sz="1500" b="0" i="0" u="none" strike="noStrike" cap="none">
              <a:solidFill>
                <a:schemeClr val="dk1"/>
              </a:solidFill>
              <a:latin typeface="Calibri"/>
              <a:ea typeface="Calibri"/>
              <a:cs typeface="Calibri"/>
              <a:sym typeface="Calibri"/>
            </a:endParaRPr>
          </a:p>
          <a:p>
            <a:pPr marL="0" marR="0" lvl="0" indent="0" algn="r" rtl="0">
              <a:lnSpc>
                <a:spcPct val="100000"/>
              </a:lnSpc>
              <a:spcBef>
                <a:spcPts val="0"/>
              </a:spcBef>
              <a:spcAft>
                <a:spcPts val="0"/>
              </a:spcAft>
              <a:buClr>
                <a:srgbClr val="000000"/>
              </a:buClr>
              <a:buSzPts val="900"/>
              <a:buFont typeface="Arial"/>
              <a:buNone/>
            </a:pPr>
            <a:r>
              <a:rPr lang="en" sz="900" b="0" i="0" u="none" strike="noStrike" cap="none">
                <a:solidFill>
                  <a:schemeClr val="dk1"/>
                </a:solidFill>
                <a:latin typeface="Calibri"/>
                <a:ea typeface="Calibri"/>
                <a:cs typeface="Calibri"/>
                <a:sym typeface="Calibri"/>
              </a:rPr>
              <a:t>{{HI_CBC_2}} Issues</a:t>
            </a:r>
            <a:endParaRPr sz="900" b="0" i="0" u="none" strike="noStrike" cap="none">
              <a:solidFill>
                <a:schemeClr val="dk1"/>
              </a:solidFill>
              <a:latin typeface="Calibri"/>
              <a:ea typeface="Calibri"/>
              <a:cs typeface="Calibri"/>
              <a:sym typeface="Calibri"/>
            </a:endParaRPr>
          </a:p>
          <a:p>
            <a:pPr marL="0" marR="0" lvl="0" indent="0" algn="r" rtl="0">
              <a:lnSpc>
                <a:spcPct val="100000"/>
              </a:lnSpc>
              <a:spcBef>
                <a:spcPts val="0"/>
              </a:spcBef>
              <a:spcAft>
                <a:spcPts val="0"/>
              </a:spcAft>
              <a:buClr>
                <a:srgbClr val="000000"/>
              </a:buClr>
              <a:buSzPts val="1500"/>
              <a:buFont typeface="Arial"/>
              <a:buNone/>
            </a:pPr>
            <a:endParaRPr sz="1500" b="0" i="0" u="none" strike="noStrike" cap="none">
              <a:solidFill>
                <a:schemeClr val="dk1"/>
              </a:solidFill>
              <a:latin typeface="Calibri"/>
              <a:ea typeface="Calibri"/>
              <a:cs typeface="Calibri"/>
              <a:sym typeface="Calibri"/>
            </a:endParaRPr>
          </a:p>
          <a:p>
            <a:pPr marL="0" marR="0" lvl="0" indent="0" algn="r" rtl="0">
              <a:lnSpc>
                <a:spcPct val="100000"/>
              </a:lnSpc>
              <a:spcBef>
                <a:spcPts val="0"/>
              </a:spcBef>
              <a:spcAft>
                <a:spcPts val="0"/>
              </a:spcAft>
              <a:buClr>
                <a:srgbClr val="000000"/>
              </a:buClr>
              <a:buSzPts val="900"/>
              <a:buFont typeface="Arial"/>
              <a:buNone/>
            </a:pPr>
            <a:r>
              <a:rPr lang="en" sz="900" b="0" i="0" u="none" strike="noStrike" cap="none">
                <a:solidFill>
                  <a:schemeClr val="dk1"/>
                </a:solidFill>
                <a:latin typeface="Calibri"/>
                <a:ea typeface="Calibri"/>
                <a:cs typeface="Calibri"/>
                <a:sym typeface="Calibri"/>
              </a:rPr>
              <a:t>{{HI_CBC_3}} Issues</a:t>
            </a:r>
            <a:endParaRPr sz="900" b="0" i="0" u="none" strike="noStrike" cap="none">
              <a:solidFill>
                <a:schemeClr val="dk1"/>
              </a:solidFill>
              <a:latin typeface="Calibri"/>
              <a:ea typeface="Calibri"/>
              <a:cs typeface="Calibri"/>
              <a:sym typeface="Calibri"/>
            </a:endParaRPr>
          </a:p>
        </p:txBody>
      </p:sp>
      <p:sp>
        <p:nvSpPr>
          <p:cNvPr id="745" name="Google Shape;745;p59"/>
          <p:cNvSpPr txBox="1"/>
          <p:nvPr/>
        </p:nvSpPr>
        <p:spPr>
          <a:xfrm>
            <a:off x="6198064" y="2230298"/>
            <a:ext cx="1425000" cy="1368000"/>
          </a:xfrm>
          <a:prstGeom prst="rect">
            <a:avLst/>
          </a:prstGeom>
          <a:noFill/>
          <a:ln>
            <a:noFill/>
          </a:ln>
        </p:spPr>
        <p:txBody>
          <a:bodyPr spcFirstLastPara="1" wrap="square" lIns="0" tIns="91425" rIns="0" bIns="91425" anchor="ctr" anchorCtr="0">
            <a:noAutofit/>
          </a:bodyPr>
          <a:lstStyle/>
          <a:p>
            <a:pPr marL="0" marR="0" lvl="0" indent="0" algn="r" rtl="0">
              <a:lnSpc>
                <a:spcPct val="100000"/>
              </a:lnSpc>
              <a:spcBef>
                <a:spcPts val="0"/>
              </a:spcBef>
              <a:spcAft>
                <a:spcPts val="0"/>
              </a:spcAft>
              <a:buClr>
                <a:srgbClr val="000000"/>
              </a:buClr>
              <a:buSzPts val="900"/>
              <a:buFont typeface="Arial"/>
              <a:buNone/>
            </a:pPr>
            <a:r>
              <a:rPr lang="en" sz="900" b="0" i="0" u="none" strike="noStrike" cap="none">
                <a:solidFill>
                  <a:schemeClr val="dk1"/>
                </a:solidFill>
                <a:latin typeface="Calibri"/>
                <a:ea typeface="Calibri"/>
                <a:cs typeface="Calibri"/>
                <a:sym typeface="Calibri"/>
              </a:rPr>
              <a:t>{{CI_CBC_1}} Issues</a:t>
            </a:r>
            <a:endParaRPr sz="900" b="0" i="0" u="none" strike="noStrike" cap="none">
              <a:solidFill>
                <a:schemeClr val="dk1"/>
              </a:solidFill>
              <a:latin typeface="Calibri"/>
              <a:ea typeface="Calibri"/>
              <a:cs typeface="Calibri"/>
              <a:sym typeface="Calibri"/>
            </a:endParaRPr>
          </a:p>
          <a:p>
            <a:pPr marL="0" marR="0" lvl="0" indent="0" algn="r" rtl="0">
              <a:lnSpc>
                <a:spcPct val="100000"/>
              </a:lnSpc>
              <a:spcBef>
                <a:spcPts val="0"/>
              </a:spcBef>
              <a:spcAft>
                <a:spcPts val="0"/>
              </a:spcAft>
              <a:buClr>
                <a:srgbClr val="000000"/>
              </a:buClr>
              <a:buSzPts val="1500"/>
              <a:buFont typeface="Arial"/>
              <a:buNone/>
            </a:pPr>
            <a:endParaRPr sz="1500" b="0" i="0" u="none" strike="noStrike" cap="none">
              <a:solidFill>
                <a:schemeClr val="dk1"/>
              </a:solidFill>
              <a:latin typeface="Calibri"/>
              <a:ea typeface="Calibri"/>
              <a:cs typeface="Calibri"/>
              <a:sym typeface="Calibri"/>
            </a:endParaRPr>
          </a:p>
          <a:p>
            <a:pPr marL="0" marR="0" lvl="0" indent="0" algn="r" rtl="0">
              <a:lnSpc>
                <a:spcPct val="100000"/>
              </a:lnSpc>
              <a:spcBef>
                <a:spcPts val="0"/>
              </a:spcBef>
              <a:spcAft>
                <a:spcPts val="0"/>
              </a:spcAft>
              <a:buClr>
                <a:srgbClr val="000000"/>
              </a:buClr>
              <a:buSzPts val="900"/>
              <a:buFont typeface="Arial"/>
              <a:buNone/>
            </a:pPr>
            <a:r>
              <a:rPr lang="en" sz="900" b="0" i="0" u="none" strike="noStrike" cap="none">
                <a:solidFill>
                  <a:schemeClr val="dk1"/>
                </a:solidFill>
                <a:latin typeface="Calibri"/>
                <a:ea typeface="Calibri"/>
                <a:cs typeface="Calibri"/>
                <a:sym typeface="Calibri"/>
              </a:rPr>
              <a:t>{{CI_CBC_2}} Issues</a:t>
            </a:r>
            <a:endParaRPr sz="900" b="0" i="0" u="none" strike="noStrike" cap="none">
              <a:solidFill>
                <a:schemeClr val="dk1"/>
              </a:solidFill>
              <a:latin typeface="Calibri"/>
              <a:ea typeface="Calibri"/>
              <a:cs typeface="Calibri"/>
              <a:sym typeface="Calibri"/>
            </a:endParaRPr>
          </a:p>
          <a:p>
            <a:pPr marL="0" marR="0" lvl="0" indent="0" algn="r" rtl="0">
              <a:lnSpc>
                <a:spcPct val="100000"/>
              </a:lnSpc>
              <a:spcBef>
                <a:spcPts val="0"/>
              </a:spcBef>
              <a:spcAft>
                <a:spcPts val="0"/>
              </a:spcAft>
              <a:buClr>
                <a:srgbClr val="000000"/>
              </a:buClr>
              <a:buSzPts val="1500"/>
              <a:buFont typeface="Arial"/>
              <a:buNone/>
            </a:pPr>
            <a:endParaRPr sz="1500" b="0" i="0" u="none" strike="noStrike" cap="none">
              <a:solidFill>
                <a:schemeClr val="dk1"/>
              </a:solidFill>
              <a:latin typeface="Calibri"/>
              <a:ea typeface="Calibri"/>
              <a:cs typeface="Calibri"/>
              <a:sym typeface="Calibri"/>
            </a:endParaRPr>
          </a:p>
          <a:p>
            <a:pPr marL="0" marR="0" lvl="0" indent="0" algn="r" rtl="0">
              <a:lnSpc>
                <a:spcPct val="100000"/>
              </a:lnSpc>
              <a:spcBef>
                <a:spcPts val="0"/>
              </a:spcBef>
              <a:spcAft>
                <a:spcPts val="0"/>
              </a:spcAft>
              <a:buClr>
                <a:srgbClr val="000000"/>
              </a:buClr>
              <a:buSzPts val="900"/>
              <a:buFont typeface="Arial"/>
              <a:buNone/>
            </a:pPr>
            <a:r>
              <a:rPr lang="en" sz="900" b="0" i="0" u="none" strike="noStrike" cap="none">
                <a:solidFill>
                  <a:schemeClr val="dk1"/>
                </a:solidFill>
                <a:latin typeface="Calibri"/>
                <a:ea typeface="Calibri"/>
                <a:cs typeface="Calibri"/>
                <a:sym typeface="Calibri"/>
              </a:rPr>
              <a:t>{{CI_CBC_3}} Issues</a:t>
            </a:r>
            <a:endParaRPr sz="900" b="0" i="0" u="none" strike="noStrike" cap="none">
              <a:solidFill>
                <a:schemeClr val="dk1"/>
              </a:solidFill>
              <a:latin typeface="Calibri"/>
              <a:ea typeface="Calibri"/>
              <a:cs typeface="Calibri"/>
              <a:sym typeface="Calibri"/>
            </a:endParaRPr>
          </a:p>
        </p:txBody>
      </p:sp>
      <p:sp>
        <p:nvSpPr>
          <p:cNvPr id="746" name="Google Shape;746;p59"/>
          <p:cNvSpPr txBox="1"/>
          <p:nvPr/>
        </p:nvSpPr>
        <p:spPr>
          <a:xfrm>
            <a:off x="112748" y="4015785"/>
            <a:ext cx="6979500" cy="1273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1100"/>
              <a:buFont typeface="Arial"/>
              <a:buNone/>
            </a:pPr>
            <a:r>
              <a:rPr lang="en" sz="900" b="0" i="0" u="sng" strike="noStrike" cap="none">
                <a:solidFill>
                  <a:srgbClr val="0254EC"/>
                </a:solidFill>
                <a:highlight>
                  <a:srgbClr val="F9FAFB"/>
                </a:highlight>
                <a:latin typeface="Calibri"/>
                <a:ea typeface="Calibri"/>
                <a:cs typeface="Calibri"/>
                <a:sym typeface="Calibri"/>
              </a:rPr>
              <a:t>{{HI_CONTROL_1}}</a:t>
            </a:r>
            <a:endParaRPr sz="900" b="0" i="0" u="sng" strike="noStrike" cap="none">
              <a:solidFill>
                <a:srgbClr val="0254EC"/>
              </a:solidFill>
              <a:highlight>
                <a:srgbClr val="F9FAFB"/>
              </a:highlight>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 sz="800" b="0" i="0" u="none" strike="noStrike" cap="none">
                <a:solidFill>
                  <a:srgbClr val="D97706"/>
                </a:solidFill>
                <a:highlight>
                  <a:srgbClr val="F9CB9C"/>
                </a:highlight>
                <a:latin typeface="Calibri"/>
                <a:ea typeface="Calibri"/>
                <a:cs typeface="Calibri"/>
                <a:sym typeface="Calibri"/>
              </a:rPr>
              <a:t>HIGH</a:t>
            </a:r>
            <a:endParaRPr sz="800" b="0" i="0" u="none" strike="noStrike" cap="none">
              <a:solidFill>
                <a:srgbClr val="D97706"/>
              </a:solidFill>
              <a:highlight>
                <a:srgbClr val="F9CB9C"/>
              </a:highlight>
              <a:latin typeface="Calibri"/>
              <a:ea typeface="Calibri"/>
              <a:cs typeface="Calibri"/>
              <a:sym typeface="Calibri"/>
            </a:endParaRPr>
          </a:p>
          <a:p>
            <a:pPr marL="0" marR="0" lvl="0" indent="0" algn="l" rtl="0">
              <a:lnSpc>
                <a:spcPct val="100000"/>
              </a:lnSpc>
              <a:spcBef>
                <a:spcPts val="700"/>
              </a:spcBef>
              <a:spcAft>
                <a:spcPts val="0"/>
              </a:spcAft>
              <a:buClr>
                <a:schemeClr val="dk1"/>
              </a:buClr>
              <a:buSzPts val="1100"/>
              <a:buFont typeface="Arial"/>
              <a:buNone/>
            </a:pPr>
            <a:r>
              <a:rPr lang="en" sz="900" b="0" i="0" u="sng" strike="noStrike" cap="none">
                <a:solidFill>
                  <a:srgbClr val="0254EC"/>
                </a:solidFill>
                <a:highlight>
                  <a:srgbClr val="F9FAFB"/>
                </a:highlight>
                <a:latin typeface="Calibri"/>
                <a:ea typeface="Calibri"/>
                <a:cs typeface="Calibri"/>
                <a:sym typeface="Calibri"/>
              </a:rPr>
              <a:t>{{HI_CONTROL_2}}</a:t>
            </a:r>
            <a:br>
              <a:rPr lang="en" sz="800" b="0" i="0" u="sng" strike="noStrike" cap="none">
                <a:solidFill>
                  <a:schemeClr val="hlink"/>
                </a:solidFill>
                <a:highlight>
                  <a:srgbClr val="FFFFFF"/>
                </a:highlight>
                <a:latin typeface="Calibri"/>
                <a:ea typeface="Calibri"/>
                <a:cs typeface="Calibri"/>
                <a:sym typeface="Calibri"/>
              </a:rPr>
            </a:br>
            <a:r>
              <a:rPr lang="en" sz="800" b="0" i="0" u="none" strike="noStrike" cap="none">
                <a:solidFill>
                  <a:srgbClr val="D97706"/>
                </a:solidFill>
                <a:highlight>
                  <a:srgbClr val="F9CB9C"/>
                </a:highlight>
                <a:latin typeface="Calibri"/>
                <a:ea typeface="Calibri"/>
                <a:cs typeface="Calibri"/>
                <a:sym typeface="Calibri"/>
              </a:rPr>
              <a:t>HIGH</a:t>
            </a:r>
            <a:endParaRPr sz="800" b="0" i="0" u="none" strike="noStrike" cap="none">
              <a:solidFill>
                <a:srgbClr val="991B1B"/>
              </a:solidFill>
              <a:highlight>
                <a:srgbClr val="FEE2E2"/>
              </a:highlight>
              <a:latin typeface="Calibri"/>
              <a:ea typeface="Calibri"/>
              <a:cs typeface="Calibri"/>
              <a:sym typeface="Calibri"/>
            </a:endParaRPr>
          </a:p>
          <a:p>
            <a:pPr marL="0" marR="0" lvl="0" indent="0" algn="l" rtl="0">
              <a:lnSpc>
                <a:spcPct val="100000"/>
              </a:lnSpc>
              <a:spcBef>
                <a:spcPts val="700"/>
              </a:spcBef>
              <a:spcAft>
                <a:spcPts val="0"/>
              </a:spcAft>
              <a:buClr>
                <a:schemeClr val="dk1"/>
              </a:buClr>
              <a:buSzPts val="1100"/>
              <a:buFont typeface="Arial"/>
              <a:buNone/>
            </a:pPr>
            <a:r>
              <a:rPr lang="en" sz="900" b="0" i="0" u="sng" strike="noStrike" cap="none">
                <a:solidFill>
                  <a:srgbClr val="0254EC"/>
                </a:solidFill>
                <a:highlight>
                  <a:srgbClr val="F9FAFB"/>
                </a:highlight>
                <a:latin typeface="Calibri"/>
                <a:ea typeface="Calibri"/>
                <a:cs typeface="Calibri"/>
                <a:sym typeface="Calibri"/>
              </a:rPr>
              <a:t>{{HI_CONTROL_3}}</a:t>
            </a:r>
            <a:br>
              <a:rPr lang="en" sz="800" b="0" i="0" u="sng" strike="noStrike" cap="none">
                <a:solidFill>
                  <a:schemeClr val="hlink"/>
                </a:solidFill>
                <a:highlight>
                  <a:srgbClr val="FFFFFF"/>
                </a:highlight>
                <a:latin typeface="Calibri"/>
                <a:ea typeface="Calibri"/>
                <a:cs typeface="Calibri"/>
                <a:sym typeface="Calibri"/>
              </a:rPr>
            </a:br>
            <a:r>
              <a:rPr lang="en" sz="800" b="0" i="0" u="none" strike="noStrike" cap="none">
                <a:solidFill>
                  <a:srgbClr val="D97706"/>
                </a:solidFill>
                <a:highlight>
                  <a:srgbClr val="F9CB9C"/>
                </a:highlight>
                <a:latin typeface="Calibri"/>
                <a:ea typeface="Calibri"/>
                <a:cs typeface="Calibri"/>
                <a:sym typeface="Calibri"/>
              </a:rPr>
              <a:t>HIGH</a:t>
            </a:r>
            <a:endParaRPr sz="800" b="0" i="0" u="none" strike="noStrike" cap="none">
              <a:solidFill>
                <a:srgbClr val="991B1B"/>
              </a:solidFill>
              <a:highlight>
                <a:srgbClr val="FEE2E2"/>
              </a:highlight>
              <a:latin typeface="Calibri"/>
              <a:ea typeface="Calibri"/>
              <a:cs typeface="Calibri"/>
              <a:sym typeface="Calibri"/>
            </a:endParaRPr>
          </a:p>
          <a:p>
            <a:pPr marL="0" marR="0" lvl="0" indent="0" algn="r" rtl="0">
              <a:lnSpc>
                <a:spcPct val="115000"/>
              </a:lnSpc>
              <a:spcBef>
                <a:spcPts val="700"/>
              </a:spcBef>
              <a:spcAft>
                <a:spcPts val="0"/>
              </a:spcAft>
              <a:buClr>
                <a:srgbClr val="000000"/>
              </a:buClr>
              <a:buSzPts val="200"/>
              <a:buFont typeface="Arial"/>
              <a:buNone/>
            </a:pPr>
            <a:endParaRPr sz="200" b="0" i="0" u="none" strike="noStrike" cap="none">
              <a:solidFill>
                <a:srgbClr val="1155CC"/>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392"/>
        <p:cNvGrpSpPr/>
        <p:nvPr/>
      </p:nvGrpSpPr>
      <p:grpSpPr>
        <a:xfrm>
          <a:off x="0" y="0"/>
          <a:ext cx="0" cy="0"/>
          <a:chOff x="0" y="0"/>
          <a:chExt cx="0" cy="0"/>
        </a:xfrm>
      </p:grpSpPr>
      <p:pic>
        <p:nvPicPr>
          <p:cNvPr id="1393" name="Google Shape;1393;p68" title="Rectangle 7854.png"/>
          <p:cNvPicPr preferRelativeResize="0"/>
          <p:nvPr/>
        </p:nvPicPr>
        <p:blipFill rotWithShape="1">
          <a:blip r:embed="rId3">
            <a:alphaModFix/>
          </a:blip>
          <a:srcRect/>
          <a:stretch/>
        </p:blipFill>
        <p:spPr>
          <a:xfrm>
            <a:off x="3237298" y="1837850"/>
            <a:ext cx="2669404" cy="3050125"/>
          </a:xfrm>
          <a:prstGeom prst="rect">
            <a:avLst/>
          </a:prstGeom>
          <a:noFill/>
          <a:ln>
            <a:noFill/>
          </a:ln>
        </p:spPr>
      </p:pic>
      <p:pic>
        <p:nvPicPr>
          <p:cNvPr id="1394" name="Google Shape;1394;p68" title="Rectangle 7854.png"/>
          <p:cNvPicPr preferRelativeResize="0"/>
          <p:nvPr/>
        </p:nvPicPr>
        <p:blipFill rotWithShape="1">
          <a:blip r:embed="rId3">
            <a:alphaModFix/>
          </a:blip>
          <a:srcRect/>
          <a:stretch/>
        </p:blipFill>
        <p:spPr>
          <a:xfrm>
            <a:off x="357125" y="1837850"/>
            <a:ext cx="2669404" cy="3050125"/>
          </a:xfrm>
          <a:prstGeom prst="rect">
            <a:avLst/>
          </a:prstGeom>
          <a:noFill/>
          <a:ln>
            <a:noFill/>
          </a:ln>
        </p:spPr>
      </p:pic>
      <p:cxnSp>
        <p:nvCxnSpPr>
          <p:cNvPr id="1395" name="Google Shape;1395;p68"/>
          <p:cNvCxnSpPr/>
          <p:nvPr/>
        </p:nvCxnSpPr>
        <p:spPr>
          <a:xfrm>
            <a:off x="630575" y="3063399"/>
            <a:ext cx="2122500" cy="0"/>
          </a:xfrm>
          <a:prstGeom prst="straightConnector1">
            <a:avLst/>
          </a:prstGeom>
          <a:noFill/>
          <a:ln w="9525" cap="flat" cmpd="sng">
            <a:solidFill>
              <a:srgbClr val="0254EC"/>
            </a:solidFill>
            <a:prstDash val="solid"/>
            <a:round/>
            <a:headEnd type="none" w="sm" len="sm"/>
            <a:tailEnd type="none" w="sm" len="sm"/>
          </a:ln>
        </p:spPr>
      </p:cxnSp>
      <p:sp>
        <p:nvSpPr>
          <p:cNvPr id="1396" name="Google Shape;1396;p68"/>
          <p:cNvSpPr txBox="1"/>
          <p:nvPr/>
        </p:nvSpPr>
        <p:spPr>
          <a:xfrm>
            <a:off x="325228" y="3203849"/>
            <a:ext cx="2641800" cy="1684123"/>
          </a:xfrm>
          <a:prstGeom prst="rect">
            <a:avLst/>
          </a:prstGeom>
          <a:noFill/>
          <a:ln>
            <a:noFill/>
          </a:ln>
        </p:spPr>
        <p:txBody>
          <a:bodyPr spcFirstLastPara="1" wrap="square" lIns="68575" tIns="34275" rIns="68575" bIns="34275" anchor="t" anchorCtr="0">
            <a:normAutofit/>
          </a:bodyPr>
          <a:lstStyle/>
          <a:p>
            <a:pPr marL="285750" marR="0" lvl="0" indent="-95250" algn="l" rtl="0">
              <a:lnSpc>
                <a:spcPct val="112000"/>
              </a:lnSpc>
              <a:spcBef>
                <a:spcPts val="0"/>
              </a:spcBef>
              <a:spcAft>
                <a:spcPts val="0"/>
              </a:spcAft>
              <a:buClr>
                <a:srgbClr val="01123F"/>
              </a:buClr>
              <a:buSzPts val="600"/>
              <a:buFont typeface="Poppins Light"/>
              <a:buChar char="●"/>
            </a:pPr>
            <a:r>
              <a:rPr lang="en" sz="900" b="0" i="0" u="none" strike="noStrike" cap="none" dirty="0">
                <a:solidFill>
                  <a:srgbClr val="01123F"/>
                </a:solidFill>
                <a:latin typeface="Calibri" panose="020F0502020204030204" pitchFamily="34" charset="0"/>
                <a:ea typeface="Calibri" panose="020F0502020204030204" pitchFamily="34" charset="0"/>
                <a:cs typeface="Calibri" panose="020F0502020204030204" pitchFamily="34" charset="0"/>
                <a:sym typeface="Poppins Light"/>
              </a:rPr>
              <a:t>How do you determine what to work on first?</a:t>
            </a:r>
            <a:endParaRPr sz="900" b="0" i="0" u="none" strike="noStrike" cap="none" dirty="0">
              <a:solidFill>
                <a:srgbClr val="01123F"/>
              </a:solidFill>
              <a:latin typeface="Calibri" panose="020F0502020204030204" pitchFamily="34" charset="0"/>
              <a:ea typeface="Calibri" panose="020F0502020204030204" pitchFamily="34" charset="0"/>
              <a:cs typeface="Calibri" panose="020F0502020204030204" pitchFamily="34" charset="0"/>
              <a:sym typeface="Poppins Light"/>
            </a:endParaRPr>
          </a:p>
          <a:p>
            <a:pPr marL="285750" indent="-95250">
              <a:lnSpc>
                <a:spcPct val="112000"/>
              </a:lnSpc>
              <a:buClr>
                <a:srgbClr val="01123F"/>
              </a:buClr>
              <a:buSzPts val="600"/>
              <a:buFont typeface="Poppins Light"/>
              <a:buChar char="●"/>
            </a:pPr>
            <a:r>
              <a:rPr lang="en-US" sz="900" b="0" i="0" u="none" strike="noStrike" cap="none" dirty="0">
                <a:solidFill>
                  <a:srgbClr val="01123F"/>
                </a:solidFill>
                <a:latin typeface="Calibri" panose="020F0502020204030204" pitchFamily="34" charset="0"/>
                <a:ea typeface="Calibri" panose="020F0502020204030204" pitchFamily="34" charset="0"/>
                <a:cs typeface="Calibri" panose="020F0502020204030204" pitchFamily="34" charset="0"/>
                <a:sym typeface="Poppins Light"/>
              </a:rPr>
              <a:t>How are you alerted on Critical Issues, when they arise?</a:t>
            </a:r>
          </a:p>
          <a:p>
            <a:pPr marL="285750" marR="0" lvl="0" indent="-95250" algn="l" rtl="0">
              <a:lnSpc>
                <a:spcPct val="112000"/>
              </a:lnSpc>
              <a:spcBef>
                <a:spcPts val="0"/>
              </a:spcBef>
              <a:spcAft>
                <a:spcPts val="0"/>
              </a:spcAft>
              <a:buClr>
                <a:srgbClr val="01123F"/>
              </a:buClr>
              <a:buSzPts val="600"/>
              <a:buFont typeface="Poppins Light"/>
              <a:buChar char="●"/>
            </a:pPr>
            <a:r>
              <a:rPr lang="en-US" sz="900" b="0" i="0" u="none" strike="noStrike" cap="none" dirty="0">
                <a:solidFill>
                  <a:srgbClr val="01123F"/>
                </a:solidFill>
                <a:latin typeface="Calibri" panose="020F0502020204030204" pitchFamily="34" charset="0"/>
                <a:ea typeface="Calibri" panose="020F0502020204030204" pitchFamily="34" charset="0"/>
                <a:cs typeface="Calibri" panose="020F0502020204030204" pitchFamily="34" charset="0"/>
                <a:sym typeface="Poppins Light"/>
              </a:rPr>
              <a:t>Do</a:t>
            </a:r>
            <a:r>
              <a:rPr lang="en" sz="900" dirty="0">
                <a:solidFill>
                  <a:srgbClr val="01123F"/>
                </a:solidFill>
                <a:latin typeface="Calibri" panose="020F0502020204030204" pitchFamily="34" charset="0"/>
                <a:ea typeface="Calibri" panose="020F0502020204030204" pitchFamily="34" charset="0"/>
                <a:cs typeface="Calibri" panose="020F0502020204030204" pitchFamily="34" charset="0"/>
                <a:sym typeface="Poppins Light"/>
              </a:rPr>
              <a:t> you have any custom Graph Controls which are adding to your counts? Are they still relevant?</a:t>
            </a:r>
          </a:p>
          <a:p>
            <a:pPr marL="285750" indent="-95250">
              <a:lnSpc>
                <a:spcPct val="112000"/>
              </a:lnSpc>
              <a:buClr>
                <a:srgbClr val="01123F"/>
              </a:buClr>
              <a:buSzPts val="600"/>
              <a:buFont typeface="Poppins Light"/>
              <a:buChar char="●"/>
            </a:pPr>
            <a:r>
              <a:rPr lang="en-US" sz="900" b="0" i="0" u="none" strike="noStrike" cap="none" dirty="0">
                <a:solidFill>
                  <a:srgbClr val="01123F"/>
                </a:solidFill>
                <a:latin typeface="Calibri" panose="020F0502020204030204" pitchFamily="34" charset="0"/>
                <a:ea typeface="Calibri" panose="020F0502020204030204" pitchFamily="34" charset="0"/>
                <a:cs typeface="Calibri" panose="020F0502020204030204" pitchFamily="34" charset="0"/>
                <a:sym typeface="Poppins Light"/>
              </a:rPr>
              <a:t>Are you utilizing the Project Business Impact definitions to help identify and prioritize high business impact resources?</a:t>
            </a:r>
            <a:br>
              <a:rPr lang="en" sz="900" b="0" i="0" u="none" strike="noStrike" cap="none" dirty="0">
                <a:solidFill>
                  <a:srgbClr val="01123F"/>
                </a:solidFill>
                <a:latin typeface="Calibri" panose="020F0502020204030204" pitchFamily="34" charset="0"/>
                <a:ea typeface="Calibri" panose="020F0502020204030204" pitchFamily="34" charset="0"/>
                <a:cs typeface="Calibri" panose="020F0502020204030204" pitchFamily="34" charset="0"/>
                <a:sym typeface="Poppins Light"/>
              </a:rPr>
            </a:br>
            <a:endParaRPr sz="900" b="0" i="0" u="none" strike="noStrike" cap="none" dirty="0">
              <a:solidFill>
                <a:srgbClr val="01123F"/>
              </a:solidFill>
              <a:latin typeface="Calibri" panose="020F0502020204030204" pitchFamily="34" charset="0"/>
              <a:ea typeface="Calibri" panose="020F0502020204030204" pitchFamily="34" charset="0"/>
              <a:cs typeface="Calibri" panose="020F0502020204030204" pitchFamily="34" charset="0"/>
              <a:sym typeface="Poppins Light"/>
            </a:endParaRPr>
          </a:p>
        </p:txBody>
      </p:sp>
      <p:cxnSp>
        <p:nvCxnSpPr>
          <p:cNvPr id="1397" name="Google Shape;1397;p68"/>
          <p:cNvCxnSpPr/>
          <p:nvPr/>
        </p:nvCxnSpPr>
        <p:spPr>
          <a:xfrm>
            <a:off x="3510750" y="3063399"/>
            <a:ext cx="2122500" cy="0"/>
          </a:xfrm>
          <a:prstGeom prst="straightConnector1">
            <a:avLst/>
          </a:prstGeom>
          <a:noFill/>
          <a:ln w="9525" cap="flat" cmpd="sng">
            <a:solidFill>
              <a:srgbClr val="0254EC"/>
            </a:solidFill>
            <a:prstDash val="solid"/>
            <a:round/>
            <a:headEnd type="none" w="sm" len="sm"/>
            <a:tailEnd type="none" w="sm" len="sm"/>
          </a:ln>
        </p:spPr>
      </p:cxnSp>
      <p:pic>
        <p:nvPicPr>
          <p:cNvPr id="1398" name="Google Shape;1398;p68" title="Rectangle 7854.png"/>
          <p:cNvPicPr preferRelativeResize="0"/>
          <p:nvPr/>
        </p:nvPicPr>
        <p:blipFill rotWithShape="1">
          <a:blip r:embed="rId3">
            <a:alphaModFix/>
          </a:blip>
          <a:srcRect/>
          <a:stretch/>
        </p:blipFill>
        <p:spPr>
          <a:xfrm>
            <a:off x="6117471" y="1837850"/>
            <a:ext cx="2669404" cy="3050125"/>
          </a:xfrm>
          <a:prstGeom prst="rect">
            <a:avLst/>
          </a:prstGeom>
          <a:noFill/>
          <a:ln>
            <a:noFill/>
          </a:ln>
        </p:spPr>
      </p:pic>
      <p:cxnSp>
        <p:nvCxnSpPr>
          <p:cNvPr id="1399" name="Google Shape;1399;p68"/>
          <p:cNvCxnSpPr/>
          <p:nvPr/>
        </p:nvCxnSpPr>
        <p:spPr>
          <a:xfrm>
            <a:off x="6390925" y="3063399"/>
            <a:ext cx="2122500" cy="0"/>
          </a:xfrm>
          <a:prstGeom prst="straightConnector1">
            <a:avLst/>
          </a:prstGeom>
          <a:noFill/>
          <a:ln w="9525" cap="flat" cmpd="sng">
            <a:solidFill>
              <a:srgbClr val="0254EC"/>
            </a:solidFill>
            <a:prstDash val="solid"/>
            <a:round/>
            <a:headEnd type="none" w="sm" len="sm"/>
            <a:tailEnd type="none" w="sm" len="sm"/>
          </a:ln>
        </p:spPr>
      </p:cxnSp>
      <p:sp>
        <p:nvSpPr>
          <p:cNvPr id="1400" name="Google Shape;1400;p68"/>
          <p:cNvSpPr txBox="1"/>
          <p:nvPr/>
        </p:nvSpPr>
        <p:spPr>
          <a:xfrm>
            <a:off x="3219405" y="3203849"/>
            <a:ext cx="2599800" cy="1591433"/>
          </a:xfrm>
          <a:prstGeom prst="rect">
            <a:avLst/>
          </a:prstGeom>
          <a:noFill/>
          <a:ln>
            <a:noFill/>
          </a:ln>
        </p:spPr>
        <p:txBody>
          <a:bodyPr spcFirstLastPara="1" wrap="square" lIns="68575" tIns="34275" rIns="68575" bIns="34275" anchor="t" anchorCtr="0">
            <a:normAutofit/>
          </a:bodyPr>
          <a:lstStyle/>
          <a:p>
            <a:pPr marL="285750" marR="0" lvl="0" indent="-95250" algn="l" rtl="0">
              <a:lnSpc>
                <a:spcPct val="112000"/>
              </a:lnSpc>
              <a:spcBef>
                <a:spcPts val="0"/>
              </a:spcBef>
              <a:spcAft>
                <a:spcPts val="0"/>
              </a:spcAft>
              <a:buClr>
                <a:srgbClr val="01123F"/>
              </a:buClr>
              <a:buSzPts val="600"/>
              <a:buFont typeface="Poppins Light"/>
              <a:buChar char="●"/>
            </a:pPr>
            <a:r>
              <a:rPr lang="en" sz="900" b="0" i="0" u="none" strike="noStrike" cap="none" dirty="0">
                <a:solidFill>
                  <a:srgbClr val="01123F"/>
                </a:solidFill>
                <a:latin typeface="Calibri" panose="020F0502020204030204" pitchFamily="34" charset="0"/>
                <a:ea typeface="Calibri" panose="020F0502020204030204" pitchFamily="34" charset="0"/>
                <a:cs typeface="Calibri" panose="020F0502020204030204" pitchFamily="34" charset="0"/>
                <a:sym typeface="Poppins Light"/>
              </a:rPr>
              <a:t>Grouping filters or queries to identify the “low hanging fruit” Issues (i.e. resources exhibiting the same Issue)</a:t>
            </a:r>
          </a:p>
          <a:p>
            <a:pPr marL="285750" marR="0" lvl="0" indent="-95250" algn="l" rtl="0">
              <a:lnSpc>
                <a:spcPct val="112000"/>
              </a:lnSpc>
              <a:spcBef>
                <a:spcPts val="0"/>
              </a:spcBef>
              <a:spcAft>
                <a:spcPts val="0"/>
              </a:spcAft>
              <a:buClr>
                <a:srgbClr val="01123F"/>
              </a:buClr>
              <a:buSzPts val="600"/>
              <a:buFont typeface="Poppins Light"/>
              <a:buChar char="●"/>
            </a:pPr>
            <a:r>
              <a:rPr lang="en-US" sz="900" b="0" i="0" u="none" strike="noStrike" cap="none" dirty="0">
                <a:solidFill>
                  <a:srgbClr val="01123F"/>
                </a:solidFill>
                <a:latin typeface="Calibri" panose="020F0502020204030204" pitchFamily="34" charset="0"/>
                <a:ea typeface="Calibri" panose="020F0502020204030204" pitchFamily="34" charset="0"/>
                <a:cs typeface="Calibri" panose="020F0502020204030204" pitchFamily="34" charset="0"/>
                <a:sym typeface="Poppins Light"/>
              </a:rPr>
              <a:t>Are you using Posture Policies to identify and group high-profile threat vulnerabilities?</a:t>
            </a:r>
            <a:endParaRPr sz="900" b="0" i="0" u="none" strike="noStrike" cap="none" dirty="0">
              <a:solidFill>
                <a:srgbClr val="01123F"/>
              </a:solidFill>
              <a:latin typeface="Calibri" panose="020F0502020204030204" pitchFamily="34" charset="0"/>
              <a:ea typeface="Calibri" panose="020F0502020204030204" pitchFamily="34" charset="0"/>
              <a:cs typeface="Calibri" panose="020F0502020204030204" pitchFamily="34" charset="0"/>
              <a:sym typeface="Poppins Light"/>
            </a:endParaRPr>
          </a:p>
        </p:txBody>
      </p:sp>
      <p:sp>
        <p:nvSpPr>
          <p:cNvPr id="1401" name="Google Shape;1401;p68"/>
          <p:cNvSpPr txBox="1"/>
          <p:nvPr/>
        </p:nvSpPr>
        <p:spPr>
          <a:xfrm>
            <a:off x="6097826" y="3203850"/>
            <a:ext cx="2641800" cy="1684200"/>
          </a:xfrm>
          <a:prstGeom prst="rect">
            <a:avLst/>
          </a:prstGeom>
          <a:noFill/>
          <a:ln>
            <a:noFill/>
          </a:ln>
        </p:spPr>
        <p:txBody>
          <a:bodyPr spcFirstLastPara="1" wrap="square" lIns="68575" tIns="34275" rIns="68575" bIns="34275" anchor="t" anchorCtr="0">
            <a:normAutofit/>
          </a:bodyPr>
          <a:lstStyle/>
          <a:p>
            <a:pPr marL="285750" marR="0" lvl="0" indent="-95250" algn="l" rtl="0">
              <a:lnSpc>
                <a:spcPct val="112000"/>
              </a:lnSpc>
              <a:spcBef>
                <a:spcPts val="0"/>
              </a:spcBef>
              <a:spcAft>
                <a:spcPts val="0"/>
              </a:spcAft>
              <a:buClr>
                <a:srgbClr val="01123F"/>
              </a:buClr>
              <a:buSzPts val="600"/>
              <a:buFont typeface="Poppins Light"/>
              <a:buChar char="●"/>
            </a:pPr>
            <a:r>
              <a:rPr lang="en" sz="900" b="0" i="0" u="none" strike="noStrike" cap="none" dirty="0">
                <a:solidFill>
                  <a:srgbClr val="01123F"/>
                </a:solidFill>
                <a:latin typeface="Calibri" panose="020F0502020204030204" pitchFamily="34" charset="0"/>
                <a:ea typeface="Calibri" panose="020F0502020204030204" pitchFamily="34" charset="0"/>
                <a:cs typeface="Calibri" panose="020F0502020204030204" pitchFamily="34" charset="0"/>
                <a:sym typeface="Poppins Light"/>
              </a:rPr>
              <a:t>Utilize Green Agent for automated investigation and remediation context</a:t>
            </a:r>
            <a:endParaRPr sz="900" b="0" i="0" u="none" strike="noStrike" cap="none" dirty="0">
              <a:solidFill>
                <a:srgbClr val="01123F"/>
              </a:solidFill>
              <a:latin typeface="Calibri" panose="020F0502020204030204" pitchFamily="34" charset="0"/>
              <a:ea typeface="Calibri" panose="020F0502020204030204" pitchFamily="34" charset="0"/>
              <a:cs typeface="Calibri" panose="020F0502020204030204" pitchFamily="34" charset="0"/>
              <a:sym typeface="Poppins Light"/>
            </a:endParaRPr>
          </a:p>
          <a:p>
            <a:pPr marL="285750" marR="0" lvl="0" indent="-95250" algn="l" rtl="0">
              <a:lnSpc>
                <a:spcPct val="112000"/>
              </a:lnSpc>
              <a:spcBef>
                <a:spcPts val="0"/>
              </a:spcBef>
              <a:spcAft>
                <a:spcPts val="0"/>
              </a:spcAft>
              <a:buClr>
                <a:srgbClr val="01123F"/>
              </a:buClr>
              <a:buSzPts val="600"/>
              <a:buFont typeface="Poppins Light"/>
              <a:buChar char="●"/>
            </a:pPr>
            <a:r>
              <a:rPr lang="en" sz="900" b="0" i="0" u="none" strike="noStrike" cap="none" dirty="0">
                <a:solidFill>
                  <a:srgbClr val="01123F"/>
                </a:solidFill>
                <a:latin typeface="Calibri" panose="020F0502020204030204" pitchFamily="34" charset="0"/>
                <a:ea typeface="Calibri" panose="020F0502020204030204" pitchFamily="34" charset="0"/>
                <a:cs typeface="Calibri" panose="020F0502020204030204" pitchFamily="34" charset="0"/>
                <a:sym typeface="Poppins Light"/>
              </a:rPr>
              <a:t>Utilize Advanced ASM to validate which external exposures are truly exploitable</a:t>
            </a:r>
            <a:endParaRPr sz="900" b="0" i="0" u="none" strike="noStrike" cap="none" dirty="0">
              <a:solidFill>
                <a:srgbClr val="01123F"/>
              </a:solidFill>
              <a:latin typeface="Calibri" panose="020F0502020204030204" pitchFamily="34" charset="0"/>
              <a:ea typeface="Calibri" panose="020F0502020204030204" pitchFamily="34" charset="0"/>
              <a:cs typeface="Calibri" panose="020F0502020204030204" pitchFamily="34" charset="0"/>
              <a:sym typeface="Poppins Light"/>
            </a:endParaRPr>
          </a:p>
          <a:p>
            <a:pPr marL="285750" marR="0" lvl="0" indent="-95250" algn="l" rtl="0">
              <a:lnSpc>
                <a:spcPct val="112000"/>
              </a:lnSpc>
              <a:spcBef>
                <a:spcPts val="0"/>
              </a:spcBef>
              <a:spcAft>
                <a:spcPts val="0"/>
              </a:spcAft>
              <a:buClr>
                <a:srgbClr val="01123F"/>
              </a:buClr>
              <a:buSzPts val="600"/>
              <a:buFont typeface="Poppins Light"/>
              <a:buChar char="●"/>
            </a:pPr>
            <a:r>
              <a:rPr lang="en" sz="900" b="0" i="0" u="none" strike="noStrike" cap="none" dirty="0">
                <a:solidFill>
                  <a:srgbClr val="01123F"/>
                </a:solidFill>
                <a:latin typeface="Calibri" panose="020F0502020204030204" pitchFamily="34" charset="0"/>
                <a:ea typeface="Calibri" panose="020F0502020204030204" pitchFamily="34" charset="0"/>
                <a:cs typeface="Calibri" panose="020F0502020204030204" pitchFamily="34" charset="0"/>
                <a:sym typeface="Poppins Light"/>
              </a:rPr>
              <a:t>Utilize Red Agent to actively probe your web apps and APIS to proactively identify high-impact exposures</a:t>
            </a:r>
            <a:endParaRPr sz="900" b="0" i="0" u="none" strike="noStrike" cap="none" dirty="0">
              <a:solidFill>
                <a:srgbClr val="01123F"/>
              </a:solidFill>
              <a:latin typeface="Calibri" panose="020F0502020204030204" pitchFamily="34" charset="0"/>
              <a:ea typeface="Calibri" panose="020F0502020204030204" pitchFamily="34" charset="0"/>
              <a:cs typeface="Calibri" panose="020F0502020204030204" pitchFamily="34" charset="0"/>
              <a:sym typeface="Poppins Light"/>
            </a:endParaRPr>
          </a:p>
        </p:txBody>
      </p:sp>
      <p:sp>
        <p:nvSpPr>
          <p:cNvPr id="1402" name="Google Shape;1402;p68"/>
          <p:cNvSpPr txBox="1"/>
          <p:nvPr/>
        </p:nvSpPr>
        <p:spPr>
          <a:xfrm>
            <a:off x="6243025" y="2624673"/>
            <a:ext cx="2418300" cy="273300"/>
          </a:xfrm>
          <a:prstGeom prst="rect">
            <a:avLst/>
          </a:prstGeom>
          <a:noFill/>
          <a:ln>
            <a:noFill/>
          </a:ln>
        </p:spPr>
        <p:txBody>
          <a:bodyPr spcFirstLastPara="1" wrap="square" lIns="68575" tIns="34275" rIns="68575" bIns="34275" anchor="t"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Poppins SemiBold"/>
              </a:rPr>
              <a:t>Using Wiz Tools to Remediate</a:t>
            </a:r>
            <a:br>
              <a:rPr lang="en" sz="1000"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Poppins SemiBold"/>
              </a:rPr>
            </a:br>
            <a:r>
              <a:rPr lang="en" sz="1000"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Poppins SemiBold"/>
              </a:rPr>
              <a:t>More Efficiently</a:t>
            </a:r>
            <a:endParaRPr sz="1000"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Poppins SemiBold"/>
            </a:endParaRPr>
          </a:p>
        </p:txBody>
      </p:sp>
      <p:sp>
        <p:nvSpPr>
          <p:cNvPr id="1403" name="Google Shape;1403;p68"/>
          <p:cNvSpPr txBox="1">
            <a:spLocks noGrp="1"/>
          </p:cNvSpPr>
          <p:nvPr>
            <p:ph type="title" idx="4294967295"/>
          </p:nvPr>
        </p:nvSpPr>
        <p:spPr>
          <a:xfrm>
            <a:off x="-302400" y="535725"/>
            <a:ext cx="9748800" cy="684000"/>
          </a:xfrm>
          <a:prstGeom prst="rect">
            <a:avLst/>
          </a:prstGeom>
          <a:noFill/>
          <a:ln>
            <a:noFill/>
          </a:ln>
        </p:spPr>
        <p:txBody>
          <a:bodyPr spcFirstLastPara="1" wrap="square" lIns="68575" tIns="34275" rIns="68575" bIns="34275" anchor="ctr" anchorCtr="0">
            <a:noAutofit/>
          </a:bodyPr>
          <a:lstStyle/>
          <a:p>
            <a:pPr marL="0" lvl="0" indent="0" algn="ctr" rtl="0">
              <a:lnSpc>
                <a:spcPct val="100000"/>
              </a:lnSpc>
              <a:spcBef>
                <a:spcPts val="0"/>
              </a:spcBef>
              <a:spcAft>
                <a:spcPts val="0"/>
              </a:spcAft>
              <a:buClr>
                <a:schemeClr val="dk1"/>
              </a:buClr>
              <a:buSzPts val="1100"/>
              <a:buFont typeface="Arial"/>
              <a:buNone/>
            </a:pPr>
            <a:r>
              <a:rPr lang="en" sz="2420">
                <a:latin typeface="Calibri" panose="020F0502020204030204" pitchFamily="34" charset="0"/>
                <a:ea typeface="Calibri" panose="020F0502020204030204" pitchFamily="34" charset="0"/>
                <a:cs typeface="Calibri" panose="020F0502020204030204" pitchFamily="34" charset="0"/>
                <a:sym typeface="Poppins Light"/>
              </a:rPr>
              <a:t>Top Three Focus Areas to Improve</a:t>
            </a:r>
            <a:endParaRPr sz="2420">
              <a:latin typeface="Calibri" panose="020F0502020204030204" pitchFamily="34" charset="0"/>
              <a:ea typeface="Calibri" panose="020F0502020204030204" pitchFamily="34" charset="0"/>
              <a:cs typeface="Calibri" panose="020F0502020204030204" pitchFamily="34" charset="0"/>
              <a:sym typeface="Poppins Light"/>
            </a:endParaRPr>
          </a:p>
          <a:p>
            <a:pPr marL="0" lvl="0" indent="0" algn="ctr" rtl="0">
              <a:lnSpc>
                <a:spcPct val="100000"/>
              </a:lnSpc>
              <a:spcBef>
                <a:spcPts val="0"/>
              </a:spcBef>
              <a:spcAft>
                <a:spcPts val="0"/>
              </a:spcAft>
              <a:buClr>
                <a:schemeClr val="dk1"/>
              </a:buClr>
              <a:buSzPts val="1100"/>
              <a:buFont typeface="Arial"/>
              <a:buNone/>
            </a:pPr>
            <a:r>
              <a:rPr lang="en" sz="2420">
                <a:latin typeface="Calibri" panose="020F0502020204030204" pitchFamily="34" charset="0"/>
                <a:ea typeface="Calibri" panose="020F0502020204030204" pitchFamily="34" charset="0"/>
                <a:cs typeface="Calibri" panose="020F0502020204030204" pitchFamily="34" charset="0"/>
                <a:sym typeface="Poppins Light"/>
              </a:rPr>
              <a:t>Security Posture &amp; Risk Reduction</a:t>
            </a:r>
            <a:endParaRPr sz="2420">
              <a:latin typeface="Calibri" panose="020F0502020204030204" pitchFamily="34" charset="0"/>
              <a:ea typeface="Calibri" panose="020F0502020204030204" pitchFamily="34" charset="0"/>
              <a:cs typeface="Calibri" panose="020F0502020204030204" pitchFamily="34" charset="0"/>
              <a:sym typeface="Poppins Light"/>
            </a:endParaRPr>
          </a:p>
        </p:txBody>
      </p:sp>
      <p:pic>
        <p:nvPicPr>
          <p:cNvPr id="1404" name="Google Shape;1404;p68"/>
          <p:cNvPicPr preferRelativeResize="0"/>
          <p:nvPr/>
        </p:nvPicPr>
        <p:blipFill rotWithShape="1">
          <a:blip r:embed="rId4">
            <a:alphaModFix/>
          </a:blip>
          <a:srcRect/>
          <a:stretch/>
        </p:blipFill>
        <p:spPr>
          <a:xfrm>
            <a:off x="1326966" y="1926775"/>
            <a:ext cx="729718" cy="693550"/>
          </a:xfrm>
          <a:prstGeom prst="rect">
            <a:avLst/>
          </a:prstGeom>
          <a:noFill/>
          <a:ln>
            <a:noFill/>
          </a:ln>
        </p:spPr>
      </p:pic>
      <p:pic>
        <p:nvPicPr>
          <p:cNvPr id="1405" name="Google Shape;1405;p68"/>
          <p:cNvPicPr preferRelativeResize="0"/>
          <p:nvPr/>
        </p:nvPicPr>
        <p:blipFill rotWithShape="1">
          <a:blip r:embed="rId5">
            <a:alphaModFix/>
          </a:blip>
          <a:srcRect/>
          <a:stretch/>
        </p:blipFill>
        <p:spPr>
          <a:xfrm>
            <a:off x="4225225" y="1913375"/>
            <a:ext cx="693550" cy="693550"/>
          </a:xfrm>
          <a:prstGeom prst="rect">
            <a:avLst/>
          </a:prstGeom>
          <a:noFill/>
          <a:ln>
            <a:noFill/>
          </a:ln>
        </p:spPr>
      </p:pic>
      <p:pic>
        <p:nvPicPr>
          <p:cNvPr id="1406" name="Google Shape;1406;p68" title="Group 1000002779.png"/>
          <p:cNvPicPr preferRelativeResize="0"/>
          <p:nvPr/>
        </p:nvPicPr>
        <p:blipFill rotWithShape="1">
          <a:blip r:embed="rId6">
            <a:alphaModFix/>
          </a:blip>
          <a:srcRect/>
          <a:stretch/>
        </p:blipFill>
        <p:spPr>
          <a:xfrm>
            <a:off x="7043298" y="1991749"/>
            <a:ext cx="817750" cy="563600"/>
          </a:xfrm>
          <a:prstGeom prst="rect">
            <a:avLst/>
          </a:prstGeom>
          <a:noFill/>
          <a:ln>
            <a:noFill/>
          </a:ln>
        </p:spPr>
      </p:pic>
      <p:sp>
        <p:nvSpPr>
          <p:cNvPr id="1407" name="Google Shape;1407;p68"/>
          <p:cNvSpPr txBox="1"/>
          <p:nvPr/>
        </p:nvSpPr>
        <p:spPr>
          <a:xfrm>
            <a:off x="482675" y="2627143"/>
            <a:ext cx="2418300" cy="273300"/>
          </a:xfrm>
          <a:prstGeom prst="rect">
            <a:avLst/>
          </a:prstGeom>
          <a:noFill/>
          <a:ln>
            <a:noFill/>
          </a:ln>
        </p:spPr>
        <p:txBody>
          <a:bodyPr spcFirstLastPara="1" wrap="square" lIns="68575" tIns="34275" rIns="68575" bIns="34275" anchor="t"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0" i="0" u="none" strike="noStrike" cap="none" dirty="0">
                <a:solidFill>
                  <a:schemeClr val="dk1"/>
                </a:solidFill>
                <a:latin typeface="Calibri" panose="020F0502020204030204" pitchFamily="34" charset="0"/>
                <a:ea typeface="Calibri" panose="020F0502020204030204" pitchFamily="34" charset="0"/>
                <a:cs typeface="Calibri" panose="020F0502020204030204" pitchFamily="34" charset="0"/>
                <a:sym typeface="Poppins SemiBold"/>
              </a:rPr>
              <a:t>Prioritize Investigation by</a:t>
            </a:r>
            <a:br>
              <a:rPr lang="en" sz="1000" b="0" i="0" u="none" strike="noStrike" cap="none" dirty="0">
                <a:solidFill>
                  <a:schemeClr val="dk1"/>
                </a:solidFill>
                <a:latin typeface="Calibri" panose="020F0502020204030204" pitchFamily="34" charset="0"/>
                <a:ea typeface="Calibri" panose="020F0502020204030204" pitchFamily="34" charset="0"/>
                <a:cs typeface="Calibri" panose="020F0502020204030204" pitchFamily="34" charset="0"/>
                <a:sym typeface="Poppins SemiBold"/>
              </a:rPr>
            </a:br>
            <a:r>
              <a:rPr lang="en" sz="1000" b="0" i="0" u="none" strike="noStrike" cap="none" dirty="0">
                <a:solidFill>
                  <a:schemeClr val="dk1"/>
                </a:solidFill>
                <a:latin typeface="Calibri" panose="020F0502020204030204" pitchFamily="34" charset="0"/>
                <a:ea typeface="Calibri" panose="020F0502020204030204" pitchFamily="34" charset="0"/>
                <a:cs typeface="Calibri" panose="020F0502020204030204" pitchFamily="34" charset="0"/>
                <a:sym typeface="Poppins SemiBold"/>
              </a:rPr>
              <a:t>Severity &amp; Criticality</a:t>
            </a:r>
            <a:endParaRPr sz="1000" b="0" i="0" u="none" strike="noStrike" cap="none" dirty="0">
              <a:solidFill>
                <a:schemeClr val="dk1"/>
              </a:solidFill>
              <a:latin typeface="Calibri" panose="020F0502020204030204" pitchFamily="34" charset="0"/>
              <a:ea typeface="Calibri" panose="020F0502020204030204" pitchFamily="34" charset="0"/>
              <a:cs typeface="Calibri" panose="020F0502020204030204" pitchFamily="34" charset="0"/>
              <a:sym typeface="Poppins SemiBold"/>
            </a:endParaRPr>
          </a:p>
        </p:txBody>
      </p:sp>
      <p:sp>
        <p:nvSpPr>
          <p:cNvPr id="1408" name="Google Shape;1408;p68"/>
          <p:cNvSpPr txBox="1"/>
          <p:nvPr/>
        </p:nvSpPr>
        <p:spPr>
          <a:xfrm>
            <a:off x="3362850" y="2627164"/>
            <a:ext cx="2418300" cy="273300"/>
          </a:xfrm>
          <a:prstGeom prst="rect">
            <a:avLst/>
          </a:prstGeom>
          <a:noFill/>
          <a:ln>
            <a:noFill/>
          </a:ln>
        </p:spPr>
        <p:txBody>
          <a:bodyPr spcFirstLastPara="1" wrap="square" lIns="68575" tIns="34275" rIns="68575" bIns="34275" anchor="t"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0" i="0" u="none" strike="noStrike" cap="none" dirty="0">
                <a:solidFill>
                  <a:schemeClr val="dk1"/>
                </a:solidFill>
                <a:latin typeface="Calibri" panose="020F0502020204030204" pitchFamily="34" charset="0"/>
                <a:ea typeface="Calibri" panose="020F0502020204030204" pitchFamily="34" charset="0"/>
                <a:cs typeface="Calibri" panose="020F0502020204030204" pitchFamily="34" charset="0"/>
                <a:sym typeface="Poppins SemiBold"/>
              </a:rPr>
              <a:t>Prioritize Remediation by</a:t>
            </a:r>
            <a:br>
              <a:rPr lang="en" sz="1000" b="0" i="0" u="none" strike="noStrike" cap="none" dirty="0">
                <a:solidFill>
                  <a:schemeClr val="dk1"/>
                </a:solidFill>
                <a:latin typeface="Calibri" panose="020F0502020204030204" pitchFamily="34" charset="0"/>
                <a:ea typeface="Calibri" panose="020F0502020204030204" pitchFamily="34" charset="0"/>
                <a:cs typeface="Calibri" panose="020F0502020204030204" pitchFamily="34" charset="0"/>
                <a:sym typeface="Poppins SemiBold"/>
              </a:rPr>
            </a:br>
            <a:r>
              <a:rPr lang="en" sz="1000" b="0" i="0" u="none" strike="noStrike" cap="none" dirty="0">
                <a:solidFill>
                  <a:schemeClr val="dk1"/>
                </a:solidFill>
                <a:latin typeface="Calibri" panose="020F0502020204030204" pitchFamily="34" charset="0"/>
                <a:ea typeface="Calibri" panose="020F0502020204030204" pitchFamily="34" charset="0"/>
                <a:cs typeface="Calibri" panose="020F0502020204030204" pitchFamily="34" charset="0"/>
                <a:sym typeface="Poppins SemiBold"/>
              </a:rPr>
              <a:t>Greatest Impact </a:t>
            </a:r>
            <a:endParaRPr sz="1000" b="0" i="0" u="none" strike="noStrike" cap="none" dirty="0">
              <a:solidFill>
                <a:schemeClr val="dk1"/>
              </a:solidFill>
              <a:latin typeface="Calibri" panose="020F0502020204030204" pitchFamily="34" charset="0"/>
              <a:ea typeface="Calibri" panose="020F0502020204030204" pitchFamily="34" charset="0"/>
              <a:cs typeface="Calibri" panose="020F0502020204030204" pitchFamily="34" charset="0"/>
              <a:sym typeface="Poppins SemiBold"/>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751"/>
        <p:cNvGrpSpPr/>
        <p:nvPr/>
      </p:nvGrpSpPr>
      <p:grpSpPr>
        <a:xfrm>
          <a:off x="0" y="0"/>
          <a:ext cx="0" cy="0"/>
          <a:chOff x="0" y="0"/>
          <a:chExt cx="0" cy="0"/>
        </a:xfrm>
      </p:grpSpPr>
      <p:sp>
        <p:nvSpPr>
          <p:cNvPr id="752" name="Google Shape;752;p60"/>
          <p:cNvSpPr txBox="1"/>
          <p:nvPr/>
        </p:nvSpPr>
        <p:spPr>
          <a:xfrm>
            <a:off x="468449" y="2483713"/>
            <a:ext cx="3273600" cy="4848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700" b="0" i="0" u="none" strike="noStrike" cap="none" dirty="0">
                <a:solidFill>
                  <a:schemeClr val="lt1"/>
                </a:solidFill>
                <a:latin typeface="Calibri"/>
                <a:ea typeface="Calibri"/>
                <a:cs typeface="Calibri"/>
                <a:sym typeface="Calibri"/>
              </a:rPr>
              <a:t>Develop Securely</a:t>
            </a:r>
            <a:endParaRPr sz="2700" b="0" i="0" u="none" strike="noStrike" cap="none" dirty="0">
              <a:solidFill>
                <a:schemeClr val="lt1"/>
              </a:solidFill>
              <a:latin typeface="Calibri"/>
              <a:ea typeface="Calibri"/>
              <a:cs typeface="Calibri"/>
              <a:sym typeface="Calibri"/>
            </a:endParaRPr>
          </a:p>
        </p:txBody>
      </p:sp>
      <p:pic>
        <p:nvPicPr>
          <p:cNvPr id="753" name="Google Shape;753;p60" title="opening_photo.png"/>
          <p:cNvPicPr preferRelativeResize="0"/>
          <p:nvPr/>
        </p:nvPicPr>
        <p:blipFill rotWithShape="1">
          <a:blip r:embed="rId3">
            <a:alphaModFix/>
          </a:blip>
          <a:srcRect/>
          <a:stretch/>
        </p:blipFill>
        <p:spPr>
          <a:xfrm>
            <a:off x="4256533" y="1409675"/>
            <a:ext cx="4306800" cy="2143875"/>
          </a:xfrm>
          <a:prstGeom prst="rect">
            <a:avLst/>
          </a:prstGeom>
          <a:noFill/>
          <a:ln>
            <a:noFill/>
          </a:ln>
        </p:spPr>
      </p:pic>
      <p:pic>
        <p:nvPicPr>
          <p:cNvPr id="754" name="Google Shape;754;p60" title="cloud.png"/>
          <p:cNvPicPr preferRelativeResize="0"/>
          <p:nvPr/>
        </p:nvPicPr>
        <p:blipFill rotWithShape="1">
          <a:blip r:embed="rId4">
            <a:alphaModFix/>
          </a:blip>
          <a:srcRect/>
          <a:stretch/>
        </p:blipFill>
        <p:spPr>
          <a:xfrm>
            <a:off x="6699300" y="3318246"/>
            <a:ext cx="2444700" cy="1825254"/>
          </a:xfrm>
          <a:prstGeom prst="rect">
            <a:avLst/>
          </a:prstGeom>
          <a:noFill/>
          <a:ln>
            <a:noFill/>
          </a:ln>
        </p:spPr>
      </p:pic>
      <p:pic>
        <p:nvPicPr>
          <p:cNvPr id="755" name="Google Shape;755;p60" title="logo.png"/>
          <p:cNvPicPr preferRelativeResize="0"/>
          <p:nvPr/>
        </p:nvPicPr>
        <p:blipFill rotWithShape="1">
          <a:blip r:embed="rId5">
            <a:alphaModFix/>
          </a:blip>
          <a:srcRect/>
          <a:stretch/>
        </p:blipFill>
        <p:spPr>
          <a:xfrm>
            <a:off x="553277" y="1994713"/>
            <a:ext cx="637001" cy="3041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760"/>
        <p:cNvGrpSpPr/>
        <p:nvPr/>
      </p:nvGrpSpPr>
      <p:grpSpPr>
        <a:xfrm>
          <a:off x="0" y="0"/>
          <a:ext cx="0" cy="0"/>
          <a:chOff x="0" y="0"/>
          <a:chExt cx="0" cy="0"/>
        </a:xfrm>
      </p:grpSpPr>
      <p:sp>
        <p:nvSpPr>
          <p:cNvPr id="761" name="Google Shape;761;p61"/>
          <p:cNvSpPr txBox="1">
            <a:spLocks noGrp="1"/>
          </p:cNvSpPr>
          <p:nvPr>
            <p:ph type="title" idx="4294967295"/>
          </p:nvPr>
        </p:nvSpPr>
        <p:spPr>
          <a:xfrm>
            <a:off x="150" y="122125"/>
            <a:ext cx="9144000" cy="367200"/>
          </a:xfrm>
          <a:prstGeom prst="rect">
            <a:avLst/>
          </a:prstGeom>
          <a:noFill/>
          <a:ln>
            <a:noFill/>
          </a:ln>
        </p:spPr>
        <p:txBody>
          <a:bodyPr spcFirstLastPara="1" wrap="square" lIns="68575" tIns="34275" rIns="68575" bIns="34275" anchor="ctr" anchorCtr="0">
            <a:noAutofit/>
          </a:bodyPr>
          <a:lstStyle/>
          <a:p>
            <a:pPr marL="0" lvl="0" indent="0" algn="ctr" rtl="0">
              <a:lnSpc>
                <a:spcPct val="90000"/>
              </a:lnSpc>
              <a:spcBef>
                <a:spcPts val="0"/>
              </a:spcBef>
              <a:spcAft>
                <a:spcPts val="0"/>
              </a:spcAft>
              <a:buClr>
                <a:schemeClr val="dk1"/>
              </a:buClr>
              <a:buSzPts val="1800"/>
              <a:buFont typeface="DM Sans"/>
              <a:buNone/>
            </a:pPr>
            <a:r>
              <a:rPr lang="en" sz="2420">
                <a:latin typeface="Calibri"/>
                <a:ea typeface="Calibri"/>
                <a:cs typeface="Calibri"/>
                <a:sym typeface="Calibri"/>
              </a:rPr>
              <a:t>Secure Development Snapshot</a:t>
            </a:r>
            <a:endParaRPr sz="2420">
              <a:latin typeface="Calibri"/>
              <a:ea typeface="Calibri"/>
              <a:cs typeface="Calibri"/>
              <a:sym typeface="Calibri"/>
            </a:endParaRPr>
          </a:p>
        </p:txBody>
      </p:sp>
      <p:sp>
        <p:nvSpPr>
          <p:cNvPr id="762" name="Google Shape;762;p61"/>
          <p:cNvSpPr/>
          <p:nvPr/>
        </p:nvSpPr>
        <p:spPr>
          <a:xfrm>
            <a:off x="219075" y="2736094"/>
            <a:ext cx="3229200" cy="2316300"/>
          </a:xfrm>
          <a:prstGeom prst="roundRect">
            <a:avLst>
              <a:gd name="adj" fmla="val 16667"/>
            </a:avLst>
          </a:prstGeom>
          <a:noFill/>
          <a:ln w="9575" cap="flat" cmpd="sng">
            <a:solidFill>
              <a:schemeClr val="accent1"/>
            </a:solidFill>
            <a:prstDash val="solid"/>
            <a:round/>
            <a:headEnd type="none" w="sm" len="sm"/>
            <a:tailEnd type="none" w="sm" len="sm"/>
          </a:ln>
        </p:spPr>
        <p:txBody>
          <a:bodyPr spcFirstLastPara="1" wrap="square" lIns="91775" tIns="91775" rIns="91775" bIns="917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763" name="Google Shape;763;p61"/>
          <p:cNvSpPr/>
          <p:nvPr/>
        </p:nvSpPr>
        <p:spPr>
          <a:xfrm>
            <a:off x="6193748" y="909833"/>
            <a:ext cx="2688900" cy="1410900"/>
          </a:xfrm>
          <a:prstGeom prst="roundRect">
            <a:avLst>
              <a:gd name="adj" fmla="val 16667"/>
            </a:avLst>
          </a:prstGeom>
          <a:noFill/>
          <a:ln w="9575" cap="flat" cmpd="sng">
            <a:solidFill>
              <a:schemeClr val="accent1"/>
            </a:solidFill>
            <a:prstDash val="solid"/>
            <a:round/>
            <a:headEnd type="none" w="sm" len="sm"/>
            <a:tailEnd type="none" w="sm" len="sm"/>
          </a:ln>
        </p:spPr>
        <p:txBody>
          <a:bodyPr spcFirstLastPara="1" wrap="square" lIns="91775" tIns="91775" rIns="91775" bIns="917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764" name="Google Shape;764;p61"/>
          <p:cNvSpPr/>
          <p:nvPr/>
        </p:nvSpPr>
        <p:spPr>
          <a:xfrm>
            <a:off x="3199649" y="894648"/>
            <a:ext cx="2688900" cy="1410900"/>
          </a:xfrm>
          <a:prstGeom prst="roundRect">
            <a:avLst>
              <a:gd name="adj" fmla="val 16667"/>
            </a:avLst>
          </a:prstGeom>
          <a:noFill/>
          <a:ln w="9575" cap="flat" cmpd="sng">
            <a:solidFill>
              <a:schemeClr val="accent1"/>
            </a:solidFill>
            <a:prstDash val="solid"/>
            <a:round/>
            <a:headEnd type="none" w="sm" len="sm"/>
            <a:tailEnd type="none" w="sm" len="sm"/>
          </a:ln>
        </p:spPr>
        <p:txBody>
          <a:bodyPr spcFirstLastPara="1" wrap="square" lIns="91775" tIns="91775" rIns="91775" bIns="917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765" name="Google Shape;765;p61"/>
          <p:cNvSpPr/>
          <p:nvPr/>
        </p:nvSpPr>
        <p:spPr>
          <a:xfrm>
            <a:off x="205550" y="886120"/>
            <a:ext cx="2688900" cy="1410900"/>
          </a:xfrm>
          <a:prstGeom prst="roundRect">
            <a:avLst>
              <a:gd name="adj" fmla="val 16667"/>
            </a:avLst>
          </a:prstGeom>
          <a:noFill/>
          <a:ln w="9575" cap="flat" cmpd="sng">
            <a:solidFill>
              <a:schemeClr val="accent1"/>
            </a:solidFill>
            <a:prstDash val="solid"/>
            <a:round/>
            <a:headEnd type="none" w="sm" len="sm"/>
            <a:tailEnd type="none" w="sm" len="sm"/>
          </a:ln>
        </p:spPr>
        <p:txBody>
          <a:bodyPr spcFirstLastPara="1" wrap="square" lIns="91775" tIns="91775" rIns="91775" bIns="917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766" name="Google Shape;766;p61"/>
          <p:cNvSpPr txBox="1"/>
          <p:nvPr/>
        </p:nvSpPr>
        <p:spPr>
          <a:xfrm>
            <a:off x="205550" y="635739"/>
            <a:ext cx="2688900" cy="279000"/>
          </a:xfrm>
          <a:prstGeom prst="rect">
            <a:avLst/>
          </a:prstGeom>
          <a:noFill/>
          <a:ln>
            <a:noFill/>
          </a:ln>
        </p:spPr>
        <p:txBody>
          <a:bodyPr spcFirstLastPara="1" wrap="square" lIns="91775" tIns="91775" rIns="91775" bIns="91775"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en" sz="1100" b="0" i="0" u="sng" strike="noStrike" cap="none">
                <a:solidFill>
                  <a:schemeClr val="hlink"/>
                </a:solidFill>
                <a:latin typeface="Calibri"/>
                <a:ea typeface="Calibri"/>
                <a:cs typeface="Calibri"/>
                <a:sym typeface="Calibri"/>
                <a:hlinkClick r:id="rId3"/>
              </a:rPr>
              <a:t>Kubernetes Clusters </a:t>
            </a:r>
            <a:r>
              <a:rPr lang="en" sz="1300" b="0" i="0" u="none" strike="noStrike" cap="none">
                <a:solidFill>
                  <a:schemeClr val="hlink"/>
                </a:solidFill>
                <a:uFill>
                  <a:noFill/>
                </a:uFill>
                <a:latin typeface="Calibri"/>
                <a:ea typeface="Calibri"/>
                <a:cs typeface="Calibri"/>
                <a:sym typeface="Calibri"/>
                <a:hlinkClick r:id="rId3"/>
              </a:rPr>
              <a:t>↗</a:t>
            </a:r>
            <a:r>
              <a:rPr lang="en" sz="1300" b="0" i="0" u="sng" strike="noStrike" cap="none">
                <a:solidFill>
                  <a:schemeClr val="hlink"/>
                </a:solidFill>
                <a:latin typeface="Calibri"/>
                <a:ea typeface="Calibri"/>
                <a:cs typeface="Calibri"/>
                <a:sym typeface="Calibri"/>
                <a:hlinkClick r:id="rId3"/>
              </a:rPr>
              <a:t> </a:t>
            </a:r>
            <a:endParaRPr sz="1100" b="0" i="0" u="none" strike="noStrike" cap="none">
              <a:solidFill>
                <a:srgbClr val="0254EC"/>
              </a:solidFill>
              <a:latin typeface="Calibri"/>
              <a:ea typeface="Calibri"/>
              <a:cs typeface="Calibri"/>
              <a:sym typeface="Calibri"/>
            </a:endParaRPr>
          </a:p>
        </p:txBody>
      </p:sp>
      <p:sp>
        <p:nvSpPr>
          <p:cNvPr id="767" name="Google Shape;767;p61"/>
          <p:cNvSpPr txBox="1"/>
          <p:nvPr/>
        </p:nvSpPr>
        <p:spPr>
          <a:xfrm>
            <a:off x="385090" y="909480"/>
            <a:ext cx="1605900" cy="158100"/>
          </a:xfrm>
          <a:prstGeom prst="rect">
            <a:avLst/>
          </a:prstGeom>
          <a:noFill/>
          <a:ln>
            <a:noFill/>
          </a:ln>
        </p:spPr>
        <p:txBody>
          <a:bodyPr spcFirstLastPara="1" wrap="square" lIns="91775" tIns="91775" rIns="91775" bIns="91775" anchor="t" anchorCtr="0">
            <a:noAutofit/>
          </a:bodyPr>
          <a:lstStyle/>
          <a:p>
            <a:pPr marL="0" marR="0" lvl="0" indent="0" algn="l" rtl="0">
              <a:lnSpc>
                <a:spcPct val="150000"/>
              </a:lnSpc>
              <a:spcBef>
                <a:spcPts val="0"/>
              </a:spcBef>
              <a:spcAft>
                <a:spcPts val="0"/>
              </a:spcAft>
              <a:buClr>
                <a:srgbClr val="000000"/>
              </a:buClr>
              <a:buSzPts val="900"/>
              <a:buFont typeface="Arial"/>
              <a:buNone/>
            </a:pPr>
            <a:r>
              <a:rPr lang="en" sz="900" b="0" i="0" u="none" strike="noStrike" cap="none">
                <a:solidFill>
                  <a:srgbClr val="333333"/>
                </a:solidFill>
                <a:latin typeface="Calibri"/>
                <a:ea typeface="Calibri"/>
                <a:cs typeface="Calibri"/>
                <a:sym typeface="Calibri"/>
              </a:rPr>
              <a:t>{{K8S_1}}</a:t>
            </a:r>
            <a:endParaRPr sz="900" b="0" i="0" u="none" strike="noStrike" cap="none">
              <a:solidFill>
                <a:srgbClr val="333333"/>
              </a:solidFill>
              <a:latin typeface="Calibri"/>
              <a:ea typeface="Calibri"/>
              <a:cs typeface="Calibri"/>
              <a:sym typeface="Calibri"/>
            </a:endParaRPr>
          </a:p>
        </p:txBody>
      </p:sp>
      <p:sp>
        <p:nvSpPr>
          <p:cNvPr id="768" name="Google Shape;768;p61"/>
          <p:cNvSpPr txBox="1"/>
          <p:nvPr/>
        </p:nvSpPr>
        <p:spPr>
          <a:xfrm>
            <a:off x="1633470" y="909480"/>
            <a:ext cx="1003500" cy="158100"/>
          </a:xfrm>
          <a:prstGeom prst="rect">
            <a:avLst/>
          </a:prstGeom>
          <a:noFill/>
          <a:ln>
            <a:noFill/>
          </a:ln>
        </p:spPr>
        <p:txBody>
          <a:bodyPr spcFirstLastPara="1" wrap="square" lIns="91775" tIns="91775" rIns="91775" bIns="91775" anchor="t" anchorCtr="0">
            <a:noAutofit/>
          </a:bodyPr>
          <a:lstStyle/>
          <a:p>
            <a:pPr marL="0" marR="0" lvl="0" indent="0" algn="r" rtl="0">
              <a:lnSpc>
                <a:spcPct val="150000"/>
              </a:lnSpc>
              <a:spcBef>
                <a:spcPts val="0"/>
              </a:spcBef>
              <a:spcAft>
                <a:spcPts val="0"/>
              </a:spcAft>
              <a:buClr>
                <a:srgbClr val="000000"/>
              </a:buClr>
              <a:buSzPts val="900"/>
              <a:buFont typeface="Arial"/>
              <a:buNone/>
            </a:pPr>
            <a:r>
              <a:rPr lang="en" sz="900" b="1" i="0" u="none" strike="noStrike" cap="none">
                <a:solidFill>
                  <a:srgbClr val="333333"/>
                </a:solidFill>
                <a:latin typeface="Calibri"/>
                <a:ea typeface="Calibri"/>
                <a:cs typeface="Calibri"/>
                <a:sym typeface="Calibri"/>
              </a:rPr>
              <a:t>{{K8C_1}}</a:t>
            </a:r>
            <a:endParaRPr sz="900" b="1" i="0" u="none" strike="noStrike" cap="none">
              <a:solidFill>
                <a:srgbClr val="333333"/>
              </a:solidFill>
              <a:latin typeface="Calibri"/>
              <a:ea typeface="Calibri"/>
              <a:cs typeface="Calibri"/>
              <a:sym typeface="Calibri"/>
            </a:endParaRPr>
          </a:p>
        </p:txBody>
      </p:sp>
      <p:sp>
        <p:nvSpPr>
          <p:cNvPr id="769" name="Google Shape;769;p61"/>
          <p:cNvSpPr txBox="1"/>
          <p:nvPr/>
        </p:nvSpPr>
        <p:spPr>
          <a:xfrm>
            <a:off x="385090" y="1075974"/>
            <a:ext cx="1605900" cy="158100"/>
          </a:xfrm>
          <a:prstGeom prst="rect">
            <a:avLst/>
          </a:prstGeom>
          <a:noFill/>
          <a:ln>
            <a:noFill/>
          </a:ln>
        </p:spPr>
        <p:txBody>
          <a:bodyPr spcFirstLastPara="1" wrap="square" lIns="91775" tIns="91775" rIns="91775" bIns="91775" anchor="t" anchorCtr="0">
            <a:noAutofit/>
          </a:bodyPr>
          <a:lstStyle/>
          <a:p>
            <a:pPr marL="0" marR="0" lvl="0" indent="0" algn="l" rtl="0">
              <a:lnSpc>
                <a:spcPct val="150000"/>
              </a:lnSpc>
              <a:spcBef>
                <a:spcPts val="0"/>
              </a:spcBef>
              <a:spcAft>
                <a:spcPts val="0"/>
              </a:spcAft>
              <a:buClr>
                <a:srgbClr val="000000"/>
              </a:buClr>
              <a:buSzPts val="1100"/>
              <a:buFont typeface="Arial"/>
              <a:buNone/>
            </a:pPr>
            <a:r>
              <a:rPr lang="en" sz="900" b="0" i="0" u="none" strike="noStrike" cap="none">
                <a:solidFill>
                  <a:srgbClr val="333333"/>
                </a:solidFill>
                <a:latin typeface="Calibri"/>
                <a:ea typeface="Calibri"/>
                <a:cs typeface="Calibri"/>
                <a:sym typeface="Calibri"/>
              </a:rPr>
              <a:t>{{K8S_2}}</a:t>
            </a:r>
            <a:endParaRPr sz="900" b="0" i="0" u="none" strike="noStrike" cap="none">
              <a:solidFill>
                <a:srgbClr val="333333"/>
              </a:solidFill>
              <a:latin typeface="Calibri"/>
              <a:ea typeface="Calibri"/>
              <a:cs typeface="Calibri"/>
              <a:sym typeface="Calibri"/>
            </a:endParaRPr>
          </a:p>
          <a:p>
            <a:pPr marL="0" marR="0" lvl="0" indent="0" algn="l" rtl="0">
              <a:lnSpc>
                <a:spcPct val="150000"/>
              </a:lnSpc>
              <a:spcBef>
                <a:spcPts val="0"/>
              </a:spcBef>
              <a:spcAft>
                <a:spcPts val="0"/>
              </a:spcAft>
              <a:buClr>
                <a:srgbClr val="000000"/>
              </a:buClr>
              <a:buSzPts val="900"/>
              <a:buFont typeface="Arial"/>
              <a:buNone/>
            </a:pPr>
            <a:endParaRPr sz="900" b="0" i="0" u="none" strike="noStrike" cap="none">
              <a:solidFill>
                <a:srgbClr val="333333"/>
              </a:solidFill>
              <a:latin typeface="Calibri"/>
              <a:ea typeface="Calibri"/>
              <a:cs typeface="Calibri"/>
              <a:sym typeface="Calibri"/>
            </a:endParaRPr>
          </a:p>
        </p:txBody>
      </p:sp>
      <p:sp>
        <p:nvSpPr>
          <p:cNvPr id="770" name="Google Shape;770;p61"/>
          <p:cNvSpPr txBox="1"/>
          <p:nvPr/>
        </p:nvSpPr>
        <p:spPr>
          <a:xfrm>
            <a:off x="1633470" y="1073429"/>
            <a:ext cx="1003500" cy="158100"/>
          </a:xfrm>
          <a:prstGeom prst="rect">
            <a:avLst/>
          </a:prstGeom>
          <a:noFill/>
          <a:ln>
            <a:noFill/>
          </a:ln>
        </p:spPr>
        <p:txBody>
          <a:bodyPr spcFirstLastPara="1" wrap="square" lIns="91775" tIns="91775" rIns="91775" bIns="91775" anchor="t" anchorCtr="0">
            <a:noAutofit/>
          </a:bodyPr>
          <a:lstStyle/>
          <a:p>
            <a:pPr marL="0" marR="0" lvl="0" indent="0" algn="r" rtl="0">
              <a:lnSpc>
                <a:spcPct val="150000"/>
              </a:lnSpc>
              <a:spcBef>
                <a:spcPts val="0"/>
              </a:spcBef>
              <a:spcAft>
                <a:spcPts val="0"/>
              </a:spcAft>
              <a:buClr>
                <a:srgbClr val="000000"/>
              </a:buClr>
              <a:buSzPts val="900"/>
              <a:buFont typeface="Arial"/>
              <a:buNone/>
            </a:pPr>
            <a:r>
              <a:rPr lang="en" sz="900" b="1" i="0" u="none" strike="noStrike" cap="none">
                <a:solidFill>
                  <a:srgbClr val="333333"/>
                </a:solidFill>
                <a:latin typeface="Calibri"/>
                <a:ea typeface="Calibri"/>
                <a:cs typeface="Calibri"/>
                <a:sym typeface="Calibri"/>
              </a:rPr>
              <a:t>{{K8C_2}}</a:t>
            </a:r>
            <a:endParaRPr sz="900" b="1" i="0" u="none" strike="noStrike" cap="none">
              <a:solidFill>
                <a:srgbClr val="333333"/>
              </a:solidFill>
              <a:latin typeface="Calibri"/>
              <a:ea typeface="Calibri"/>
              <a:cs typeface="Calibri"/>
              <a:sym typeface="Calibri"/>
            </a:endParaRPr>
          </a:p>
        </p:txBody>
      </p:sp>
      <p:sp>
        <p:nvSpPr>
          <p:cNvPr id="771" name="Google Shape;771;p61"/>
          <p:cNvSpPr txBox="1"/>
          <p:nvPr/>
        </p:nvSpPr>
        <p:spPr>
          <a:xfrm>
            <a:off x="385090" y="1242467"/>
            <a:ext cx="1605900" cy="158100"/>
          </a:xfrm>
          <a:prstGeom prst="rect">
            <a:avLst/>
          </a:prstGeom>
          <a:noFill/>
          <a:ln>
            <a:noFill/>
          </a:ln>
        </p:spPr>
        <p:txBody>
          <a:bodyPr spcFirstLastPara="1" wrap="square" lIns="91775" tIns="91775" rIns="91775" bIns="91775" anchor="t" anchorCtr="0">
            <a:noAutofit/>
          </a:bodyPr>
          <a:lstStyle/>
          <a:p>
            <a:pPr marL="0" marR="0" lvl="0" indent="0" algn="l" rtl="0">
              <a:lnSpc>
                <a:spcPct val="150000"/>
              </a:lnSpc>
              <a:spcBef>
                <a:spcPts val="0"/>
              </a:spcBef>
              <a:spcAft>
                <a:spcPts val="0"/>
              </a:spcAft>
              <a:buClr>
                <a:srgbClr val="000000"/>
              </a:buClr>
              <a:buSzPts val="1100"/>
              <a:buFont typeface="Arial"/>
              <a:buNone/>
            </a:pPr>
            <a:r>
              <a:rPr lang="en" sz="900" b="0" i="0" u="none" strike="noStrike" cap="none">
                <a:solidFill>
                  <a:srgbClr val="333333"/>
                </a:solidFill>
                <a:latin typeface="Calibri"/>
                <a:ea typeface="Calibri"/>
                <a:cs typeface="Calibri"/>
                <a:sym typeface="Calibri"/>
              </a:rPr>
              <a:t>{{K8S_3}}</a:t>
            </a:r>
            <a:endParaRPr sz="900" b="0" i="0" u="none" strike="noStrike" cap="none">
              <a:solidFill>
                <a:srgbClr val="333333"/>
              </a:solidFill>
              <a:latin typeface="Calibri"/>
              <a:ea typeface="Calibri"/>
              <a:cs typeface="Calibri"/>
              <a:sym typeface="Calibri"/>
            </a:endParaRPr>
          </a:p>
          <a:p>
            <a:pPr marL="0" marR="0" lvl="0" indent="0" algn="l" rtl="0">
              <a:lnSpc>
                <a:spcPct val="150000"/>
              </a:lnSpc>
              <a:spcBef>
                <a:spcPts val="0"/>
              </a:spcBef>
              <a:spcAft>
                <a:spcPts val="0"/>
              </a:spcAft>
              <a:buClr>
                <a:srgbClr val="000000"/>
              </a:buClr>
              <a:buSzPts val="900"/>
              <a:buFont typeface="Arial"/>
              <a:buNone/>
            </a:pPr>
            <a:endParaRPr sz="900" b="0" i="0" u="none" strike="noStrike" cap="none">
              <a:solidFill>
                <a:srgbClr val="333333"/>
              </a:solidFill>
              <a:latin typeface="Calibri"/>
              <a:ea typeface="Calibri"/>
              <a:cs typeface="Calibri"/>
              <a:sym typeface="Calibri"/>
            </a:endParaRPr>
          </a:p>
        </p:txBody>
      </p:sp>
      <p:sp>
        <p:nvSpPr>
          <p:cNvPr id="772" name="Google Shape;772;p61"/>
          <p:cNvSpPr txBox="1"/>
          <p:nvPr/>
        </p:nvSpPr>
        <p:spPr>
          <a:xfrm>
            <a:off x="1633470" y="1237378"/>
            <a:ext cx="1003500" cy="158100"/>
          </a:xfrm>
          <a:prstGeom prst="rect">
            <a:avLst/>
          </a:prstGeom>
          <a:noFill/>
          <a:ln>
            <a:noFill/>
          </a:ln>
        </p:spPr>
        <p:txBody>
          <a:bodyPr spcFirstLastPara="1" wrap="square" lIns="91775" tIns="91775" rIns="91775" bIns="91775" anchor="t" anchorCtr="0">
            <a:noAutofit/>
          </a:bodyPr>
          <a:lstStyle/>
          <a:p>
            <a:pPr marL="0" marR="0" lvl="0" indent="0" algn="r" rtl="0">
              <a:lnSpc>
                <a:spcPct val="150000"/>
              </a:lnSpc>
              <a:spcBef>
                <a:spcPts val="0"/>
              </a:spcBef>
              <a:spcAft>
                <a:spcPts val="0"/>
              </a:spcAft>
              <a:buClr>
                <a:srgbClr val="000000"/>
              </a:buClr>
              <a:buSzPts val="900"/>
              <a:buFont typeface="Arial"/>
              <a:buNone/>
            </a:pPr>
            <a:r>
              <a:rPr lang="en" sz="900" b="1" i="0" u="none" strike="noStrike" cap="none">
                <a:solidFill>
                  <a:srgbClr val="333333"/>
                </a:solidFill>
                <a:latin typeface="Calibri"/>
                <a:ea typeface="Calibri"/>
                <a:cs typeface="Calibri"/>
                <a:sym typeface="Calibri"/>
              </a:rPr>
              <a:t>{{K8C_3}}</a:t>
            </a:r>
            <a:endParaRPr sz="900" b="1" i="0" u="none" strike="noStrike" cap="none">
              <a:solidFill>
                <a:srgbClr val="333333"/>
              </a:solidFill>
              <a:latin typeface="Calibri"/>
              <a:ea typeface="Calibri"/>
              <a:cs typeface="Calibri"/>
              <a:sym typeface="Calibri"/>
            </a:endParaRPr>
          </a:p>
        </p:txBody>
      </p:sp>
      <p:sp>
        <p:nvSpPr>
          <p:cNvPr id="773" name="Google Shape;773;p61"/>
          <p:cNvSpPr txBox="1"/>
          <p:nvPr/>
        </p:nvSpPr>
        <p:spPr>
          <a:xfrm>
            <a:off x="385090" y="1408961"/>
            <a:ext cx="1605900" cy="158100"/>
          </a:xfrm>
          <a:prstGeom prst="rect">
            <a:avLst/>
          </a:prstGeom>
          <a:noFill/>
          <a:ln>
            <a:noFill/>
          </a:ln>
        </p:spPr>
        <p:txBody>
          <a:bodyPr spcFirstLastPara="1" wrap="square" lIns="91775" tIns="91775" rIns="91775" bIns="91775" anchor="t" anchorCtr="0">
            <a:noAutofit/>
          </a:bodyPr>
          <a:lstStyle/>
          <a:p>
            <a:pPr marL="0" marR="0" lvl="0" indent="0" algn="l" rtl="0">
              <a:lnSpc>
                <a:spcPct val="150000"/>
              </a:lnSpc>
              <a:spcBef>
                <a:spcPts val="0"/>
              </a:spcBef>
              <a:spcAft>
                <a:spcPts val="0"/>
              </a:spcAft>
              <a:buClr>
                <a:srgbClr val="000000"/>
              </a:buClr>
              <a:buSzPts val="1100"/>
              <a:buFont typeface="Arial"/>
              <a:buNone/>
            </a:pPr>
            <a:r>
              <a:rPr lang="en" sz="900" b="0" i="0" u="none" strike="noStrike" cap="none">
                <a:solidFill>
                  <a:srgbClr val="333333"/>
                </a:solidFill>
                <a:latin typeface="Calibri"/>
                <a:ea typeface="Calibri"/>
                <a:cs typeface="Calibri"/>
                <a:sym typeface="Calibri"/>
              </a:rPr>
              <a:t>{{K8S_4}}</a:t>
            </a:r>
            <a:endParaRPr sz="900" b="0" i="0" u="none" strike="noStrike" cap="none">
              <a:solidFill>
                <a:srgbClr val="333333"/>
              </a:solidFill>
              <a:latin typeface="Calibri"/>
              <a:ea typeface="Calibri"/>
              <a:cs typeface="Calibri"/>
              <a:sym typeface="Calibri"/>
            </a:endParaRPr>
          </a:p>
          <a:p>
            <a:pPr marL="0" marR="0" lvl="0" indent="0" algn="l" rtl="0">
              <a:lnSpc>
                <a:spcPct val="150000"/>
              </a:lnSpc>
              <a:spcBef>
                <a:spcPts val="0"/>
              </a:spcBef>
              <a:spcAft>
                <a:spcPts val="0"/>
              </a:spcAft>
              <a:buClr>
                <a:srgbClr val="000000"/>
              </a:buClr>
              <a:buSzPts val="900"/>
              <a:buFont typeface="Arial"/>
              <a:buNone/>
            </a:pPr>
            <a:endParaRPr sz="900" b="0" i="0" u="none" strike="noStrike" cap="none">
              <a:solidFill>
                <a:srgbClr val="333333"/>
              </a:solidFill>
              <a:latin typeface="Calibri"/>
              <a:ea typeface="Calibri"/>
              <a:cs typeface="Calibri"/>
              <a:sym typeface="Calibri"/>
            </a:endParaRPr>
          </a:p>
        </p:txBody>
      </p:sp>
      <p:sp>
        <p:nvSpPr>
          <p:cNvPr id="774" name="Google Shape;774;p61"/>
          <p:cNvSpPr txBox="1"/>
          <p:nvPr/>
        </p:nvSpPr>
        <p:spPr>
          <a:xfrm>
            <a:off x="1633470" y="1401326"/>
            <a:ext cx="1003500" cy="158100"/>
          </a:xfrm>
          <a:prstGeom prst="rect">
            <a:avLst/>
          </a:prstGeom>
          <a:noFill/>
          <a:ln>
            <a:noFill/>
          </a:ln>
        </p:spPr>
        <p:txBody>
          <a:bodyPr spcFirstLastPara="1" wrap="square" lIns="91775" tIns="91775" rIns="91775" bIns="91775" anchor="t" anchorCtr="0">
            <a:noAutofit/>
          </a:bodyPr>
          <a:lstStyle/>
          <a:p>
            <a:pPr marL="0" marR="0" lvl="0" indent="0" algn="r" rtl="0">
              <a:lnSpc>
                <a:spcPct val="150000"/>
              </a:lnSpc>
              <a:spcBef>
                <a:spcPts val="0"/>
              </a:spcBef>
              <a:spcAft>
                <a:spcPts val="0"/>
              </a:spcAft>
              <a:buClr>
                <a:srgbClr val="000000"/>
              </a:buClr>
              <a:buSzPts val="900"/>
              <a:buFont typeface="Arial"/>
              <a:buNone/>
            </a:pPr>
            <a:r>
              <a:rPr lang="en" sz="900" b="1" i="0" u="none" strike="noStrike" cap="none">
                <a:solidFill>
                  <a:srgbClr val="333333"/>
                </a:solidFill>
                <a:latin typeface="Calibri"/>
                <a:ea typeface="Calibri"/>
                <a:cs typeface="Calibri"/>
                <a:sym typeface="Calibri"/>
              </a:rPr>
              <a:t>{{K8C_4}}</a:t>
            </a:r>
            <a:endParaRPr sz="900" b="1" i="0" u="none" strike="noStrike" cap="none">
              <a:solidFill>
                <a:srgbClr val="333333"/>
              </a:solidFill>
              <a:latin typeface="Calibri"/>
              <a:ea typeface="Calibri"/>
              <a:cs typeface="Calibri"/>
              <a:sym typeface="Calibri"/>
            </a:endParaRPr>
          </a:p>
        </p:txBody>
      </p:sp>
      <p:sp>
        <p:nvSpPr>
          <p:cNvPr id="775" name="Google Shape;775;p61"/>
          <p:cNvSpPr txBox="1"/>
          <p:nvPr/>
        </p:nvSpPr>
        <p:spPr>
          <a:xfrm>
            <a:off x="385090" y="1575455"/>
            <a:ext cx="2113800" cy="158100"/>
          </a:xfrm>
          <a:prstGeom prst="rect">
            <a:avLst/>
          </a:prstGeom>
          <a:noFill/>
          <a:ln>
            <a:noFill/>
          </a:ln>
        </p:spPr>
        <p:txBody>
          <a:bodyPr spcFirstLastPara="1" wrap="square" lIns="91775" tIns="91775" rIns="91775" bIns="91775" anchor="t" anchorCtr="0">
            <a:noAutofit/>
          </a:bodyPr>
          <a:lstStyle/>
          <a:p>
            <a:pPr marL="0" marR="0" lvl="0" indent="0" algn="l" rtl="0">
              <a:lnSpc>
                <a:spcPct val="150000"/>
              </a:lnSpc>
              <a:spcBef>
                <a:spcPts val="0"/>
              </a:spcBef>
              <a:spcAft>
                <a:spcPts val="0"/>
              </a:spcAft>
              <a:buClr>
                <a:srgbClr val="000000"/>
              </a:buClr>
              <a:buSzPts val="1100"/>
              <a:buFont typeface="Arial"/>
              <a:buNone/>
            </a:pPr>
            <a:r>
              <a:rPr lang="en" sz="900" b="0" i="0" u="none" strike="noStrike" cap="none">
                <a:solidFill>
                  <a:srgbClr val="333333"/>
                </a:solidFill>
                <a:latin typeface="Calibri"/>
                <a:ea typeface="Calibri"/>
                <a:cs typeface="Calibri"/>
                <a:sym typeface="Calibri"/>
              </a:rPr>
              <a:t>{{K8S_5}}</a:t>
            </a:r>
            <a:endParaRPr sz="900" b="0" i="0" u="none" strike="noStrike" cap="none">
              <a:solidFill>
                <a:srgbClr val="333333"/>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900"/>
              <a:buFont typeface="Arial"/>
              <a:buNone/>
            </a:pPr>
            <a:endParaRPr sz="900" b="0" i="0" u="none" strike="noStrike" cap="none">
              <a:solidFill>
                <a:srgbClr val="333333"/>
              </a:solidFill>
              <a:latin typeface="Calibri"/>
              <a:ea typeface="Calibri"/>
              <a:cs typeface="Calibri"/>
              <a:sym typeface="Calibri"/>
            </a:endParaRPr>
          </a:p>
        </p:txBody>
      </p:sp>
      <p:sp>
        <p:nvSpPr>
          <p:cNvPr id="776" name="Google Shape;776;p61"/>
          <p:cNvSpPr txBox="1"/>
          <p:nvPr/>
        </p:nvSpPr>
        <p:spPr>
          <a:xfrm>
            <a:off x="1633470" y="1565275"/>
            <a:ext cx="1003500" cy="158100"/>
          </a:xfrm>
          <a:prstGeom prst="rect">
            <a:avLst/>
          </a:prstGeom>
          <a:noFill/>
          <a:ln>
            <a:noFill/>
          </a:ln>
        </p:spPr>
        <p:txBody>
          <a:bodyPr spcFirstLastPara="1" wrap="square" lIns="91775" tIns="91775" rIns="91775" bIns="91775" anchor="t" anchorCtr="0">
            <a:noAutofit/>
          </a:bodyPr>
          <a:lstStyle/>
          <a:p>
            <a:pPr marL="0" marR="0" lvl="0" indent="0" algn="r" rtl="0">
              <a:lnSpc>
                <a:spcPct val="150000"/>
              </a:lnSpc>
              <a:spcBef>
                <a:spcPts val="0"/>
              </a:spcBef>
              <a:spcAft>
                <a:spcPts val="0"/>
              </a:spcAft>
              <a:buClr>
                <a:srgbClr val="000000"/>
              </a:buClr>
              <a:buSzPts val="900"/>
              <a:buFont typeface="Arial"/>
              <a:buNone/>
            </a:pPr>
            <a:r>
              <a:rPr lang="en" sz="900" b="1" i="0" u="none" strike="noStrike" cap="none">
                <a:solidFill>
                  <a:srgbClr val="333333"/>
                </a:solidFill>
                <a:latin typeface="Calibri"/>
                <a:ea typeface="Calibri"/>
                <a:cs typeface="Calibri"/>
                <a:sym typeface="Calibri"/>
              </a:rPr>
              <a:t>{{K8C_5}}</a:t>
            </a:r>
            <a:endParaRPr sz="900" b="1" i="0" u="none" strike="noStrike" cap="none">
              <a:solidFill>
                <a:srgbClr val="333333"/>
              </a:solidFill>
              <a:latin typeface="Calibri"/>
              <a:ea typeface="Calibri"/>
              <a:cs typeface="Calibri"/>
              <a:sym typeface="Calibri"/>
            </a:endParaRPr>
          </a:p>
        </p:txBody>
      </p:sp>
      <p:sp>
        <p:nvSpPr>
          <p:cNvPr id="777" name="Google Shape;777;p61"/>
          <p:cNvSpPr txBox="1"/>
          <p:nvPr/>
        </p:nvSpPr>
        <p:spPr>
          <a:xfrm>
            <a:off x="217670" y="1937845"/>
            <a:ext cx="2676900" cy="158100"/>
          </a:xfrm>
          <a:prstGeom prst="rect">
            <a:avLst/>
          </a:prstGeom>
          <a:noFill/>
          <a:ln>
            <a:noFill/>
          </a:ln>
        </p:spPr>
        <p:txBody>
          <a:bodyPr spcFirstLastPara="1" wrap="square" lIns="91775" tIns="91775" rIns="91775" bIns="91775" anchor="t" anchorCtr="0">
            <a:noAutofit/>
          </a:bodyPr>
          <a:lstStyle/>
          <a:p>
            <a:pPr marL="0" marR="0" lvl="0" indent="0" algn="ctr" rtl="0">
              <a:lnSpc>
                <a:spcPct val="150000"/>
              </a:lnSpc>
              <a:spcBef>
                <a:spcPts val="0"/>
              </a:spcBef>
              <a:spcAft>
                <a:spcPts val="0"/>
              </a:spcAft>
              <a:buClr>
                <a:srgbClr val="000000"/>
              </a:buClr>
              <a:buSzPts val="1100"/>
              <a:buFont typeface="Arial"/>
              <a:buNone/>
            </a:pPr>
            <a:r>
              <a:rPr lang="en" sz="1100" b="0" i="0" u="none" strike="noStrike" cap="none">
                <a:solidFill>
                  <a:srgbClr val="333333"/>
                </a:solidFill>
                <a:latin typeface="Calibri"/>
                <a:ea typeface="Calibri"/>
                <a:cs typeface="Calibri"/>
                <a:sym typeface="Calibri"/>
              </a:rPr>
              <a:t>Total {{K8C_TOT}}</a:t>
            </a:r>
            <a:endParaRPr sz="1100" b="0" i="0" u="none" strike="noStrike" cap="none">
              <a:solidFill>
                <a:srgbClr val="333333"/>
              </a:solidFill>
              <a:latin typeface="Calibri"/>
              <a:ea typeface="Calibri"/>
              <a:cs typeface="Calibri"/>
              <a:sym typeface="Calibri"/>
            </a:endParaRPr>
          </a:p>
        </p:txBody>
      </p:sp>
      <p:sp>
        <p:nvSpPr>
          <p:cNvPr id="778" name="Google Shape;778;p61"/>
          <p:cNvSpPr txBox="1"/>
          <p:nvPr/>
        </p:nvSpPr>
        <p:spPr>
          <a:xfrm>
            <a:off x="3238087" y="1038052"/>
            <a:ext cx="1680900" cy="153000"/>
          </a:xfrm>
          <a:prstGeom prst="rect">
            <a:avLst/>
          </a:prstGeom>
          <a:noFill/>
          <a:ln>
            <a:noFill/>
          </a:ln>
        </p:spPr>
        <p:txBody>
          <a:bodyPr spcFirstLastPara="1" wrap="square" lIns="91775" tIns="91775" rIns="91775" bIns="91775" anchor="t" anchorCtr="0">
            <a:noAutofit/>
          </a:bodyPr>
          <a:lstStyle/>
          <a:p>
            <a:pPr marL="0" marR="0" lvl="0" indent="0" algn="l" rtl="0">
              <a:lnSpc>
                <a:spcPct val="150000"/>
              </a:lnSpc>
              <a:spcBef>
                <a:spcPts val="0"/>
              </a:spcBef>
              <a:spcAft>
                <a:spcPts val="0"/>
              </a:spcAft>
              <a:buClr>
                <a:srgbClr val="000000"/>
              </a:buClr>
              <a:buSzPts val="900"/>
              <a:buFont typeface="Arial"/>
              <a:buNone/>
            </a:pPr>
            <a:r>
              <a:rPr lang="en" sz="900" b="0" i="0" u="sng" strike="noStrike" cap="none">
                <a:solidFill>
                  <a:schemeClr val="hlink"/>
                </a:solidFill>
                <a:latin typeface="Calibri"/>
                <a:ea typeface="Calibri"/>
                <a:cs typeface="Calibri"/>
                <a:sym typeface="Calibri"/>
                <a:hlinkClick r:id="rId4"/>
              </a:rPr>
              <a:t>Wiz Connector Deployed</a:t>
            </a:r>
            <a:endParaRPr sz="900" b="0" i="0" u="none" strike="noStrike" cap="none">
              <a:solidFill>
                <a:srgbClr val="0254EC"/>
              </a:solidFill>
              <a:latin typeface="Calibri"/>
              <a:ea typeface="Calibri"/>
              <a:cs typeface="Calibri"/>
              <a:sym typeface="Calibri"/>
            </a:endParaRPr>
          </a:p>
        </p:txBody>
      </p:sp>
      <p:sp>
        <p:nvSpPr>
          <p:cNvPr id="779" name="Google Shape;779;p61"/>
          <p:cNvSpPr txBox="1"/>
          <p:nvPr/>
        </p:nvSpPr>
        <p:spPr>
          <a:xfrm>
            <a:off x="4766331" y="1038062"/>
            <a:ext cx="1003500" cy="153000"/>
          </a:xfrm>
          <a:prstGeom prst="rect">
            <a:avLst/>
          </a:prstGeom>
          <a:noFill/>
          <a:ln>
            <a:noFill/>
          </a:ln>
        </p:spPr>
        <p:txBody>
          <a:bodyPr spcFirstLastPara="1" wrap="square" lIns="91775" tIns="91775" rIns="91775" bIns="91775" anchor="t" anchorCtr="0">
            <a:noAutofit/>
          </a:bodyPr>
          <a:lstStyle/>
          <a:p>
            <a:pPr marL="0" marR="0" lvl="0" indent="0" algn="r" rtl="0">
              <a:lnSpc>
                <a:spcPct val="150000"/>
              </a:lnSpc>
              <a:spcBef>
                <a:spcPts val="0"/>
              </a:spcBef>
              <a:spcAft>
                <a:spcPts val="0"/>
              </a:spcAft>
              <a:buClr>
                <a:srgbClr val="000000"/>
              </a:buClr>
              <a:buSzPts val="1000"/>
              <a:buFont typeface="Arial"/>
              <a:buNone/>
            </a:pPr>
            <a:r>
              <a:rPr lang="en" sz="1000" b="1" i="0" u="none" strike="noStrike" cap="none">
                <a:solidFill>
                  <a:srgbClr val="333333"/>
                </a:solidFill>
                <a:latin typeface="Calibri"/>
                <a:ea typeface="Calibri"/>
                <a:cs typeface="Calibri"/>
                <a:sym typeface="Calibri"/>
              </a:rPr>
              <a:t>{{KC_WC}}</a:t>
            </a:r>
            <a:endParaRPr sz="1000" b="1" i="0" u="none" strike="noStrike" cap="none">
              <a:solidFill>
                <a:srgbClr val="333333"/>
              </a:solidFill>
              <a:latin typeface="Calibri"/>
              <a:ea typeface="Calibri"/>
              <a:cs typeface="Calibri"/>
              <a:sym typeface="Calibri"/>
            </a:endParaRPr>
          </a:p>
        </p:txBody>
      </p:sp>
      <p:sp>
        <p:nvSpPr>
          <p:cNvPr id="780" name="Google Shape;780;p61"/>
          <p:cNvSpPr txBox="1"/>
          <p:nvPr/>
        </p:nvSpPr>
        <p:spPr>
          <a:xfrm>
            <a:off x="3238089" y="1213479"/>
            <a:ext cx="1909200" cy="154800"/>
          </a:xfrm>
          <a:prstGeom prst="rect">
            <a:avLst/>
          </a:prstGeom>
          <a:noFill/>
          <a:ln>
            <a:noFill/>
          </a:ln>
        </p:spPr>
        <p:txBody>
          <a:bodyPr spcFirstLastPara="1" wrap="square" lIns="91775" tIns="91775" rIns="91775" bIns="91775" anchor="t" anchorCtr="0">
            <a:noAutofit/>
          </a:bodyPr>
          <a:lstStyle/>
          <a:p>
            <a:pPr marL="0" marR="0" lvl="0" indent="0" algn="l" rtl="0">
              <a:lnSpc>
                <a:spcPct val="150000"/>
              </a:lnSpc>
              <a:spcBef>
                <a:spcPts val="0"/>
              </a:spcBef>
              <a:spcAft>
                <a:spcPts val="0"/>
              </a:spcAft>
              <a:buClr>
                <a:srgbClr val="000000"/>
              </a:buClr>
              <a:buSzPts val="900"/>
              <a:buFont typeface="Arial"/>
              <a:buNone/>
            </a:pPr>
            <a:r>
              <a:rPr lang="en" sz="900" b="0" i="0" u="sng" strike="noStrike" cap="none">
                <a:solidFill>
                  <a:schemeClr val="hlink"/>
                </a:solidFill>
                <a:latin typeface="Calibri"/>
                <a:ea typeface="Calibri"/>
                <a:cs typeface="Calibri"/>
                <a:sym typeface="Calibri"/>
                <a:hlinkClick r:id="rId5"/>
              </a:rPr>
              <a:t>Admission Controller</a:t>
            </a:r>
            <a:endParaRPr sz="900" b="0" i="0" u="none" strike="noStrike" cap="none">
              <a:solidFill>
                <a:srgbClr val="0254EC"/>
              </a:solidFill>
              <a:latin typeface="Calibri"/>
              <a:ea typeface="Calibri"/>
              <a:cs typeface="Calibri"/>
              <a:sym typeface="Calibri"/>
            </a:endParaRPr>
          </a:p>
        </p:txBody>
      </p:sp>
      <p:sp>
        <p:nvSpPr>
          <p:cNvPr id="781" name="Google Shape;781;p61"/>
          <p:cNvSpPr txBox="1"/>
          <p:nvPr/>
        </p:nvSpPr>
        <p:spPr>
          <a:xfrm>
            <a:off x="4764913" y="1211115"/>
            <a:ext cx="1003500" cy="153000"/>
          </a:xfrm>
          <a:prstGeom prst="rect">
            <a:avLst/>
          </a:prstGeom>
          <a:noFill/>
          <a:ln>
            <a:noFill/>
          </a:ln>
        </p:spPr>
        <p:txBody>
          <a:bodyPr spcFirstLastPara="1" wrap="square" lIns="91775" tIns="91775" rIns="91775" bIns="91775" anchor="t" anchorCtr="0">
            <a:noAutofit/>
          </a:bodyPr>
          <a:lstStyle/>
          <a:p>
            <a:pPr marL="0" marR="0" lvl="0" indent="0" algn="r" rtl="0">
              <a:lnSpc>
                <a:spcPct val="150000"/>
              </a:lnSpc>
              <a:spcBef>
                <a:spcPts val="0"/>
              </a:spcBef>
              <a:spcAft>
                <a:spcPts val="0"/>
              </a:spcAft>
              <a:buClr>
                <a:srgbClr val="000000"/>
              </a:buClr>
              <a:buSzPts val="1000"/>
              <a:buFont typeface="Arial"/>
              <a:buNone/>
            </a:pPr>
            <a:r>
              <a:rPr lang="en" sz="1000" b="1" i="0" u="none" strike="noStrike" cap="none">
                <a:solidFill>
                  <a:srgbClr val="333333"/>
                </a:solidFill>
                <a:latin typeface="Calibri"/>
                <a:ea typeface="Calibri"/>
                <a:cs typeface="Calibri"/>
                <a:sym typeface="Calibri"/>
              </a:rPr>
              <a:t>{{KC_AC}}</a:t>
            </a:r>
            <a:endParaRPr sz="1000" b="1" i="0" u="none" strike="noStrike" cap="none">
              <a:solidFill>
                <a:srgbClr val="333333"/>
              </a:solidFill>
              <a:latin typeface="Calibri"/>
              <a:ea typeface="Calibri"/>
              <a:cs typeface="Calibri"/>
              <a:sym typeface="Calibri"/>
            </a:endParaRPr>
          </a:p>
        </p:txBody>
      </p:sp>
      <p:cxnSp>
        <p:nvCxnSpPr>
          <p:cNvPr id="782" name="Google Shape;782;p61"/>
          <p:cNvCxnSpPr/>
          <p:nvPr/>
        </p:nvCxnSpPr>
        <p:spPr>
          <a:xfrm>
            <a:off x="150000" y="2399129"/>
            <a:ext cx="8776500" cy="0"/>
          </a:xfrm>
          <a:prstGeom prst="straightConnector1">
            <a:avLst/>
          </a:prstGeom>
          <a:noFill/>
          <a:ln w="14300" cap="flat" cmpd="sng">
            <a:solidFill>
              <a:srgbClr val="0054EC"/>
            </a:solidFill>
            <a:prstDash val="solid"/>
            <a:round/>
            <a:headEnd type="none" w="sm" len="sm"/>
            <a:tailEnd type="none" w="sm" len="sm"/>
          </a:ln>
        </p:spPr>
      </p:cxnSp>
      <p:sp>
        <p:nvSpPr>
          <p:cNvPr id="783" name="Google Shape;783;p61"/>
          <p:cNvSpPr txBox="1"/>
          <p:nvPr/>
        </p:nvSpPr>
        <p:spPr>
          <a:xfrm>
            <a:off x="300000" y="2950479"/>
            <a:ext cx="3287400" cy="180600"/>
          </a:xfrm>
          <a:prstGeom prst="rect">
            <a:avLst/>
          </a:prstGeom>
          <a:noFill/>
          <a:ln>
            <a:noFill/>
          </a:ln>
        </p:spPr>
        <p:txBody>
          <a:bodyPr spcFirstLastPara="1" wrap="square" lIns="91775" tIns="91775" rIns="91775" bIns="91775" anchor="t" anchorCtr="0">
            <a:noAutofit/>
          </a:bodyPr>
          <a:lstStyle/>
          <a:p>
            <a:pPr marL="0" marR="0" lvl="0" indent="0" algn="l" rtl="0">
              <a:lnSpc>
                <a:spcPct val="150000"/>
              </a:lnSpc>
              <a:spcBef>
                <a:spcPts val="0"/>
              </a:spcBef>
              <a:spcAft>
                <a:spcPts val="0"/>
              </a:spcAft>
              <a:buClr>
                <a:srgbClr val="000000"/>
              </a:buClr>
              <a:buSzPts val="900"/>
              <a:buFont typeface="Arial"/>
              <a:buNone/>
            </a:pPr>
            <a:r>
              <a:rPr lang="en" sz="900" b="0" i="0" u="none" strike="noStrike" cap="none">
                <a:solidFill>
                  <a:srgbClr val="333333"/>
                </a:solidFill>
                <a:latin typeface="Calibri"/>
                <a:ea typeface="Calibri"/>
                <a:cs typeface="Calibri"/>
                <a:sym typeface="Calibri"/>
              </a:rPr>
              <a:t>Cloud (Workload/K8s)</a:t>
            </a:r>
            <a:endParaRPr sz="900" b="0" i="0" u="none" strike="noStrike" cap="none">
              <a:solidFill>
                <a:srgbClr val="333333"/>
              </a:solidFill>
              <a:latin typeface="Calibri"/>
              <a:ea typeface="Calibri"/>
              <a:cs typeface="Calibri"/>
              <a:sym typeface="Calibri"/>
            </a:endParaRPr>
          </a:p>
        </p:txBody>
      </p:sp>
      <p:sp>
        <p:nvSpPr>
          <p:cNvPr id="784" name="Google Shape;784;p61"/>
          <p:cNvSpPr txBox="1"/>
          <p:nvPr/>
        </p:nvSpPr>
        <p:spPr>
          <a:xfrm>
            <a:off x="1751486" y="2964986"/>
            <a:ext cx="1605900" cy="180600"/>
          </a:xfrm>
          <a:prstGeom prst="rect">
            <a:avLst/>
          </a:prstGeom>
          <a:noFill/>
          <a:ln>
            <a:noFill/>
          </a:ln>
        </p:spPr>
        <p:txBody>
          <a:bodyPr spcFirstLastPara="1" wrap="square" lIns="91775" tIns="91775" rIns="91775" bIns="91775" anchor="t" anchorCtr="0">
            <a:noAutofit/>
          </a:bodyPr>
          <a:lstStyle/>
          <a:p>
            <a:pPr marL="0" marR="0" lvl="0" indent="0" algn="r" rtl="0">
              <a:lnSpc>
                <a:spcPct val="150000"/>
              </a:lnSpc>
              <a:spcBef>
                <a:spcPts val="0"/>
              </a:spcBef>
              <a:spcAft>
                <a:spcPts val="0"/>
              </a:spcAft>
              <a:buClr>
                <a:srgbClr val="000000"/>
              </a:buClr>
              <a:buSzPts val="900"/>
              <a:buFont typeface="Arial"/>
              <a:buNone/>
            </a:pPr>
            <a:r>
              <a:rPr lang="en" sz="900" b="1" i="0" u="none" strike="noStrike" cap="none">
                <a:solidFill>
                  <a:srgbClr val="333333"/>
                </a:solidFill>
                <a:latin typeface="Calibri"/>
                <a:ea typeface="Calibri"/>
                <a:cs typeface="Calibri"/>
                <a:sym typeface="Calibri"/>
              </a:rPr>
              <a:t>{{CL_CLD}}</a:t>
            </a:r>
            <a:endParaRPr sz="900" b="1" i="0" u="none" strike="noStrike" cap="none">
              <a:solidFill>
                <a:srgbClr val="333333"/>
              </a:solidFill>
              <a:latin typeface="Calibri"/>
              <a:ea typeface="Calibri"/>
              <a:cs typeface="Calibri"/>
              <a:sym typeface="Calibri"/>
            </a:endParaRPr>
          </a:p>
        </p:txBody>
      </p:sp>
      <p:sp>
        <p:nvSpPr>
          <p:cNvPr id="785" name="Google Shape;785;p61"/>
          <p:cNvSpPr txBox="1"/>
          <p:nvPr/>
        </p:nvSpPr>
        <p:spPr>
          <a:xfrm>
            <a:off x="300000" y="3152930"/>
            <a:ext cx="3287400" cy="180600"/>
          </a:xfrm>
          <a:prstGeom prst="rect">
            <a:avLst/>
          </a:prstGeom>
          <a:noFill/>
          <a:ln>
            <a:noFill/>
          </a:ln>
        </p:spPr>
        <p:txBody>
          <a:bodyPr spcFirstLastPara="1" wrap="square" lIns="91775" tIns="91775" rIns="91775" bIns="91775" anchor="t" anchorCtr="0">
            <a:noAutofit/>
          </a:bodyPr>
          <a:lstStyle/>
          <a:p>
            <a:pPr marL="0" marR="0" lvl="0" indent="0" algn="l" rtl="0">
              <a:lnSpc>
                <a:spcPct val="150000"/>
              </a:lnSpc>
              <a:spcBef>
                <a:spcPts val="0"/>
              </a:spcBef>
              <a:spcAft>
                <a:spcPts val="0"/>
              </a:spcAft>
              <a:buClr>
                <a:srgbClr val="000000"/>
              </a:buClr>
              <a:buSzPts val="900"/>
              <a:buFont typeface="Arial"/>
              <a:buNone/>
            </a:pPr>
            <a:r>
              <a:rPr lang="en" sz="900" b="0" i="0" u="none" strike="noStrike" cap="none">
                <a:solidFill>
                  <a:srgbClr val="333333"/>
                </a:solidFill>
                <a:latin typeface="Calibri"/>
                <a:ea typeface="Calibri"/>
                <a:cs typeface="Calibri"/>
                <a:sym typeface="Calibri"/>
              </a:rPr>
              <a:t>Store (Registry Scans)</a:t>
            </a:r>
            <a:endParaRPr sz="900" b="0" i="0" u="none" strike="noStrike" cap="none">
              <a:solidFill>
                <a:srgbClr val="333333"/>
              </a:solidFill>
              <a:latin typeface="Calibri"/>
              <a:ea typeface="Calibri"/>
              <a:cs typeface="Calibri"/>
              <a:sym typeface="Calibri"/>
            </a:endParaRPr>
          </a:p>
        </p:txBody>
      </p:sp>
      <p:sp>
        <p:nvSpPr>
          <p:cNvPr id="786" name="Google Shape;786;p61"/>
          <p:cNvSpPr txBox="1"/>
          <p:nvPr/>
        </p:nvSpPr>
        <p:spPr>
          <a:xfrm>
            <a:off x="1751486" y="3167437"/>
            <a:ext cx="1605900" cy="180600"/>
          </a:xfrm>
          <a:prstGeom prst="rect">
            <a:avLst/>
          </a:prstGeom>
          <a:noFill/>
          <a:ln>
            <a:noFill/>
          </a:ln>
        </p:spPr>
        <p:txBody>
          <a:bodyPr spcFirstLastPara="1" wrap="square" lIns="91775" tIns="91775" rIns="91775" bIns="91775" anchor="t" anchorCtr="0">
            <a:noAutofit/>
          </a:bodyPr>
          <a:lstStyle/>
          <a:p>
            <a:pPr marL="0" marR="0" lvl="0" indent="0" algn="r" rtl="0">
              <a:lnSpc>
                <a:spcPct val="150000"/>
              </a:lnSpc>
              <a:spcBef>
                <a:spcPts val="0"/>
              </a:spcBef>
              <a:spcAft>
                <a:spcPts val="0"/>
              </a:spcAft>
              <a:buClr>
                <a:srgbClr val="000000"/>
              </a:buClr>
              <a:buSzPts val="900"/>
              <a:buFont typeface="Arial"/>
              <a:buNone/>
            </a:pPr>
            <a:r>
              <a:rPr lang="en" sz="900" b="1" i="0" u="none" strike="noStrike" cap="none">
                <a:solidFill>
                  <a:srgbClr val="333333"/>
                </a:solidFill>
                <a:latin typeface="Calibri"/>
                <a:ea typeface="Calibri"/>
                <a:cs typeface="Calibri"/>
                <a:sym typeface="Calibri"/>
              </a:rPr>
              <a:t>{{CL_STR}}</a:t>
            </a:r>
            <a:endParaRPr sz="900" b="1" i="0" u="none" strike="noStrike" cap="none">
              <a:solidFill>
                <a:srgbClr val="333333"/>
              </a:solidFill>
              <a:latin typeface="Calibri"/>
              <a:ea typeface="Calibri"/>
              <a:cs typeface="Calibri"/>
              <a:sym typeface="Calibri"/>
            </a:endParaRPr>
          </a:p>
        </p:txBody>
      </p:sp>
      <p:sp>
        <p:nvSpPr>
          <p:cNvPr id="787" name="Google Shape;787;p61"/>
          <p:cNvSpPr txBox="1"/>
          <p:nvPr/>
        </p:nvSpPr>
        <p:spPr>
          <a:xfrm>
            <a:off x="300000" y="3355380"/>
            <a:ext cx="3287400" cy="180600"/>
          </a:xfrm>
          <a:prstGeom prst="rect">
            <a:avLst/>
          </a:prstGeom>
          <a:noFill/>
          <a:ln>
            <a:noFill/>
          </a:ln>
        </p:spPr>
        <p:txBody>
          <a:bodyPr spcFirstLastPara="1" wrap="square" lIns="91775" tIns="91775" rIns="91775" bIns="91775" anchor="t" anchorCtr="0">
            <a:noAutofit/>
          </a:bodyPr>
          <a:lstStyle/>
          <a:p>
            <a:pPr marL="0" marR="0" lvl="0" indent="0" algn="l" rtl="0">
              <a:lnSpc>
                <a:spcPct val="150000"/>
              </a:lnSpc>
              <a:spcBef>
                <a:spcPts val="0"/>
              </a:spcBef>
              <a:spcAft>
                <a:spcPts val="0"/>
              </a:spcAft>
              <a:buClr>
                <a:srgbClr val="000000"/>
              </a:buClr>
              <a:buSzPts val="900"/>
              <a:buFont typeface="Arial"/>
              <a:buNone/>
            </a:pPr>
            <a:r>
              <a:rPr lang="en" sz="900" b="0" i="0" u="none" strike="noStrike" cap="none">
                <a:solidFill>
                  <a:srgbClr val="333333"/>
                </a:solidFill>
                <a:latin typeface="Calibri"/>
                <a:ea typeface="Calibri"/>
                <a:cs typeface="Calibri"/>
                <a:sym typeface="Calibri"/>
              </a:rPr>
              <a:t>Runtime (Sensor)</a:t>
            </a:r>
            <a:endParaRPr sz="900" b="0" i="0" u="none" strike="noStrike" cap="none">
              <a:solidFill>
                <a:srgbClr val="333333"/>
              </a:solidFill>
              <a:latin typeface="Calibri"/>
              <a:ea typeface="Calibri"/>
              <a:cs typeface="Calibri"/>
              <a:sym typeface="Calibri"/>
            </a:endParaRPr>
          </a:p>
        </p:txBody>
      </p:sp>
      <p:sp>
        <p:nvSpPr>
          <p:cNvPr id="788" name="Google Shape;788;p61"/>
          <p:cNvSpPr txBox="1"/>
          <p:nvPr/>
        </p:nvSpPr>
        <p:spPr>
          <a:xfrm>
            <a:off x="1751486" y="3369887"/>
            <a:ext cx="1605900" cy="180600"/>
          </a:xfrm>
          <a:prstGeom prst="rect">
            <a:avLst/>
          </a:prstGeom>
          <a:noFill/>
          <a:ln>
            <a:noFill/>
          </a:ln>
        </p:spPr>
        <p:txBody>
          <a:bodyPr spcFirstLastPara="1" wrap="square" lIns="91775" tIns="91775" rIns="91775" bIns="91775" anchor="t" anchorCtr="0">
            <a:noAutofit/>
          </a:bodyPr>
          <a:lstStyle/>
          <a:p>
            <a:pPr marL="0" marR="0" lvl="0" indent="0" algn="r" rtl="0">
              <a:lnSpc>
                <a:spcPct val="150000"/>
              </a:lnSpc>
              <a:spcBef>
                <a:spcPts val="0"/>
              </a:spcBef>
              <a:spcAft>
                <a:spcPts val="0"/>
              </a:spcAft>
              <a:buClr>
                <a:srgbClr val="000000"/>
              </a:buClr>
              <a:buSzPts val="900"/>
              <a:buFont typeface="Arial"/>
              <a:buNone/>
            </a:pPr>
            <a:r>
              <a:rPr lang="en" sz="900" b="1" i="0" u="none" strike="noStrike" cap="none">
                <a:solidFill>
                  <a:srgbClr val="333333"/>
                </a:solidFill>
                <a:latin typeface="Calibri"/>
                <a:ea typeface="Calibri"/>
                <a:cs typeface="Calibri"/>
                <a:sym typeface="Calibri"/>
              </a:rPr>
              <a:t>{{CL_RT}}</a:t>
            </a:r>
            <a:endParaRPr sz="900" b="1" i="0" u="none" strike="noStrike" cap="none">
              <a:solidFill>
                <a:srgbClr val="333333"/>
              </a:solidFill>
              <a:latin typeface="Calibri"/>
              <a:ea typeface="Calibri"/>
              <a:cs typeface="Calibri"/>
              <a:sym typeface="Calibri"/>
            </a:endParaRPr>
          </a:p>
        </p:txBody>
      </p:sp>
      <p:sp>
        <p:nvSpPr>
          <p:cNvPr id="789" name="Google Shape;789;p61"/>
          <p:cNvSpPr txBox="1"/>
          <p:nvPr/>
        </p:nvSpPr>
        <p:spPr>
          <a:xfrm>
            <a:off x="300000" y="3557831"/>
            <a:ext cx="3287400" cy="180600"/>
          </a:xfrm>
          <a:prstGeom prst="rect">
            <a:avLst/>
          </a:prstGeom>
          <a:noFill/>
          <a:ln>
            <a:noFill/>
          </a:ln>
        </p:spPr>
        <p:txBody>
          <a:bodyPr spcFirstLastPara="1" wrap="square" lIns="91775" tIns="91775" rIns="91775" bIns="91775" anchor="t" anchorCtr="0">
            <a:noAutofit/>
          </a:bodyPr>
          <a:lstStyle/>
          <a:p>
            <a:pPr marL="0" marR="0" lvl="0" indent="0" algn="l" rtl="0">
              <a:lnSpc>
                <a:spcPct val="150000"/>
              </a:lnSpc>
              <a:spcBef>
                <a:spcPts val="0"/>
              </a:spcBef>
              <a:spcAft>
                <a:spcPts val="0"/>
              </a:spcAft>
              <a:buClr>
                <a:srgbClr val="000000"/>
              </a:buClr>
              <a:buSzPts val="900"/>
              <a:buFont typeface="Arial"/>
              <a:buNone/>
            </a:pPr>
            <a:r>
              <a:rPr lang="en" sz="900" b="0" i="0" u="none" strike="noStrike" cap="none">
                <a:solidFill>
                  <a:srgbClr val="333333"/>
                </a:solidFill>
                <a:latin typeface="Calibri"/>
                <a:ea typeface="Calibri"/>
                <a:cs typeface="Calibri"/>
                <a:sym typeface="Calibri"/>
              </a:rPr>
              <a:t>Code (Wiz Code)</a:t>
            </a:r>
            <a:endParaRPr sz="900" b="0" i="0" u="none" strike="noStrike" cap="none">
              <a:solidFill>
                <a:srgbClr val="333333"/>
              </a:solidFill>
              <a:latin typeface="Calibri"/>
              <a:ea typeface="Calibri"/>
              <a:cs typeface="Calibri"/>
              <a:sym typeface="Calibri"/>
            </a:endParaRPr>
          </a:p>
        </p:txBody>
      </p:sp>
      <p:sp>
        <p:nvSpPr>
          <p:cNvPr id="790" name="Google Shape;790;p61"/>
          <p:cNvSpPr txBox="1"/>
          <p:nvPr/>
        </p:nvSpPr>
        <p:spPr>
          <a:xfrm>
            <a:off x="1751486" y="3572338"/>
            <a:ext cx="1605900" cy="180600"/>
          </a:xfrm>
          <a:prstGeom prst="rect">
            <a:avLst/>
          </a:prstGeom>
          <a:noFill/>
          <a:ln>
            <a:noFill/>
          </a:ln>
        </p:spPr>
        <p:txBody>
          <a:bodyPr spcFirstLastPara="1" wrap="square" lIns="91775" tIns="91775" rIns="91775" bIns="91775" anchor="t" anchorCtr="0">
            <a:noAutofit/>
          </a:bodyPr>
          <a:lstStyle/>
          <a:p>
            <a:pPr marL="0" marR="0" lvl="0" indent="0" algn="r" rtl="0">
              <a:lnSpc>
                <a:spcPct val="150000"/>
              </a:lnSpc>
              <a:spcBef>
                <a:spcPts val="0"/>
              </a:spcBef>
              <a:spcAft>
                <a:spcPts val="0"/>
              </a:spcAft>
              <a:buClr>
                <a:srgbClr val="000000"/>
              </a:buClr>
              <a:buSzPts val="900"/>
              <a:buFont typeface="Arial"/>
              <a:buNone/>
            </a:pPr>
            <a:r>
              <a:rPr lang="en" sz="900" b="1" i="0" u="none" strike="noStrike" cap="none">
                <a:solidFill>
                  <a:srgbClr val="333333"/>
                </a:solidFill>
                <a:latin typeface="Calibri"/>
                <a:ea typeface="Calibri"/>
                <a:cs typeface="Calibri"/>
                <a:sym typeface="Calibri"/>
              </a:rPr>
              <a:t>{{CL_CODE}}</a:t>
            </a:r>
            <a:endParaRPr sz="900" b="1" i="0" u="none" strike="noStrike" cap="none">
              <a:solidFill>
                <a:srgbClr val="333333"/>
              </a:solidFill>
              <a:latin typeface="Calibri"/>
              <a:ea typeface="Calibri"/>
              <a:cs typeface="Calibri"/>
              <a:sym typeface="Calibri"/>
            </a:endParaRPr>
          </a:p>
        </p:txBody>
      </p:sp>
      <p:sp>
        <p:nvSpPr>
          <p:cNvPr id="791" name="Google Shape;791;p61"/>
          <p:cNvSpPr txBox="1"/>
          <p:nvPr/>
        </p:nvSpPr>
        <p:spPr>
          <a:xfrm>
            <a:off x="300000" y="3760282"/>
            <a:ext cx="3287400" cy="180600"/>
          </a:xfrm>
          <a:prstGeom prst="rect">
            <a:avLst/>
          </a:prstGeom>
          <a:noFill/>
          <a:ln>
            <a:noFill/>
          </a:ln>
        </p:spPr>
        <p:txBody>
          <a:bodyPr spcFirstLastPara="1" wrap="square" lIns="91775" tIns="91775" rIns="91775" bIns="91775" anchor="t" anchorCtr="0">
            <a:noAutofit/>
          </a:bodyPr>
          <a:lstStyle/>
          <a:p>
            <a:pPr marL="0" marR="0" lvl="0" indent="0" algn="l" rtl="0">
              <a:lnSpc>
                <a:spcPct val="150000"/>
              </a:lnSpc>
              <a:spcBef>
                <a:spcPts val="0"/>
              </a:spcBef>
              <a:spcAft>
                <a:spcPts val="0"/>
              </a:spcAft>
              <a:buClr>
                <a:srgbClr val="000000"/>
              </a:buClr>
              <a:buSzPts val="900"/>
              <a:buFont typeface="Arial"/>
              <a:buNone/>
            </a:pPr>
            <a:r>
              <a:rPr lang="en" sz="900" b="0" i="0" u="none" strike="noStrike" cap="none">
                <a:solidFill>
                  <a:srgbClr val="333333"/>
                </a:solidFill>
                <a:latin typeface="Calibri"/>
                <a:ea typeface="Calibri"/>
                <a:cs typeface="Calibri"/>
                <a:sym typeface="Calibri"/>
              </a:rPr>
              <a:t>Build (Wiz CLI + Tagged Images)</a:t>
            </a:r>
            <a:endParaRPr sz="900" b="0" i="0" u="none" strike="noStrike" cap="none">
              <a:solidFill>
                <a:srgbClr val="333333"/>
              </a:solidFill>
              <a:latin typeface="Calibri"/>
              <a:ea typeface="Calibri"/>
              <a:cs typeface="Calibri"/>
              <a:sym typeface="Calibri"/>
            </a:endParaRPr>
          </a:p>
        </p:txBody>
      </p:sp>
      <p:sp>
        <p:nvSpPr>
          <p:cNvPr id="792" name="Google Shape;792;p61"/>
          <p:cNvSpPr txBox="1"/>
          <p:nvPr/>
        </p:nvSpPr>
        <p:spPr>
          <a:xfrm>
            <a:off x="1751486" y="3774789"/>
            <a:ext cx="1605900" cy="180600"/>
          </a:xfrm>
          <a:prstGeom prst="rect">
            <a:avLst/>
          </a:prstGeom>
          <a:noFill/>
          <a:ln>
            <a:noFill/>
          </a:ln>
        </p:spPr>
        <p:txBody>
          <a:bodyPr spcFirstLastPara="1" wrap="square" lIns="91775" tIns="91775" rIns="91775" bIns="91775" anchor="t" anchorCtr="0">
            <a:noAutofit/>
          </a:bodyPr>
          <a:lstStyle/>
          <a:p>
            <a:pPr marL="0" marR="0" lvl="0" indent="0" algn="r" rtl="0">
              <a:lnSpc>
                <a:spcPct val="150000"/>
              </a:lnSpc>
              <a:spcBef>
                <a:spcPts val="0"/>
              </a:spcBef>
              <a:spcAft>
                <a:spcPts val="0"/>
              </a:spcAft>
              <a:buClr>
                <a:srgbClr val="000000"/>
              </a:buClr>
              <a:buSzPts val="900"/>
              <a:buFont typeface="Arial"/>
              <a:buNone/>
            </a:pPr>
            <a:r>
              <a:rPr lang="en" sz="900" b="1" i="0" u="none" strike="noStrike" cap="none">
                <a:solidFill>
                  <a:srgbClr val="333333"/>
                </a:solidFill>
                <a:latin typeface="Calibri"/>
                <a:ea typeface="Calibri"/>
                <a:cs typeface="Calibri"/>
                <a:sym typeface="Calibri"/>
              </a:rPr>
              <a:t>{{CL_BLD}}</a:t>
            </a:r>
            <a:endParaRPr sz="900" b="1" i="0" u="none" strike="noStrike" cap="none">
              <a:solidFill>
                <a:srgbClr val="333333"/>
              </a:solidFill>
              <a:latin typeface="Calibri"/>
              <a:ea typeface="Calibri"/>
              <a:cs typeface="Calibri"/>
              <a:sym typeface="Calibri"/>
            </a:endParaRPr>
          </a:p>
        </p:txBody>
      </p:sp>
      <p:sp>
        <p:nvSpPr>
          <p:cNvPr id="793" name="Google Shape;793;p61"/>
          <p:cNvSpPr txBox="1"/>
          <p:nvPr/>
        </p:nvSpPr>
        <p:spPr>
          <a:xfrm>
            <a:off x="300000" y="3962733"/>
            <a:ext cx="3287400" cy="180600"/>
          </a:xfrm>
          <a:prstGeom prst="rect">
            <a:avLst/>
          </a:prstGeom>
          <a:noFill/>
          <a:ln>
            <a:noFill/>
          </a:ln>
        </p:spPr>
        <p:txBody>
          <a:bodyPr spcFirstLastPara="1" wrap="square" lIns="91775" tIns="91775" rIns="91775" bIns="91775" anchor="t" anchorCtr="0">
            <a:noAutofit/>
          </a:bodyPr>
          <a:lstStyle/>
          <a:p>
            <a:pPr marL="0" marR="0" lvl="0" indent="0" algn="l" rtl="0">
              <a:lnSpc>
                <a:spcPct val="150000"/>
              </a:lnSpc>
              <a:spcBef>
                <a:spcPts val="0"/>
              </a:spcBef>
              <a:spcAft>
                <a:spcPts val="0"/>
              </a:spcAft>
              <a:buClr>
                <a:srgbClr val="000000"/>
              </a:buClr>
              <a:buSzPts val="900"/>
              <a:buFont typeface="Arial"/>
              <a:buNone/>
            </a:pPr>
            <a:r>
              <a:rPr lang="en" sz="900" b="0" i="0" u="none" strike="noStrike" cap="none">
                <a:solidFill>
                  <a:srgbClr val="333333"/>
                </a:solidFill>
                <a:latin typeface="Calibri"/>
                <a:ea typeface="Calibri"/>
                <a:cs typeface="Calibri"/>
                <a:sym typeface="Calibri"/>
              </a:rPr>
              <a:t>Deploy (Admission Controller)</a:t>
            </a:r>
            <a:endParaRPr sz="900" b="0" i="0" u="none" strike="noStrike" cap="none">
              <a:solidFill>
                <a:srgbClr val="333333"/>
              </a:solidFill>
              <a:latin typeface="Calibri"/>
              <a:ea typeface="Calibri"/>
              <a:cs typeface="Calibri"/>
              <a:sym typeface="Calibri"/>
            </a:endParaRPr>
          </a:p>
        </p:txBody>
      </p:sp>
      <p:sp>
        <p:nvSpPr>
          <p:cNvPr id="794" name="Google Shape;794;p61"/>
          <p:cNvSpPr txBox="1"/>
          <p:nvPr/>
        </p:nvSpPr>
        <p:spPr>
          <a:xfrm>
            <a:off x="1751486" y="3977239"/>
            <a:ext cx="1605900" cy="180600"/>
          </a:xfrm>
          <a:prstGeom prst="rect">
            <a:avLst/>
          </a:prstGeom>
          <a:noFill/>
          <a:ln>
            <a:noFill/>
          </a:ln>
        </p:spPr>
        <p:txBody>
          <a:bodyPr spcFirstLastPara="1" wrap="square" lIns="91775" tIns="91775" rIns="91775" bIns="91775" anchor="t" anchorCtr="0">
            <a:noAutofit/>
          </a:bodyPr>
          <a:lstStyle/>
          <a:p>
            <a:pPr marL="0" marR="0" lvl="0" indent="0" algn="r" rtl="0">
              <a:lnSpc>
                <a:spcPct val="150000"/>
              </a:lnSpc>
              <a:spcBef>
                <a:spcPts val="0"/>
              </a:spcBef>
              <a:spcAft>
                <a:spcPts val="0"/>
              </a:spcAft>
              <a:buClr>
                <a:srgbClr val="000000"/>
              </a:buClr>
              <a:buSzPts val="900"/>
              <a:buFont typeface="Arial"/>
              <a:buNone/>
            </a:pPr>
            <a:r>
              <a:rPr lang="en" sz="900" b="1" i="0" u="none" strike="noStrike" cap="none">
                <a:solidFill>
                  <a:srgbClr val="333333"/>
                </a:solidFill>
                <a:latin typeface="Calibri"/>
                <a:ea typeface="Calibri"/>
                <a:cs typeface="Calibri"/>
                <a:sym typeface="Calibri"/>
              </a:rPr>
              <a:t>{{CL_DEP}}</a:t>
            </a:r>
            <a:endParaRPr sz="900" b="1" i="0" u="none" strike="noStrike" cap="none">
              <a:solidFill>
                <a:srgbClr val="333333"/>
              </a:solidFill>
              <a:latin typeface="Calibri"/>
              <a:ea typeface="Calibri"/>
              <a:cs typeface="Calibri"/>
              <a:sym typeface="Calibri"/>
            </a:endParaRPr>
          </a:p>
        </p:txBody>
      </p:sp>
      <p:sp>
        <p:nvSpPr>
          <p:cNvPr id="795" name="Google Shape;795;p61"/>
          <p:cNvSpPr txBox="1"/>
          <p:nvPr/>
        </p:nvSpPr>
        <p:spPr>
          <a:xfrm>
            <a:off x="223925" y="4650100"/>
            <a:ext cx="3201900" cy="220800"/>
          </a:xfrm>
          <a:prstGeom prst="rect">
            <a:avLst/>
          </a:prstGeom>
          <a:noFill/>
          <a:ln>
            <a:noFill/>
          </a:ln>
        </p:spPr>
        <p:txBody>
          <a:bodyPr spcFirstLastPara="1" wrap="square" lIns="91775" tIns="91775" rIns="91775" bIns="91775" anchor="t" anchorCtr="0">
            <a:noAutofit/>
          </a:bodyPr>
          <a:lstStyle/>
          <a:p>
            <a:pPr marL="0" marR="0" lvl="0" indent="0" algn="ctr" rtl="0">
              <a:lnSpc>
                <a:spcPct val="150000"/>
              </a:lnSpc>
              <a:spcBef>
                <a:spcPts val="0"/>
              </a:spcBef>
              <a:spcAft>
                <a:spcPts val="0"/>
              </a:spcAft>
              <a:buClr>
                <a:srgbClr val="000000"/>
              </a:buClr>
              <a:buSzPts val="1100"/>
              <a:buFont typeface="Arial"/>
              <a:buNone/>
            </a:pPr>
            <a:r>
              <a:rPr lang="en" sz="1100" b="0" i="0" u="none" strike="noStrike" cap="none">
                <a:solidFill>
                  <a:srgbClr val="333333"/>
                </a:solidFill>
                <a:latin typeface="Calibri"/>
                <a:ea typeface="Calibri"/>
                <a:cs typeface="Calibri"/>
                <a:sym typeface="Calibri"/>
              </a:rPr>
              <a:t>Total Images {{TI}}</a:t>
            </a:r>
            <a:endParaRPr sz="1100" b="0" i="0" u="none" strike="noStrike" cap="none">
              <a:solidFill>
                <a:srgbClr val="333333"/>
              </a:solidFill>
              <a:latin typeface="Calibri"/>
              <a:ea typeface="Calibri"/>
              <a:cs typeface="Calibri"/>
              <a:sym typeface="Calibri"/>
            </a:endParaRPr>
          </a:p>
        </p:txBody>
      </p:sp>
      <p:sp>
        <p:nvSpPr>
          <p:cNvPr id="796" name="Google Shape;796;p61"/>
          <p:cNvSpPr txBox="1"/>
          <p:nvPr/>
        </p:nvSpPr>
        <p:spPr>
          <a:xfrm>
            <a:off x="3199649" y="653779"/>
            <a:ext cx="2688900" cy="279000"/>
          </a:xfrm>
          <a:prstGeom prst="rect">
            <a:avLst/>
          </a:prstGeom>
          <a:noFill/>
          <a:ln>
            <a:noFill/>
          </a:ln>
        </p:spPr>
        <p:txBody>
          <a:bodyPr spcFirstLastPara="1" wrap="square" lIns="91775" tIns="91775" rIns="91775" bIns="91775"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en" sz="1100" b="0" i="0" u="none" strike="noStrike" cap="none">
                <a:solidFill>
                  <a:srgbClr val="333333"/>
                </a:solidFill>
                <a:latin typeface="Calibri"/>
                <a:ea typeface="Calibri"/>
                <a:cs typeface="Calibri"/>
                <a:sym typeface="Calibri"/>
              </a:rPr>
              <a:t>Kubernetes Coverage</a:t>
            </a:r>
            <a:endParaRPr sz="1100" b="0" i="0" u="none" strike="noStrike" cap="none">
              <a:solidFill>
                <a:srgbClr val="333333"/>
              </a:solidFill>
              <a:latin typeface="Calibri"/>
              <a:ea typeface="Calibri"/>
              <a:cs typeface="Calibri"/>
              <a:sym typeface="Calibri"/>
            </a:endParaRPr>
          </a:p>
        </p:txBody>
      </p:sp>
      <p:sp>
        <p:nvSpPr>
          <p:cNvPr id="797" name="Google Shape;797;p61"/>
          <p:cNvSpPr txBox="1"/>
          <p:nvPr/>
        </p:nvSpPr>
        <p:spPr>
          <a:xfrm>
            <a:off x="6193748" y="649827"/>
            <a:ext cx="2688900" cy="300900"/>
          </a:xfrm>
          <a:prstGeom prst="rect">
            <a:avLst/>
          </a:prstGeom>
          <a:noFill/>
          <a:ln>
            <a:noFill/>
          </a:ln>
        </p:spPr>
        <p:txBody>
          <a:bodyPr spcFirstLastPara="1" wrap="square" lIns="91775" tIns="91775" rIns="91775" bIns="91775"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en" sz="1100" b="0" i="0" u="none" strike="noStrike" cap="none">
                <a:solidFill>
                  <a:srgbClr val="333333"/>
                </a:solidFill>
                <a:latin typeface="Calibri"/>
                <a:ea typeface="Calibri"/>
                <a:cs typeface="Calibri"/>
                <a:sym typeface="Calibri"/>
              </a:rPr>
              <a:t>Gaps &amp; Exposure</a:t>
            </a:r>
            <a:endParaRPr sz="1100" b="0" i="0" u="none" strike="noStrike" cap="none">
              <a:solidFill>
                <a:srgbClr val="333333"/>
              </a:solidFill>
              <a:latin typeface="Calibri"/>
              <a:ea typeface="Calibri"/>
              <a:cs typeface="Calibri"/>
              <a:sym typeface="Calibri"/>
            </a:endParaRPr>
          </a:p>
        </p:txBody>
      </p:sp>
      <p:sp>
        <p:nvSpPr>
          <p:cNvPr id="798" name="Google Shape;798;p61"/>
          <p:cNvSpPr txBox="1"/>
          <p:nvPr/>
        </p:nvSpPr>
        <p:spPr>
          <a:xfrm>
            <a:off x="205545" y="2441805"/>
            <a:ext cx="3287400" cy="301200"/>
          </a:xfrm>
          <a:prstGeom prst="rect">
            <a:avLst/>
          </a:prstGeom>
          <a:noFill/>
          <a:ln>
            <a:noFill/>
          </a:ln>
        </p:spPr>
        <p:txBody>
          <a:bodyPr spcFirstLastPara="1" wrap="square" lIns="91775" tIns="91775" rIns="91775" bIns="91775"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en" sz="1100" b="0" i="0" u="sng" strike="noStrike" cap="none">
                <a:solidFill>
                  <a:schemeClr val="hlink"/>
                </a:solidFill>
                <a:latin typeface="Calibri"/>
                <a:ea typeface="Calibri"/>
                <a:cs typeface="Calibri"/>
                <a:sym typeface="Calibri"/>
                <a:hlinkClick r:id="rId6"/>
              </a:rPr>
              <a:t>Container Images Lifecycle </a:t>
            </a:r>
            <a:r>
              <a:rPr lang="en" sz="1300" b="0" i="0" u="none" strike="noStrike" cap="none">
                <a:solidFill>
                  <a:schemeClr val="hlink"/>
                </a:solidFill>
                <a:uFill>
                  <a:noFill/>
                </a:uFill>
                <a:latin typeface="Calibri"/>
                <a:ea typeface="Calibri"/>
                <a:cs typeface="Calibri"/>
                <a:sym typeface="Calibri"/>
                <a:hlinkClick r:id="rId6"/>
              </a:rPr>
              <a:t>↗</a:t>
            </a:r>
            <a:r>
              <a:rPr lang="en" sz="1100" b="0" i="0" u="none" strike="noStrike" cap="none">
                <a:solidFill>
                  <a:schemeClr val="hlink"/>
                </a:solidFill>
                <a:uFill>
                  <a:noFill/>
                </a:uFill>
                <a:latin typeface="Calibri"/>
                <a:ea typeface="Calibri"/>
                <a:cs typeface="Calibri"/>
                <a:sym typeface="Calibri"/>
                <a:hlinkClick r:id="rId6"/>
              </a:rPr>
              <a:t> </a:t>
            </a:r>
            <a:endParaRPr sz="1100" b="0" i="0" u="none" strike="noStrike" cap="none">
              <a:solidFill>
                <a:srgbClr val="0254EC"/>
              </a:solidFill>
              <a:latin typeface="Calibri"/>
              <a:ea typeface="Calibri"/>
              <a:cs typeface="Calibri"/>
              <a:sym typeface="Calibri"/>
            </a:endParaRPr>
          </a:p>
        </p:txBody>
      </p:sp>
      <p:sp>
        <p:nvSpPr>
          <p:cNvPr id="799" name="Google Shape;799;p61"/>
          <p:cNvSpPr/>
          <p:nvPr/>
        </p:nvSpPr>
        <p:spPr>
          <a:xfrm>
            <a:off x="6419250" y="2723725"/>
            <a:ext cx="2579100" cy="2316300"/>
          </a:xfrm>
          <a:prstGeom prst="roundRect">
            <a:avLst>
              <a:gd name="adj" fmla="val 16667"/>
            </a:avLst>
          </a:prstGeom>
          <a:noFill/>
          <a:ln w="9575" cap="flat" cmpd="sng">
            <a:solidFill>
              <a:schemeClr val="accent1"/>
            </a:solidFill>
            <a:prstDash val="solid"/>
            <a:round/>
            <a:headEnd type="none" w="sm" len="sm"/>
            <a:tailEnd type="none" w="sm" len="sm"/>
          </a:ln>
        </p:spPr>
        <p:txBody>
          <a:bodyPr spcFirstLastPara="1" wrap="square" lIns="91775" tIns="91775" rIns="91775" bIns="917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800" name="Google Shape;800;p61"/>
          <p:cNvSpPr txBox="1"/>
          <p:nvPr/>
        </p:nvSpPr>
        <p:spPr>
          <a:xfrm>
            <a:off x="6421350" y="4112573"/>
            <a:ext cx="2571000" cy="220800"/>
          </a:xfrm>
          <a:prstGeom prst="rect">
            <a:avLst/>
          </a:prstGeom>
          <a:noFill/>
          <a:ln>
            <a:noFill/>
          </a:ln>
        </p:spPr>
        <p:txBody>
          <a:bodyPr spcFirstLastPara="1" wrap="square" lIns="91775" tIns="91775" rIns="91775" bIns="91775" anchor="t" anchorCtr="0">
            <a:noAutofit/>
          </a:bodyPr>
          <a:lstStyle/>
          <a:p>
            <a:pPr marL="0" marR="0" lvl="0" indent="0" algn="ctr" rtl="0">
              <a:lnSpc>
                <a:spcPct val="150000"/>
              </a:lnSpc>
              <a:spcBef>
                <a:spcPts val="0"/>
              </a:spcBef>
              <a:spcAft>
                <a:spcPts val="0"/>
              </a:spcAft>
              <a:buClr>
                <a:srgbClr val="000000"/>
              </a:buClr>
              <a:buSzPts val="1000"/>
              <a:buFont typeface="Arial"/>
              <a:buNone/>
            </a:pPr>
            <a:r>
              <a:rPr lang="en" sz="1000" b="0" i="0" u="none" strike="noStrike" cap="none">
                <a:solidFill>
                  <a:srgbClr val="333333"/>
                </a:solidFill>
                <a:latin typeface="Calibri"/>
                <a:ea typeface="Calibri"/>
                <a:cs typeface="Calibri"/>
                <a:sym typeface="Calibri"/>
              </a:rPr>
              <a:t>Total Registries  {{R_TOT}}</a:t>
            </a:r>
            <a:endParaRPr sz="1000" b="0" i="0" u="none" strike="noStrike" cap="none">
              <a:solidFill>
                <a:srgbClr val="333333"/>
              </a:solidFill>
              <a:latin typeface="Calibri"/>
              <a:ea typeface="Calibri"/>
              <a:cs typeface="Calibri"/>
              <a:sym typeface="Calibri"/>
            </a:endParaRPr>
          </a:p>
        </p:txBody>
      </p:sp>
      <p:sp>
        <p:nvSpPr>
          <p:cNvPr id="801" name="Google Shape;801;p61"/>
          <p:cNvSpPr txBox="1"/>
          <p:nvPr/>
        </p:nvSpPr>
        <p:spPr>
          <a:xfrm>
            <a:off x="6482720" y="3090648"/>
            <a:ext cx="1101300" cy="174300"/>
          </a:xfrm>
          <a:prstGeom prst="rect">
            <a:avLst/>
          </a:prstGeom>
          <a:noFill/>
          <a:ln>
            <a:noFill/>
          </a:ln>
        </p:spPr>
        <p:txBody>
          <a:bodyPr spcFirstLastPara="1" wrap="square" lIns="91775" tIns="91775" rIns="91775" bIns="91775" anchor="t" anchorCtr="0">
            <a:noAutofit/>
          </a:bodyPr>
          <a:lstStyle/>
          <a:p>
            <a:pPr marL="0" marR="0" lvl="0" indent="0" algn="l" rtl="0">
              <a:lnSpc>
                <a:spcPct val="150000"/>
              </a:lnSpc>
              <a:spcBef>
                <a:spcPts val="0"/>
              </a:spcBef>
              <a:spcAft>
                <a:spcPts val="0"/>
              </a:spcAft>
              <a:buClr>
                <a:srgbClr val="000000"/>
              </a:buClr>
              <a:buSzPts val="1100"/>
              <a:buFont typeface="Arial"/>
              <a:buNone/>
            </a:pPr>
            <a:r>
              <a:rPr lang="en" sz="900" b="0" i="0" u="none" strike="noStrike" cap="none">
                <a:solidFill>
                  <a:srgbClr val="333333"/>
                </a:solidFill>
                <a:latin typeface="Calibri"/>
                <a:ea typeface="Calibri"/>
                <a:cs typeface="Calibri"/>
                <a:sym typeface="Calibri"/>
              </a:rPr>
              <a:t>{{R_2}}</a:t>
            </a:r>
            <a:endParaRPr sz="900" b="0" i="0" u="none" strike="noStrike" cap="none">
              <a:solidFill>
                <a:srgbClr val="333333"/>
              </a:solidFill>
              <a:latin typeface="Calibri"/>
              <a:ea typeface="Calibri"/>
              <a:cs typeface="Calibri"/>
              <a:sym typeface="Calibri"/>
            </a:endParaRPr>
          </a:p>
          <a:p>
            <a:pPr marL="0" marR="0" lvl="0" indent="0" algn="l" rtl="0">
              <a:lnSpc>
                <a:spcPct val="150000"/>
              </a:lnSpc>
              <a:spcBef>
                <a:spcPts val="0"/>
              </a:spcBef>
              <a:spcAft>
                <a:spcPts val="0"/>
              </a:spcAft>
              <a:buClr>
                <a:srgbClr val="000000"/>
              </a:buClr>
              <a:buSzPts val="900"/>
              <a:buFont typeface="Arial"/>
              <a:buNone/>
            </a:pPr>
            <a:endParaRPr sz="900" b="0" i="0" u="none" strike="noStrike" cap="none">
              <a:solidFill>
                <a:srgbClr val="333333"/>
              </a:solidFill>
              <a:latin typeface="Calibri"/>
              <a:ea typeface="Calibri"/>
              <a:cs typeface="Calibri"/>
              <a:sym typeface="Calibri"/>
            </a:endParaRPr>
          </a:p>
        </p:txBody>
      </p:sp>
      <p:sp>
        <p:nvSpPr>
          <p:cNvPr id="802" name="Google Shape;802;p61"/>
          <p:cNvSpPr txBox="1"/>
          <p:nvPr/>
        </p:nvSpPr>
        <p:spPr>
          <a:xfrm>
            <a:off x="6595982" y="3077858"/>
            <a:ext cx="1104000" cy="174300"/>
          </a:xfrm>
          <a:prstGeom prst="rect">
            <a:avLst/>
          </a:prstGeom>
          <a:noFill/>
          <a:ln>
            <a:noFill/>
          </a:ln>
        </p:spPr>
        <p:txBody>
          <a:bodyPr spcFirstLastPara="1" wrap="square" lIns="91775" tIns="91775" rIns="91775" bIns="91775" anchor="t" anchorCtr="0">
            <a:noAutofit/>
          </a:bodyPr>
          <a:lstStyle/>
          <a:p>
            <a:pPr marL="0" marR="0" lvl="0" indent="0" algn="r" rtl="0">
              <a:lnSpc>
                <a:spcPct val="150000"/>
              </a:lnSpc>
              <a:spcBef>
                <a:spcPts val="0"/>
              </a:spcBef>
              <a:spcAft>
                <a:spcPts val="0"/>
              </a:spcAft>
              <a:buClr>
                <a:srgbClr val="000000"/>
              </a:buClr>
              <a:buSzPts val="900"/>
              <a:buFont typeface="Arial"/>
              <a:buNone/>
            </a:pPr>
            <a:r>
              <a:rPr lang="en" sz="900" b="0" i="0" u="none" strike="noStrike" cap="none">
                <a:solidFill>
                  <a:srgbClr val="333333"/>
                </a:solidFill>
                <a:latin typeface="Calibri"/>
                <a:ea typeface="Calibri"/>
                <a:cs typeface="Calibri"/>
                <a:sym typeface="Calibri"/>
              </a:rPr>
              <a:t>{{RC_2}}</a:t>
            </a:r>
            <a:endParaRPr sz="900" b="0" i="0" u="none" strike="noStrike" cap="none">
              <a:solidFill>
                <a:srgbClr val="333333"/>
              </a:solidFill>
              <a:latin typeface="Calibri"/>
              <a:ea typeface="Calibri"/>
              <a:cs typeface="Calibri"/>
              <a:sym typeface="Calibri"/>
            </a:endParaRPr>
          </a:p>
        </p:txBody>
      </p:sp>
      <p:sp>
        <p:nvSpPr>
          <p:cNvPr id="803" name="Google Shape;803;p61"/>
          <p:cNvSpPr txBox="1"/>
          <p:nvPr/>
        </p:nvSpPr>
        <p:spPr>
          <a:xfrm>
            <a:off x="6482720" y="3275456"/>
            <a:ext cx="1101300" cy="174300"/>
          </a:xfrm>
          <a:prstGeom prst="rect">
            <a:avLst/>
          </a:prstGeom>
          <a:noFill/>
          <a:ln>
            <a:noFill/>
          </a:ln>
        </p:spPr>
        <p:txBody>
          <a:bodyPr spcFirstLastPara="1" wrap="square" lIns="91775" tIns="91775" rIns="91775" bIns="91775" anchor="t" anchorCtr="0">
            <a:noAutofit/>
          </a:bodyPr>
          <a:lstStyle/>
          <a:p>
            <a:pPr marL="0" marR="0" lvl="0" indent="0" algn="l" rtl="0">
              <a:lnSpc>
                <a:spcPct val="150000"/>
              </a:lnSpc>
              <a:spcBef>
                <a:spcPts val="0"/>
              </a:spcBef>
              <a:spcAft>
                <a:spcPts val="0"/>
              </a:spcAft>
              <a:buClr>
                <a:srgbClr val="000000"/>
              </a:buClr>
              <a:buSzPts val="1100"/>
              <a:buFont typeface="Arial"/>
              <a:buNone/>
            </a:pPr>
            <a:r>
              <a:rPr lang="en" sz="900" b="0" i="0" u="none" strike="noStrike" cap="none">
                <a:solidFill>
                  <a:srgbClr val="333333"/>
                </a:solidFill>
                <a:latin typeface="Calibri"/>
                <a:ea typeface="Calibri"/>
                <a:cs typeface="Calibri"/>
                <a:sym typeface="Calibri"/>
              </a:rPr>
              <a:t>{{R_3}}</a:t>
            </a:r>
            <a:endParaRPr sz="900" b="0" i="0" u="none" strike="noStrike" cap="none">
              <a:solidFill>
                <a:srgbClr val="333333"/>
              </a:solidFill>
              <a:latin typeface="Calibri"/>
              <a:ea typeface="Calibri"/>
              <a:cs typeface="Calibri"/>
              <a:sym typeface="Calibri"/>
            </a:endParaRPr>
          </a:p>
          <a:p>
            <a:pPr marL="0" marR="0" lvl="0" indent="0" algn="l" rtl="0">
              <a:lnSpc>
                <a:spcPct val="150000"/>
              </a:lnSpc>
              <a:spcBef>
                <a:spcPts val="0"/>
              </a:spcBef>
              <a:spcAft>
                <a:spcPts val="0"/>
              </a:spcAft>
              <a:buClr>
                <a:srgbClr val="000000"/>
              </a:buClr>
              <a:buSzPts val="900"/>
              <a:buFont typeface="Arial"/>
              <a:buNone/>
            </a:pPr>
            <a:endParaRPr sz="900" b="0" i="0" u="none" strike="noStrike" cap="none">
              <a:solidFill>
                <a:srgbClr val="333333"/>
              </a:solidFill>
              <a:latin typeface="Calibri"/>
              <a:ea typeface="Calibri"/>
              <a:cs typeface="Calibri"/>
              <a:sym typeface="Calibri"/>
            </a:endParaRPr>
          </a:p>
        </p:txBody>
      </p:sp>
      <p:sp>
        <p:nvSpPr>
          <p:cNvPr id="804" name="Google Shape;804;p61"/>
          <p:cNvSpPr txBox="1"/>
          <p:nvPr/>
        </p:nvSpPr>
        <p:spPr>
          <a:xfrm>
            <a:off x="6595982" y="3263116"/>
            <a:ext cx="1104000" cy="174300"/>
          </a:xfrm>
          <a:prstGeom prst="rect">
            <a:avLst/>
          </a:prstGeom>
          <a:noFill/>
          <a:ln>
            <a:noFill/>
          </a:ln>
        </p:spPr>
        <p:txBody>
          <a:bodyPr spcFirstLastPara="1" wrap="square" lIns="91775" tIns="91775" rIns="91775" bIns="91775" anchor="t" anchorCtr="0">
            <a:noAutofit/>
          </a:bodyPr>
          <a:lstStyle/>
          <a:p>
            <a:pPr marL="0" marR="0" lvl="0" indent="0" algn="r" rtl="0">
              <a:lnSpc>
                <a:spcPct val="150000"/>
              </a:lnSpc>
              <a:spcBef>
                <a:spcPts val="0"/>
              </a:spcBef>
              <a:spcAft>
                <a:spcPts val="0"/>
              </a:spcAft>
              <a:buClr>
                <a:srgbClr val="000000"/>
              </a:buClr>
              <a:buSzPts val="900"/>
              <a:buFont typeface="Arial"/>
              <a:buNone/>
            </a:pPr>
            <a:r>
              <a:rPr lang="en" sz="900" b="0" i="0" u="none" strike="noStrike" cap="none">
                <a:solidFill>
                  <a:srgbClr val="333333"/>
                </a:solidFill>
                <a:latin typeface="Calibri"/>
                <a:ea typeface="Calibri"/>
                <a:cs typeface="Calibri"/>
                <a:sym typeface="Calibri"/>
              </a:rPr>
              <a:t>{{RC_3}}</a:t>
            </a:r>
            <a:endParaRPr sz="900" b="0" i="0" u="none" strike="noStrike" cap="none">
              <a:solidFill>
                <a:srgbClr val="333333"/>
              </a:solidFill>
              <a:latin typeface="Calibri"/>
              <a:ea typeface="Calibri"/>
              <a:cs typeface="Calibri"/>
              <a:sym typeface="Calibri"/>
            </a:endParaRPr>
          </a:p>
        </p:txBody>
      </p:sp>
      <p:sp>
        <p:nvSpPr>
          <p:cNvPr id="805" name="Google Shape;805;p61"/>
          <p:cNvSpPr txBox="1"/>
          <p:nvPr/>
        </p:nvSpPr>
        <p:spPr>
          <a:xfrm>
            <a:off x="6482720" y="3460264"/>
            <a:ext cx="1101300" cy="174300"/>
          </a:xfrm>
          <a:prstGeom prst="rect">
            <a:avLst/>
          </a:prstGeom>
          <a:noFill/>
          <a:ln>
            <a:noFill/>
          </a:ln>
        </p:spPr>
        <p:txBody>
          <a:bodyPr spcFirstLastPara="1" wrap="square" lIns="91775" tIns="91775" rIns="91775" bIns="91775" anchor="t" anchorCtr="0">
            <a:noAutofit/>
          </a:bodyPr>
          <a:lstStyle/>
          <a:p>
            <a:pPr marL="0" marR="0" lvl="0" indent="0" algn="l" rtl="0">
              <a:lnSpc>
                <a:spcPct val="150000"/>
              </a:lnSpc>
              <a:spcBef>
                <a:spcPts val="0"/>
              </a:spcBef>
              <a:spcAft>
                <a:spcPts val="0"/>
              </a:spcAft>
              <a:buClr>
                <a:srgbClr val="000000"/>
              </a:buClr>
              <a:buSzPts val="1100"/>
              <a:buFont typeface="Arial"/>
              <a:buNone/>
            </a:pPr>
            <a:r>
              <a:rPr lang="en" sz="900" b="0" i="0" u="none" strike="noStrike" cap="none">
                <a:solidFill>
                  <a:srgbClr val="333333"/>
                </a:solidFill>
                <a:latin typeface="Calibri"/>
                <a:ea typeface="Calibri"/>
                <a:cs typeface="Calibri"/>
                <a:sym typeface="Calibri"/>
              </a:rPr>
              <a:t>{{R_4}}</a:t>
            </a:r>
            <a:endParaRPr sz="900" b="0" i="0" u="none" strike="noStrike" cap="none">
              <a:solidFill>
                <a:srgbClr val="333333"/>
              </a:solidFill>
              <a:latin typeface="Calibri"/>
              <a:ea typeface="Calibri"/>
              <a:cs typeface="Calibri"/>
              <a:sym typeface="Calibri"/>
            </a:endParaRPr>
          </a:p>
          <a:p>
            <a:pPr marL="0" marR="0" lvl="0" indent="0" algn="l" rtl="0">
              <a:lnSpc>
                <a:spcPct val="150000"/>
              </a:lnSpc>
              <a:spcBef>
                <a:spcPts val="0"/>
              </a:spcBef>
              <a:spcAft>
                <a:spcPts val="0"/>
              </a:spcAft>
              <a:buClr>
                <a:srgbClr val="000000"/>
              </a:buClr>
              <a:buSzPts val="900"/>
              <a:buFont typeface="Arial"/>
              <a:buNone/>
            </a:pPr>
            <a:endParaRPr sz="900" b="0" i="0" u="none" strike="noStrike" cap="none">
              <a:solidFill>
                <a:srgbClr val="333333"/>
              </a:solidFill>
              <a:latin typeface="Calibri"/>
              <a:ea typeface="Calibri"/>
              <a:cs typeface="Calibri"/>
              <a:sym typeface="Calibri"/>
            </a:endParaRPr>
          </a:p>
        </p:txBody>
      </p:sp>
      <p:sp>
        <p:nvSpPr>
          <p:cNvPr id="806" name="Google Shape;806;p61"/>
          <p:cNvSpPr txBox="1"/>
          <p:nvPr/>
        </p:nvSpPr>
        <p:spPr>
          <a:xfrm>
            <a:off x="6595982" y="3448374"/>
            <a:ext cx="1104000" cy="174300"/>
          </a:xfrm>
          <a:prstGeom prst="rect">
            <a:avLst/>
          </a:prstGeom>
          <a:noFill/>
          <a:ln>
            <a:noFill/>
          </a:ln>
        </p:spPr>
        <p:txBody>
          <a:bodyPr spcFirstLastPara="1" wrap="square" lIns="91775" tIns="91775" rIns="91775" bIns="91775" anchor="t" anchorCtr="0">
            <a:noAutofit/>
          </a:bodyPr>
          <a:lstStyle/>
          <a:p>
            <a:pPr marL="0" marR="0" lvl="0" indent="0" algn="r" rtl="0">
              <a:lnSpc>
                <a:spcPct val="150000"/>
              </a:lnSpc>
              <a:spcBef>
                <a:spcPts val="0"/>
              </a:spcBef>
              <a:spcAft>
                <a:spcPts val="0"/>
              </a:spcAft>
              <a:buClr>
                <a:srgbClr val="000000"/>
              </a:buClr>
              <a:buSzPts val="900"/>
              <a:buFont typeface="Arial"/>
              <a:buNone/>
            </a:pPr>
            <a:r>
              <a:rPr lang="en" sz="900" b="0" i="0" u="none" strike="noStrike" cap="none">
                <a:solidFill>
                  <a:srgbClr val="333333"/>
                </a:solidFill>
                <a:latin typeface="Calibri"/>
                <a:ea typeface="Calibri"/>
                <a:cs typeface="Calibri"/>
                <a:sym typeface="Calibri"/>
              </a:rPr>
              <a:t>{{RC_4}}</a:t>
            </a:r>
            <a:endParaRPr sz="900" b="0" i="0" u="none" strike="noStrike" cap="none">
              <a:solidFill>
                <a:srgbClr val="333333"/>
              </a:solidFill>
              <a:latin typeface="Calibri"/>
              <a:ea typeface="Calibri"/>
              <a:cs typeface="Calibri"/>
              <a:sym typeface="Calibri"/>
            </a:endParaRPr>
          </a:p>
        </p:txBody>
      </p:sp>
      <p:sp>
        <p:nvSpPr>
          <p:cNvPr id="807" name="Google Shape;807;p61"/>
          <p:cNvSpPr txBox="1"/>
          <p:nvPr/>
        </p:nvSpPr>
        <p:spPr>
          <a:xfrm>
            <a:off x="6482720" y="3645072"/>
            <a:ext cx="1101300" cy="174300"/>
          </a:xfrm>
          <a:prstGeom prst="rect">
            <a:avLst/>
          </a:prstGeom>
          <a:noFill/>
          <a:ln>
            <a:noFill/>
          </a:ln>
        </p:spPr>
        <p:txBody>
          <a:bodyPr spcFirstLastPara="1" wrap="square" lIns="91775" tIns="91775" rIns="91775" bIns="91775" anchor="t" anchorCtr="0">
            <a:noAutofit/>
          </a:bodyPr>
          <a:lstStyle/>
          <a:p>
            <a:pPr marL="0" marR="0" lvl="0" indent="0" algn="l" rtl="0">
              <a:lnSpc>
                <a:spcPct val="150000"/>
              </a:lnSpc>
              <a:spcBef>
                <a:spcPts val="0"/>
              </a:spcBef>
              <a:spcAft>
                <a:spcPts val="0"/>
              </a:spcAft>
              <a:buClr>
                <a:srgbClr val="000000"/>
              </a:buClr>
              <a:buSzPts val="900"/>
              <a:buFont typeface="Arial"/>
              <a:buNone/>
            </a:pPr>
            <a:r>
              <a:rPr lang="en" sz="900" b="0" i="0" u="none" strike="noStrike" cap="none">
                <a:solidFill>
                  <a:srgbClr val="333333"/>
                </a:solidFill>
                <a:latin typeface="Calibri"/>
                <a:ea typeface="Calibri"/>
                <a:cs typeface="Calibri"/>
                <a:sym typeface="Calibri"/>
              </a:rPr>
              <a:t>{{R_5}}</a:t>
            </a:r>
            <a:endParaRPr sz="900" b="0" i="0" u="none" strike="noStrike" cap="none">
              <a:solidFill>
                <a:srgbClr val="333333"/>
              </a:solidFill>
              <a:latin typeface="Calibri"/>
              <a:ea typeface="Calibri"/>
              <a:cs typeface="Calibri"/>
              <a:sym typeface="Calibri"/>
            </a:endParaRPr>
          </a:p>
        </p:txBody>
      </p:sp>
      <p:sp>
        <p:nvSpPr>
          <p:cNvPr id="808" name="Google Shape;808;p61"/>
          <p:cNvSpPr txBox="1"/>
          <p:nvPr/>
        </p:nvSpPr>
        <p:spPr>
          <a:xfrm>
            <a:off x="6595982" y="3633632"/>
            <a:ext cx="1104000" cy="174300"/>
          </a:xfrm>
          <a:prstGeom prst="rect">
            <a:avLst/>
          </a:prstGeom>
          <a:noFill/>
          <a:ln>
            <a:noFill/>
          </a:ln>
        </p:spPr>
        <p:txBody>
          <a:bodyPr spcFirstLastPara="1" wrap="square" lIns="91775" tIns="91775" rIns="91775" bIns="91775" anchor="t" anchorCtr="0">
            <a:noAutofit/>
          </a:bodyPr>
          <a:lstStyle/>
          <a:p>
            <a:pPr marL="0" marR="0" lvl="0" indent="0" algn="r" rtl="0">
              <a:lnSpc>
                <a:spcPct val="150000"/>
              </a:lnSpc>
              <a:spcBef>
                <a:spcPts val="0"/>
              </a:spcBef>
              <a:spcAft>
                <a:spcPts val="0"/>
              </a:spcAft>
              <a:buClr>
                <a:srgbClr val="000000"/>
              </a:buClr>
              <a:buSzPts val="900"/>
              <a:buFont typeface="Arial"/>
              <a:buNone/>
            </a:pPr>
            <a:r>
              <a:rPr lang="en" sz="900" b="0" i="0" u="none" strike="noStrike" cap="none">
                <a:solidFill>
                  <a:srgbClr val="333333"/>
                </a:solidFill>
                <a:latin typeface="Calibri"/>
                <a:ea typeface="Calibri"/>
                <a:cs typeface="Calibri"/>
                <a:sym typeface="Calibri"/>
              </a:rPr>
              <a:t>{{RC_5}}</a:t>
            </a:r>
            <a:endParaRPr sz="900" b="0" i="0" u="none" strike="noStrike" cap="none">
              <a:solidFill>
                <a:srgbClr val="333333"/>
              </a:solidFill>
              <a:latin typeface="Calibri"/>
              <a:ea typeface="Calibri"/>
              <a:cs typeface="Calibri"/>
              <a:sym typeface="Calibri"/>
            </a:endParaRPr>
          </a:p>
        </p:txBody>
      </p:sp>
      <p:sp>
        <p:nvSpPr>
          <p:cNvPr id="809" name="Google Shape;809;p61"/>
          <p:cNvSpPr txBox="1"/>
          <p:nvPr/>
        </p:nvSpPr>
        <p:spPr>
          <a:xfrm>
            <a:off x="6482720" y="3829881"/>
            <a:ext cx="1101300" cy="174300"/>
          </a:xfrm>
          <a:prstGeom prst="rect">
            <a:avLst/>
          </a:prstGeom>
          <a:noFill/>
          <a:ln>
            <a:noFill/>
          </a:ln>
        </p:spPr>
        <p:txBody>
          <a:bodyPr spcFirstLastPara="1" wrap="square" lIns="91775" tIns="91775" rIns="91775" bIns="91775" anchor="t" anchorCtr="0">
            <a:noAutofit/>
          </a:bodyPr>
          <a:lstStyle/>
          <a:p>
            <a:pPr marL="0" marR="0" lvl="0" indent="0" algn="l" rtl="0">
              <a:lnSpc>
                <a:spcPct val="150000"/>
              </a:lnSpc>
              <a:spcBef>
                <a:spcPts val="0"/>
              </a:spcBef>
              <a:spcAft>
                <a:spcPts val="0"/>
              </a:spcAft>
              <a:buClr>
                <a:srgbClr val="000000"/>
              </a:buClr>
              <a:buSzPts val="900"/>
              <a:buFont typeface="Arial"/>
              <a:buNone/>
            </a:pPr>
            <a:r>
              <a:rPr lang="en" sz="900" b="0" i="0" u="none" strike="noStrike" cap="none">
                <a:solidFill>
                  <a:srgbClr val="333333"/>
                </a:solidFill>
                <a:latin typeface="Calibri"/>
                <a:ea typeface="Calibri"/>
                <a:cs typeface="Calibri"/>
                <a:sym typeface="Calibri"/>
              </a:rPr>
              <a:t>{{R_6}}</a:t>
            </a:r>
            <a:endParaRPr sz="900" b="0" i="0" u="none" strike="noStrike" cap="none">
              <a:solidFill>
                <a:srgbClr val="333333"/>
              </a:solidFill>
              <a:latin typeface="Calibri"/>
              <a:ea typeface="Calibri"/>
              <a:cs typeface="Calibri"/>
              <a:sym typeface="Calibri"/>
            </a:endParaRPr>
          </a:p>
        </p:txBody>
      </p:sp>
      <p:sp>
        <p:nvSpPr>
          <p:cNvPr id="810" name="Google Shape;810;p61"/>
          <p:cNvSpPr txBox="1"/>
          <p:nvPr/>
        </p:nvSpPr>
        <p:spPr>
          <a:xfrm>
            <a:off x="6595982" y="3818890"/>
            <a:ext cx="1104000" cy="174300"/>
          </a:xfrm>
          <a:prstGeom prst="rect">
            <a:avLst/>
          </a:prstGeom>
          <a:noFill/>
          <a:ln>
            <a:noFill/>
          </a:ln>
        </p:spPr>
        <p:txBody>
          <a:bodyPr spcFirstLastPara="1" wrap="square" lIns="91775" tIns="91775" rIns="91775" bIns="91775" anchor="t" anchorCtr="0">
            <a:noAutofit/>
          </a:bodyPr>
          <a:lstStyle/>
          <a:p>
            <a:pPr marL="0" marR="0" lvl="0" indent="0" algn="r" rtl="0">
              <a:lnSpc>
                <a:spcPct val="150000"/>
              </a:lnSpc>
              <a:spcBef>
                <a:spcPts val="0"/>
              </a:spcBef>
              <a:spcAft>
                <a:spcPts val="0"/>
              </a:spcAft>
              <a:buClr>
                <a:srgbClr val="000000"/>
              </a:buClr>
              <a:buSzPts val="900"/>
              <a:buFont typeface="Arial"/>
              <a:buNone/>
            </a:pPr>
            <a:r>
              <a:rPr lang="en" sz="900" b="0" i="0" u="none" strike="noStrike" cap="none">
                <a:solidFill>
                  <a:srgbClr val="333333"/>
                </a:solidFill>
                <a:latin typeface="Calibri"/>
                <a:ea typeface="Calibri"/>
                <a:cs typeface="Calibri"/>
                <a:sym typeface="Calibri"/>
              </a:rPr>
              <a:t>{{RC_6}}</a:t>
            </a:r>
            <a:endParaRPr sz="900" b="0" i="0" u="none" strike="noStrike" cap="none">
              <a:solidFill>
                <a:srgbClr val="333333"/>
              </a:solidFill>
              <a:latin typeface="Calibri"/>
              <a:ea typeface="Calibri"/>
              <a:cs typeface="Calibri"/>
              <a:sym typeface="Calibri"/>
            </a:endParaRPr>
          </a:p>
        </p:txBody>
      </p:sp>
      <p:sp>
        <p:nvSpPr>
          <p:cNvPr id="811" name="Google Shape;811;p61"/>
          <p:cNvSpPr txBox="1"/>
          <p:nvPr/>
        </p:nvSpPr>
        <p:spPr>
          <a:xfrm>
            <a:off x="6427050" y="2431400"/>
            <a:ext cx="2563500" cy="301200"/>
          </a:xfrm>
          <a:prstGeom prst="rect">
            <a:avLst/>
          </a:prstGeom>
          <a:noFill/>
          <a:ln>
            <a:noFill/>
          </a:ln>
        </p:spPr>
        <p:txBody>
          <a:bodyPr spcFirstLastPara="1" wrap="square" lIns="91775" tIns="91775" rIns="91775" bIns="91775"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en" sz="1100" b="0" i="0" u="sng" strike="noStrike" cap="none">
                <a:solidFill>
                  <a:schemeClr val="hlink"/>
                </a:solidFill>
                <a:latin typeface="Calibri"/>
                <a:ea typeface="Calibri"/>
                <a:cs typeface="Calibri"/>
                <a:sym typeface="Calibri"/>
                <a:hlinkClick r:id="rId7"/>
              </a:rPr>
              <a:t>Container Registries </a:t>
            </a:r>
            <a:r>
              <a:rPr lang="en" sz="1300" b="0" i="0" u="none" strike="noStrike" cap="none">
                <a:solidFill>
                  <a:schemeClr val="hlink"/>
                </a:solidFill>
                <a:uFill>
                  <a:noFill/>
                </a:uFill>
                <a:latin typeface="Calibri"/>
                <a:ea typeface="Calibri"/>
                <a:cs typeface="Calibri"/>
                <a:sym typeface="Calibri"/>
                <a:hlinkClick r:id="rId7"/>
              </a:rPr>
              <a:t>↗</a:t>
            </a:r>
            <a:endParaRPr sz="1100" b="0" i="0" u="none" strike="noStrike" cap="none">
              <a:solidFill>
                <a:srgbClr val="0254EC"/>
              </a:solidFill>
              <a:latin typeface="Calibri"/>
              <a:ea typeface="Calibri"/>
              <a:cs typeface="Calibri"/>
              <a:sym typeface="Calibri"/>
            </a:endParaRPr>
          </a:p>
        </p:txBody>
      </p:sp>
      <p:sp>
        <p:nvSpPr>
          <p:cNvPr id="812" name="Google Shape;812;p61"/>
          <p:cNvSpPr txBox="1"/>
          <p:nvPr/>
        </p:nvSpPr>
        <p:spPr>
          <a:xfrm>
            <a:off x="6480125" y="2905839"/>
            <a:ext cx="1101300" cy="174300"/>
          </a:xfrm>
          <a:prstGeom prst="rect">
            <a:avLst/>
          </a:prstGeom>
          <a:noFill/>
          <a:ln>
            <a:noFill/>
          </a:ln>
        </p:spPr>
        <p:txBody>
          <a:bodyPr spcFirstLastPara="1" wrap="square" lIns="91775" tIns="91775" rIns="91775" bIns="91775" anchor="t" anchorCtr="0">
            <a:noAutofit/>
          </a:bodyPr>
          <a:lstStyle/>
          <a:p>
            <a:pPr marL="0" marR="0" lvl="0" indent="0" algn="l" rtl="0">
              <a:lnSpc>
                <a:spcPct val="150000"/>
              </a:lnSpc>
              <a:spcBef>
                <a:spcPts val="0"/>
              </a:spcBef>
              <a:spcAft>
                <a:spcPts val="0"/>
              </a:spcAft>
              <a:buClr>
                <a:srgbClr val="000000"/>
              </a:buClr>
              <a:buSzPts val="900"/>
              <a:buFont typeface="Arial"/>
              <a:buNone/>
            </a:pPr>
            <a:r>
              <a:rPr lang="en" sz="900" b="0" i="0" u="none" strike="noStrike" cap="none">
                <a:solidFill>
                  <a:srgbClr val="333333"/>
                </a:solidFill>
                <a:latin typeface="Calibri"/>
                <a:ea typeface="Calibri"/>
                <a:cs typeface="Calibri"/>
                <a:sym typeface="Calibri"/>
              </a:rPr>
              <a:t>{{R_1}}</a:t>
            </a:r>
            <a:endParaRPr sz="900" b="0" i="0" u="none" strike="noStrike" cap="none">
              <a:solidFill>
                <a:srgbClr val="333333"/>
              </a:solidFill>
              <a:latin typeface="Calibri"/>
              <a:ea typeface="Calibri"/>
              <a:cs typeface="Calibri"/>
              <a:sym typeface="Calibri"/>
            </a:endParaRPr>
          </a:p>
        </p:txBody>
      </p:sp>
      <p:sp>
        <p:nvSpPr>
          <p:cNvPr id="813" name="Google Shape;813;p61"/>
          <p:cNvSpPr txBox="1"/>
          <p:nvPr/>
        </p:nvSpPr>
        <p:spPr>
          <a:xfrm>
            <a:off x="6597131" y="2892600"/>
            <a:ext cx="1104000" cy="174300"/>
          </a:xfrm>
          <a:prstGeom prst="rect">
            <a:avLst/>
          </a:prstGeom>
          <a:noFill/>
          <a:ln>
            <a:noFill/>
          </a:ln>
        </p:spPr>
        <p:txBody>
          <a:bodyPr spcFirstLastPara="1" wrap="square" lIns="91775" tIns="91775" rIns="91775" bIns="91775" anchor="t" anchorCtr="0">
            <a:noAutofit/>
          </a:bodyPr>
          <a:lstStyle/>
          <a:p>
            <a:pPr marL="0" marR="0" lvl="0" indent="0" algn="r" rtl="0">
              <a:lnSpc>
                <a:spcPct val="150000"/>
              </a:lnSpc>
              <a:spcBef>
                <a:spcPts val="0"/>
              </a:spcBef>
              <a:spcAft>
                <a:spcPts val="0"/>
              </a:spcAft>
              <a:buClr>
                <a:srgbClr val="000000"/>
              </a:buClr>
              <a:buSzPts val="900"/>
              <a:buFont typeface="Arial"/>
              <a:buNone/>
            </a:pPr>
            <a:r>
              <a:rPr lang="en" sz="900" b="0" i="0" u="none" strike="noStrike" cap="none">
                <a:solidFill>
                  <a:srgbClr val="333333"/>
                </a:solidFill>
                <a:latin typeface="Calibri"/>
                <a:ea typeface="Calibri"/>
                <a:cs typeface="Calibri"/>
                <a:sym typeface="Calibri"/>
              </a:rPr>
              <a:t>{{RC_1}}</a:t>
            </a:r>
            <a:endParaRPr sz="900" b="0" i="0" u="none" strike="noStrike" cap="none">
              <a:solidFill>
                <a:srgbClr val="333333"/>
              </a:solidFill>
              <a:latin typeface="Calibri"/>
              <a:ea typeface="Calibri"/>
              <a:cs typeface="Calibri"/>
              <a:sym typeface="Calibri"/>
            </a:endParaRPr>
          </a:p>
        </p:txBody>
      </p:sp>
      <p:sp>
        <p:nvSpPr>
          <p:cNvPr id="814" name="Google Shape;814;p61"/>
          <p:cNvSpPr txBox="1"/>
          <p:nvPr/>
        </p:nvSpPr>
        <p:spPr>
          <a:xfrm>
            <a:off x="6419250" y="4423386"/>
            <a:ext cx="2579100" cy="220800"/>
          </a:xfrm>
          <a:prstGeom prst="rect">
            <a:avLst/>
          </a:prstGeom>
          <a:noFill/>
          <a:ln>
            <a:noFill/>
          </a:ln>
        </p:spPr>
        <p:txBody>
          <a:bodyPr spcFirstLastPara="1" wrap="square" lIns="91775" tIns="91775" rIns="91775" bIns="91775" anchor="t" anchorCtr="0">
            <a:noAutofit/>
          </a:bodyPr>
          <a:lstStyle/>
          <a:p>
            <a:pPr marL="0" marR="0" lvl="0" indent="0" algn="ctr" rtl="0">
              <a:lnSpc>
                <a:spcPct val="100000"/>
              </a:lnSpc>
              <a:spcBef>
                <a:spcPts val="0"/>
              </a:spcBef>
              <a:spcAft>
                <a:spcPts val="0"/>
              </a:spcAft>
              <a:buClr>
                <a:srgbClr val="000000"/>
              </a:buClr>
              <a:buSzPts val="900"/>
              <a:buFont typeface="Arial"/>
              <a:buNone/>
            </a:pPr>
            <a:r>
              <a:rPr lang="en" sz="900" b="0" i="0" u="none" strike="noStrike" cap="none">
                <a:solidFill>
                  <a:srgbClr val="333333"/>
                </a:solidFill>
                <a:latin typeface="Calibri"/>
                <a:ea typeface="Calibri"/>
                <a:cs typeface="Calibri"/>
                <a:sym typeface="Calibri"/>
              </a:rPr>
              <a:t>Do you have visibility into </a:t>
            </a:r>
            <a:r>
              <a:rPr lang="en" sz="900" b="0" i="1" u="none" strike="noStrike" cap="none">
                <a:solidFill>
                  <a:srgbClr val="333333"/>
                </a:solidFill>
                <a:latin typeface="Calibri"/>
                <a:ea typeface="Calibri"/>
                <a:cs typeface="Calibri"/>
                <a:sym typeface="Calibri"/>
              </a:rPr>
              <a:t>all </a:t>
            </a:r>
            <a:br>
              <a:rPr lang="en" sz="900" b="0" i="1" u="none" strike="noStrike" cap="none">
                <a:solidFill>
                  <a:srgbClr val="333333"/>
                </a:solidFill>
                <a:latin typeface="Calibri"/>
                <a:ea typeface="Calibri"/>
                <a:cs typeface="Calibri"/>
                <a:sym typeface="Calibri"/>
              </a:rPr>
            </a:br>
            <a:r>
              <a:rPr lang="en" sz="900" b="0" i="0" u="none" strike="noStrike" cap="none">
                <a:solidFill>
                  <a:srgbClr val="333333"/>
                </a:solidFill>
                <a:latin typeface="Calibri"/>
                <a:ea typeface="Calibri"/>
                <a:cs typeface="Calibri"/>
                <a:sym typeface="Calibri"/>
              </a:rPr>
              <a:t>of your Registries?</a:t>
            </a:r>
            <a:br>
              <a:rPr lang="en" sz="900" b="0" i="0" u="none" strike="noStrike" cap="none">
                <a:solidFill>
                  <a:srgbClr val="333333"/>
                </a:solidFill>
                <a:latin typeface="Calibri"/>
                <a:ea typeface="Calibri"/>
                <a:cs typeface="Calibri"/>
                <a:sym typeface="Calibri"/>
              </a:rPr>
            </a:br>
            <a:r>
              <a:rPr lang="en" sz="900" b="0" i="0" u="none" strike="noStrike" cap="none">
                <a:solidFill>
                  <a:srgbClr val="333333"/>
                </a:solidFill>
                <a:latin typeface="Calibri"/>
                <a:ea typeface="Calibri"/>
                <a:cs typeface="Calibri"/>
                <a:sym typeface="Calibri"/>
              </a:rPr>
              <a:t>jFrog, Sonatype Nexus, etc. </a:t>
            </a:r>
            <a:endParaRPr sz="900" b="0" i="0" u="none" strike="noStrike" cap="none">
              <a:solidFill>
                <a:srgbClr val="333333"/>
              </a:solidFill>
              <a:latin typeface="Calibri"/>
              <a:ea typeface="Calibri"/>
              <a:cs typeface="Calibri"/>
              <a:sym typeface="Calibri"/>
            </a:endParaRPr>
          </a:p>
        </p:txBody>
      </p:sp>
      <p:sp>
        <p:nvSpPr>
          <p:cNvPr id="815" name="Google Shape;815;p61"/>
          <p:cNvSpPr txBox="1"/>
          <p:nvPr/>
        </p:nvSpPr>
        <p:spPr>
          <a:xfrm>
            <a:off x="388145" y="1741949"/>
            <a:ext cx="2113800" cy="158100"/>
          </a:xfrm>
          <a:prstGeom prst="rect">
            <a:avLst/>
          </a:prstGeom>
          <a:noFill/>
          <a:ln>
            <a:noFill/>
          </a:ln>
        </p:spPr>
        <p:txBody>
          <a:bodyPr spcFirstLastPara="1" wrap="square" lIns="91775" tIns="91775" rIns="91775" bIns="91775" anchor="t" anchorCtr="0">
            <a:noAutofit/>
          </a:bodyPr>
          <a:lstStyle/>
          <a:p>
            <a:pPr marL="0" marR="0" lvl="0" indent="0" algn="l" rtl="0">
              <a:lnSpc>
                <a:spcPct val="150000"/>
              </a:lnSpc>
              <a:spcBef>
                <a:spcPts val="0"/>
              </a:spcBef>
              <a:spcAft>
                <a:spcPts val="0"/>
              </a:spcAft>
              <a:buClr>
                <a:srgbClr val="000000"/>
              </a:buClr>
              <a:buSzPts val="900"/>
              <a:buFont typeface="Arial"/>
              <a:buNone/>
            </a:pPr>
            <a:r>
              <a:rPr lang="en" sz="900" b="0" i="0" u="none" strike="noStrike" cap="none">
                <a:solidFill>
                  <a:srgbClr val="333333"/>
                </a:solidFill>
                <a:latin typeface="Calibri"/>
                <a:ea typeface="Calibri"/>
                <a:cs typeface="Calibri"/>
                <a:sym typeface="Calibri"/>
              </a:rPr>
              <a:t>Other</a:t>
            </a:r>
            <a:endParaRPr sz="900" b="0" i="0" u="none" strike="noStrike" cap="none">
              <a:solidFill>
                <a:srgbClr val="333333"/>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900"/>
              <a:buFont typeface="Arial"/>
              <a:buNone/>
            </a:pPr>
            <a:endParaRPr sz="900" b="0" i="0" u="none" strike="noStrike" cap="none">
              <a:solidFill>
                <a:srgbClr val="333333"/>
              </a:solidFill>
              <a:latin typeface="Calibri"/>
              <a:ea typeface="Calibri"/>
              <a:cs typeface="Calibri"/>
              <a:sym typeface="Calibri"/>
            </a:endParaRPr>
          </a:p>
        </p:txBody>
      </p:sp>
      <p:sp>
        <p:nvSpPr>
          <p:cNvPr id="816" name="Google Shape;816;p61"/>
          <p:cNvSpPr txBox="1"/>
          <p:nvPr/>
        </p:nvSpPr>
        <p:spPr>
          <a:xfrm>
            <a:off x="1631697" y="1729224"/>
            <a:ext cx="1003500" cy="158100"/>
          </a:xfrm>
          <a:prstGeom prst="rect">
            <a:avLst/>
          </a:prstGeom>
          <a:noFill/>
          <a:ln>
            <a:noFill/>
          </a:ln>
        </p:spPr>
        <p:txBody>
          <a:bodyPr spcFirstLastPara="1" wrap="square" lIns="91775" tIns="91775" rIns="91775" bIns="91775" anchor="t" anchorCtr="0">
            <a:noAutofit/>
          </a:bodyPr>
          <a:lstStyle/>
          <a:p>
            <a:pPr marL="0" marR="0" lvl="0" indent="0" algn="r" rtl="0">
              <a:lnSpc>
                <a:spcPct val="150000"/>
              </a:lnSpc>
              <a:spcBef>
                <a:spcPts val="0"/>
              </a:spcBef>
              <a:spcAft>
                <a:spcPts val="0"/>
              </a:spcAft>
              <a:buClr>
                <a:srgbClr val="000000"/>
              </a:buClr>
              <a:buSzPts val="900"/>
              <a:buFont typeface="Arial"/>
              <a:buNone/>
            </a:pPr>
            <a:r>
              <a:rPr lang="en" sz="900" b="1" i="0" u="none" strike="noStrike" cap="none">
                <a:solidFill>
                  <a:srgbClr val="333333"/>
                </a:solidFill>
                <a:latin typeface="Calibri"/>
                <a:ea typeface="Calibri"/>
                <a:cs typeface="Calibri"/>
                <a:sym typeface="Calibri"/>
              </a:rPr>
              <a:t>{{K8C_OTH}}</a:t>
            </a:r>
            <a:endParaRPr sz="900" b="1" i="0" u="none" strike="noStrike" cap="none">
              <a:solidFill>
                <a:srgbClr val="333333"/>
              </a:solidFill>
              <a:latin typeface="Calibri"/>
              <a:ea typeface="Calibri"/>
              <a:cs typeface="Calibri"/>
              <a:sym typeface="Calibri"/>
            </a:endParaRPr>
          </a:p>
        </p:txBody>
      </p:sp>
      <p:sp>
        <p:nvSpPr>
          <p:cNvPr id="817" name="Google Shape;817;p61"/>
          <p:cNvSpPr txBox="1"/>
          <p:nvPr/>
        </p:nvSpPr>
        <p:spPr>
          <a:xfrm>
            <a:off x="3236233" y="1390756"/>
            <a:ext cx="1909200" cy="154800"/>
          </a:xfrm>
          <a:prstGeom prst="rect">
            <a:avLst/>
          </a:prstGeom>
          <a:noFill/>
          <a:ln>
            <a:noFill/>
          </a:ln>
        </p:spPr>
        <p:txBody>
          <a:bodyPr spcFirstLastPara="1" wrap="square" lIns="91775" tIns="91775" rIns="91775" bIns="91775" anchor="t" anchorCtr="0">
            <a:noAutofit/>
          </a:bodyPr>
          <a:lstStyle/>
          <a:p>
            <a:pPr marL="0" marR="0" lvl="0" indent="0" algn="l" rtl="0">
              <a:lnSpc>
                <a:spcPct val="150000"/>
              </a:lnSpc>
              <a:spcBef>
                <a:spcPts val="0"/>
              </a:spcBef>
              <a:spcAft>
                <a:spcPts val="0"/>
              </a:spcAft>
              <a:buClr>
                <a:srgbClr val="000000"/>
              </a:buClr>
              <a:buSzPts val="900"/>
              <a:buFont typeface="Arial"/>
              <a:buNone/>
            </a:pPr>
            <a:r>
              <a:rPr lang="en" sz="900" b="0" i="0" u="sng" strike="noStrike" cap="none">
                <a:solidFill>
                  <a:schemeClr val="hlink"/>
                </a:solidFill>
                <a:latin typeface="Calibri"/>
                <a:ea typeface="Calibri"/>
                <a:cs typeface="Calibri"/>
                <a:sym typeface="Calibri"/>
                <a:hlinkClick r:id="rId8"/>
              </a:rPr>
              <a:t>K8S Audit Logs Onboarded</a:t>
            </a:r>
            <a:endParaRPr sz="900" b="0" i="0" u="none" strike="noStrike" cap="none">
              <a:solidFill>
                <a:srgbClr val="0254EC"/>
              </a:solidFill>
              <a:latin typeface="Calibri"/>
              <a:ea typeface="Calibri"/>
              <a:cs typeface="Calibri"/>
              <a:sym typeface="Calibri"/>
            </a:endParaRPr>
          </a:p>
        </p:txBody>
      </p:sp>
      <p:sp>
        <p:nvSpPr>
          <p:cNvPr id="818" name="Google Shape;818;p61"/>
          <p:cNvSpPr txBox="1"/>
          <p:nvPr/>
        </p:nvSpPr>
        <p:spPr>
          <a:xfrm>
            <a:off x="3239438" y="1568033"/>
            <a:ext cx="1909200" cy="154800"/>
          </a:xfrm>
          <a:prstGeom prst="rect">
            <a:avLst/>
          </a:prstGeom>
          <a:noFill/>
          <a:ln>
            <a:noFill/>
          </a:ln>
        </p:spPr>
        <p:txBody>
          <a:bodyPr spcFirstLastPara="1" wrap="square" lIns="91775" tIns="91775" rIns="91775" bIns="91775" anchor="t" anchorCtr="0">
            <a:noAutofit/>
          </a:bodyPr>
          <a:lstStyle/>
          <a:p>
            <a:pPr marL="0" marR="0" lvl="0" indent="0" algn="l" rtl="0">
              <a:lnSpc>
                <a:spcPct val="150000"/>
              </a:lnSpc>
              <a:spcBef>
                <a:spcPts val="0"/>
              </a:spcBef>
              <a:spcAft>
                <a:spcPts val="0"/>
              </a:spcAft>
              <a:buClr>
                <a:srgbClr val="000000"/>
              </a:buClr>
              <a:buSzPts val="900"/>
              <a:buFont typeface="Arial"/>
              <a:buNone/>
            </a:pPr>
            <a:r>
              <a:rPr lang="en" sz="900" b="0" i="0" u="sng" strike="noStrike" cap="none">
                <a:solidFill>
                  <a:schemeClr val="hlink"/>
                </a:solidFill>
                <a:latin typeface="Calibri"/>
                <a:ea typeface="Calibri"/>
                <a:cs typeface="Calibri"/>
                <a:sym typeface="Calibri"/>
                <a:hlinkClick r:id="rId9"/>
              </a:rPr>
              <a:t>Sensor Active (Runtime)</a:t>
            </a:r>
            <a:endParaRPr sz="900" b="0" i="0" u="none" strike="noStrike" cap="none">
              <a:solidFill>
                <a:srgbClr val="0254EC"/>
              </a:solidFill>
              <a:latin typeface="Calibri"/>
              <a:ea typeface="Calibri"/>
              <a:cs typeface="Calibri"/>
              <a:sym typeface="Calibri"/>
            </a:endParaRPr>
          </a:p>
        </p:txBody>
      </p:sp>
      <p:sp>
        <p:nvSpPr>
          <p:cNvPr id="819" name="Google Shape;819;p61"/>
          <p:cNvSpPr txBox="1"/>
          <p:nvPr/>
        </p:nvSpPr>
        <p:spPr>
          <a:xfrm>
            <a:off x="4763494" y="1384168"/>
            <a:ext cx="1003500" cy="153000"/>
          </a:xfrm>
          <a:prstGeom prst="rect">
            <a:avLst/>
          </a:prstGeom>
          <a:noFill/>
          <a:ln>
            <a:noFill/>
          </a:ln>
        </p:spPr>
        <p:txBody>
          <a:bodyPr spcFirstLastPara="1" wrap="square" lIns="91775" tIns="91775" rIns="91775" bIns="91775" anchor="t" anchorCtr="0">
            <a:noAutofit/>
          </a:bodyPr>
          <a:lstStyle/>
          <a:p>
            <a:pPr marL="0" marR="0" lvl="0" indent="0" algn="r" rtl="0">
              <a:lnSpc>
                <a:spcPct val="150000"/>
              </a:lnSpc>
              <a:spcBef>
                <a:spcPts val="0"/>
              </a:spcBef>
              <a:spcAft>
                <a:spcPts val="0"/>
              </a:spcAft>
              <a:buClr>
                <a:srgbClr val="000000"/>
              </a:buClr>
              <a:buSzPts val="1000"/>
              <a:buFont typeface="Arial"/>
              <a:buNone/>
            </a:pPr>
            <a:r>
              <a:rPr lang="en" sz="1000" b="1" i="0" u="none" strike="noStrike" cap="none">
                <a:solidFill>
                  <a:srgbClr val="333333"/>
                </a:solidFill>
                <a:latin typeface="Calibri"/>
                <a:ea typeface="Calibri"/>
                <a:cs typeface="Calibri"/>
                <a:sym typeface="Calibri"/>
              </a:rPr>
              <a:t>{{KC_SE}}</a:t>
            </a:r>
            <a:endParaRPr sz="1000" b="1" i="0" u="none" strike="noStrike" cap="none">
              <a:solidFill>
                <a:srgbClr val="333333"/>
              </a:solidFill>
              <a:latin typeface="Calibri"/>
              <a:ea typeface="Calibri"/>
              <a:cs typeface="Calibri"/>
              <a:sym typeface="Calibri"/>
            </a:endParaRPr>
          </a:p>
        </p:txBody>
      </p:sp>
      <p:sp>
        <p:nvSpPr>
          <p:cNvPr id="820" name="Google Shape;820;p61"/>
          <p:cNvSpPr txBox="1"/>
          <p:nvPr/>
        </p:nvSpPr>
        <p:spPr>
          <a:xfrm>
            <a:off x="4762076" y="1557221"/>
            <a:ext cx="1003500" cy="153000"/>
          </a:xfrm>
          <a:prstGeom prst="rect">
            <a:avLst/>
          </a:prstGeom>
          <a:noFill/>
          <a:ln>
            <a:noFill/>
          </a:ln>
        </p:spPr>
        <p:txBody>
          <a:bodyPr spcFirstLastPara="1" wrap="square" lIns="91775" tIns="91775" rIns="91775" bIns="91775" anchor="t" anchorCtr="0">
            <a:noAutofit/>
          </a:bodyPr>
          <a:lstStyle/>
          <a:p>
            <a:pPr marL="0" marR="0" lvl="0" indent="0" algn="r" rtl="0">
              <a:lnSpc>
                <a:spcPct val="150000"/>
              </a:lnSpc>
              <a:spcBef>
                <a:spcPts val="0"/>
              </a:spcBef>
              <a:spcAft>
                <a:spcPts val="0"/>
              </a:spcAft>
              <a:buClr>
                <a:srgbClr val="000000"/>
              </a:buClr>
              <a:buSzPts val="1000"/>
              <a:buFont typeface="Arial"/>
              <a:buNone/>
            </a:pPr>
            <a:r>
              <a:rPr lang="en" sz="1000" b="1" i="0" u="none" strike="noStrike" cap="none">
                <a:solidFill>
                  <a:srgbClr val="333333"/>
                </a:solidFill>
                <a:latin typeface="Calibri"/>
                <a:ea typeface="Calibri"/>
                <a:cs typeface="Calibri"/>
                <a:sym typeface="Calibri"/>
              </a:rPr>
              <a:t>{{KC_CLI}}</a:t>
            </a:r>
            <a:endParaRPr sz="1000" b="1" i="0" u="none" strike="noStrike" cap="none">
              <a:solidFill>
                <a:srgbClr val="333333"/>
              </a:solidFill>
              <a:latin typeface="Calibri"/>
              <a:ea typeface="Calibri"/>
              <a:cs typeface="Calibri"/>
              <a:sym typeface="Calibri"/>
            </a:endParaRPr>
          </a:p>
        </p:txBody>
      </p:sp>
      <p:sp>
        <p:nvSpPr>
          <p:cNvPr id="821" name="Google Shape;821;p61"/>
          <p:cNvSpPr txBox="1"/>
          <p:nvPr/>
        </p:nvSpPr>
        <p:spPr>
          <a:xfrm>
            <a:off x="6233046" y="1113294"/>
            <a:ext cx="1720500" cy="158100"/>
          </a:xfrm>
          <a:prstGeom prst="rect">
            <a:avLst/>
          </a:prstGeom>
          <a:noFill/>
          <a:ln>
            <a:noFill/>
          </a:ln>
        </p:spPr>
        <p:txBody>
          <a:bodyPr spcFirstLastPara="1" wrap="square" lIns="91775" tIns="91775" rIns="91775" bIns="91775" anchor="t" anchorCtr="0">
            <a:noAutofit/>
          </a:bodyPr>
          <a:lstStyle/>
          <a:p>
            <a:pPr marL="0" marR="0" lvl="0" indent="0" algn="l" rtl="0">
              <a:lnSpc>
                <a:spcPct val="150000"/>
              </a:lnSpc>
              <a:spcBef>
                <a:spcPts val="0"/>
              </a:spcBef>
              <a:spcAft>
                <a:spcPts val="0"/>
              </a:spcAft>
              <a:buClr>
                <a:srgbClr val="000000"/>
              </a:buClr>
              <a:buSzPts val="900"/>
              <a:buFont typeface="Arial"/>
              <a:buNone/>
            </a:pPr>
            <a:r>
              <a:rPr lang="en" sz="900" b="0" i="0" u="sng" strike="noStrike" cap="none">
                <a:solidFill>
                  <a:schemeClr val="hlink"/>
                </a:solidFill>
                <a:latin typeface="Calibri"/>
                <a:ea typeface="Calibri"/>
                <a:cs typeface="Calibri"/>
                <a:sym typeface="Calibri"/>
                <a:hlinkClick r:id="rId10"/>
              </a:rPr>
              <a:t>Internet-Accessible</a:t>
            </a:r>
            <a:endParaRPr sz="900" b="0" i="0" u="none" strike="noStrike" cap="none">
              <a:solidFill>
                <a:srgbClr val="0254EC"/>
              </a:solidFill>
              <a:latin typeface="Calibri"/>
              <a:ea typeface="Calibri"/>
              <a:cs typeface="Calibri"/>
              <a:sym typeface="Calibri"/>
            </a:endParaRPr>
          </a:p>
        </p:txBody>
      </p:sp>
      <p:sp>
        <p:nvSpPr>
          <p:cNvPr id="822" name="Google Shape;822;p61"/>
          <p:cNvSpPr txBox="1"/>
          <p:nvPr/>
        </p:nvSpPr>
        <p:spPr>
          <a:xfrm>
            <a:off x="7853359" y="1113282"/>
            <a:ext cx="1003500" cy="158100"/>
          </a:xfrm>
          <a:prstGeom prst="rect">
            <a:avLst/>
          </a:prstGeom>
          <a:noFill/>
          <a:ln>
            <a:noFill/>
          </a:ln>
        </p:spPr>
        <p:txBody>
          <a:bodyPr spcFirstLastPara="1" wrap="square" lIns="91775" tIns="91775" rIns="91775" bIns="91775" anchor="t" anchorCtr="0">
            <a:noAutofit/>
          </a:bodyPr>
          <a:lstStyle/>
          <a:p>
            <a:pPr marL="0" marR="0" lvl="0" indent="0" algn="r" rtl="0">
              <a:lnSpc>
                <a:spcPct val="150000"/>
              </a:lnSpc>
              <a:spcBef>
                <a:spcPts val="0"/>
              </a:spcBef>
              <a:spcAft>
                <a:spcPts val="0"/>
              </a:spcAft>
              <a:buClr>
                <a:srgbClr val="000000"/>
              </a:buClr>
              <a:buSzPts val="1000"/>
              <a:buFont typeface="Arial"/>
              <a:buNone/>
            </a:pPr>
            <a:r>
              <a:rPr lang="en" sz="1000" b="1" i="0" u="none" strike="noStrike" cap="none">
                <a:solidFill>
                  <a:srgbClr val="333333"/>
                </a:solidFill>
                <a:latin typeface="Calibri"/>
                <a:ea typeface="Calibri"/>
                <a:cs typeface="Calibri"/>
                <a:sym typeface="Calibri"/>
              </a:rPr>
              <a:t>{{KG_IA}}</a:t>
            </a:r>
            <a:endParaRPr sz="1000" b="1" i="0" u="none" strike="noStrike" cap="none">
              <a:solidFill>
                <a:srgbClr val="333333"/>
              </a:solidFill>
              <a:latin typeface="Calibri"/>
              <a:ea typeface="Calibri"/>
              <a:cs typeface="Calibri"/>
              <a:sym typeface="Calibri"/>
            </a:endParaRPr>
          </a:p>
        </p:txBody>
      </p:sp>
      <p:sp>
        <p:nvSpPr>
          <p:cNvPr id="823" name="Google Shape;823;p61"/>
          <p:cNvSpPr txBox="1"/>
          <p:nvPr/>
        </p:nvSpPr>
        <p:spPr>
          <a:xfrm>
            <a:off x="6233048" y="1280583"/>
            <a:ext cx="1953900" cy="144300"/>
          </a:xfrm>
          <a:prstGeom prst="rect">
            <a:avLst/>
          </a:prstGeom>
          <a:noFill/>
          <a:ln>
            <a:noFill/>
          </a:ln>
        </p:spPr>
        <p:txBody>
          <a:bodyPr spcFirstLastPara="1" wrap="square" lIns="91775" tIns="91775" rIns="91775" bIns="91775" anchor="t" anchorCtr="0">
            <a:noAutofit/>
          </a:bodyPr>
          <a:lstStyle/>
          <a:p>
            <a:pPr marL="0" marR="0" lvl="0" indent="0" algn="l" rtl="0">
              <a:lnSpc>
                <a:spcPct val="150000"/>
              </a:lnSpc>
              <a:spcBef>
                <a:spcPts val="0"/>
              </a:spcBef>
              <a:spcAft>
                <a:spcPts val="0"/>
              </a:spcAft>
              <a:buClr>
                <a:srgbClr val="000000"/>
              </a:buClr>
              <a:buSzPts val="900"/>
              <a:buFont typeface="Arial"/>
              <a:buNone/>
            </a:pPr>
            <a:r>
              <a:rPr lang="en" sz="900" b="0" i="0" u="sng" strike="noStrike" cap="none">
                <a:solidFill>
                  <a:schemeClr val="hlink"/>
                </a:solidFill>
                <a:latin typeface="Calibri"/>
                <a:ea typeface="Calibri"/>
                <a:cs typeface="Calibri"/>
                <a:sym typeface="Calibri"/>
                <a:hlinkClick r:id="rId11"/>
              </a:rPr>
              <a:t>No Wiz Connector Deployed</a:t>
            </a:r>
            <a:endParaRPr sz="900" b="0" i="0" u="none" strike="noStrike" cap="none">
              <a:solidFill>
                <a:srgbClr val="0254EC"/>
              </a:solidFill>
              <a:latin typeface="Calibri"/>
              <a:ea typeface="Calibri"/>
              <a:cs typeface="Calibri"/>
              <a:sym typeface="Calibri"/>
            </a:endParaRPr>
          </a:p>
        </p:txBody>
      </p:sp>
      <p:sp>
        <p:nvSpPr>
          <p:cNvPr id="824" name="Google Shape;824;p61"/>
          <p:cNvSpPr txBox="1"/>
          <p:nvPr/>
        </p:nvSpPr>
        <p:spPr>
          <a:xfrm>
            <a:off x="7853359" y="1281379"/>
            <a:ext cx="1003500" cy="158100"/>
          </a:xfrm>
          <a:prstGeom prst="rect">
            <a:avLst/>
          </a:prstGeom>
          <a:noFill/>
          <a:ln>
            <a:noFill/>
          </a:ln>
        </p:spPr>
        <p:txBody>
          <a:bodyPr spcFirstLastPara="1" wrap="square" lIns="91775" tIns="91775" rIns="91775" bIns="91775" anchor="t" anchorCtr="0">
            <a:noAutofit/>
          </a:bodyPr>
          <a:lstStyle/>
          <a:p>
            <a:pPr marL="0" marR="0" lvl="0" indent="0" algn="r" rtl="0">
              <a:lnSpc>
                <a:spcPct val="150000"/>
              </a:lnSpc>
              <a:spcBef>
                <a:spcPts val="0"/>
              </a:spcBef>
              <a:spcAft>
                <a:spcPts val="0"/>
              </a:spcAft>
              <a:buClr>
                <a:srgbClr val="000000"/>
              </a:buClr>
              <a:buSzPts val="1000"/>
              <a:buFont typeface="Arial"/>
              <a:buNone/>
            </a:pPr>
            <a:r>
              <a:rPr lang="en" sz="1000" b="1" i="0" u="none" strike="noStrike" cap="none">
                <a:solidFill>
                  <a:srgbClr val="333333"/>
                </a:solidFill>
                <a:latin typeface="Calibri"/>
                <a:ea typeface="Calibri"/>
                <a:cs typeface="Calibri"/>
                <a:sym typeface="Calibri"/>
              </a:rPr>
              <a:t>{{KG_NC}}</a:t>
            </a:r>
            <a:endParaRPr sz="1000" b="1" i="0" u="none" strike="noStrike" cap="none">
              <a:solidFill>
                <a:srgbClr val="333333"/>
              </a:solidFill>
              <a:latin typeface="Calibri"/>
              <a:ea typeface="Calibri"/>
              <a:cs typeface="Calibri"/>
              <a:sym typeface="Calibri"/>
            </a:endParaRPr>
          </a:p>
        </p:txBody>
      </p:sp>
      <p:sp>
        <p:nvSpPr>
          <p:cNvPr id="825" name="Google Shape;825;p61"/>
          <p:cNvSpPr txBox="1"/>
          <p:nvPr/>
        </p:nvSpPr>
        <p:spPr>
          <a:xfrm>
            <a:off x="6231149" y="1453558"/>
            <a:ext cx="1953900" cy="144300"/>
          </a:xfrm>
          <a:prstGeom prst="rect">
            <a:avLst/>
          </a:prstGeom>
          <a:noFill/>
          <a:ln>
            <a:noFill/>
          </a:ln>
        </p:spPr>
        <p:txBody>
          <a:bodyPr spcFirstLastPara="1" wrap="square" lIns="91775" tIns="91775" rIns="91775" bIns="91775" anchor="t" anchorCtr="0">
            <a:noAutofit/>
          </a:bodyPr>
          <a:lstStyle/>
          <a:p>
            <a:pPr marL="0" marR="0" lvl="0" indent="0" algn="l" rtl="0">
              <a:lnSpc>
                <a:spcPct val="150000"/>
              </a:lnSpc>
              <a:spcBef>
                <a:spcPts val="0"/>
              </a:spcBef>
              <a:spcAft>
                <a:spcPts val="0"/>
              </a:spcAft>
              <a:buClr>
                <a:srgbClr val="000000"/>
              </a:buClr>
              <a:buSzPts val="900"/>
              <a:buFont typeface="Arial"/>
              <a:buNone/>
            </a:pPr>
            <a:r>
              <a:rPr lang="en" sz="900" b="0" i="0" u="sng" strike="noStrike" cap="none">
                <a:solidFill>
                  <a:schemeClr val="hlink"/>
                </a:solidFill>
                <a:latin typeface="Calibri"/>
                <a:ea typeface="Calibri"/>
                <a:cs typeface="Calibri"/>
                <a:sym typeface="Calibri"/>
                <a:hlinkClick r:id="rId12"/>
              </a:rPr>
              <a:t>No K8S Audit Logs</a:t>
            </a:r>
            <a:endParaRPr sz="900" b="0" i="0" u="none" strike="noStrike" cap="none">
              <a:solidFill>
                <a:srgbClr val="0254EC"/>
              </a:solidFill>
              <a:latin typeface="Calibri"/>
              <a:ea typeface="Calibri"/>
              <a:cs typeface="Calibri"/>
              <a:sym typeface="Calibri"/>
            </a:endParaRPr>
          </a:p>
        </p:txBody>
      </p:sp>
      <p:sp>
        <p:nvSpPr>
          <p:cNvPr id="826" name="Google Shape;826;p61"/>
          <p:cNvSpPr txBox="1"/>
          <p:nvPr/>
        </p:nvSpPr>
        <p:spPr>
          <a:xfrm>
            <a:off x="6234434" y="1622052"/>
            <a:ext cx="2297400" cy="144300"/>
          </a:xfrm>
          <a:prstGeom prst="rect">
            <a:avLst/>
          </a:prstGeom>
          <a:noFill/>
          <a:ln>
            <a:noFill/>
          </a:ln>
        </p:spPr>
        <p:txBody>
          <a:bodyPr spcFirstLastPara="1" wrap="square" lIns="91775" tIns="91775" rIns="91775" bIns="91775" anchor="t" anchorCtr="0">
            <a:noAutofit/>
          </a:bodyPr>
          <a:lstStyle/>
          <a:p>
            <a:pPr marL="0" marR="0" lvl="0" indent="0" algn="l" rtl="0">
              <a:lnSpc>
                <a:spcPct val="150000"/>
              </a:lnSpc>
              <a:spcBef>
                <a:spcPts val="0"/>
              </a:spcBef>
              <a:spcAft>
                <a:spcPts val="0"/>
              </a:spcAft>
              <a:buClr>
                <a:srgbClr val="000000"/>
              </a:buClr>
              <a:buSzPts val="900"/>
              <a:buFont typeface="Arial"/>
              <a:buNone/>
            </a:pPr>
            <a:r>
              <a:rPr lang="en" sz="900" b="0" i="0" u="sng" strike="noStrike" cap="none">
                <a:solidFill>
                  <a:schemeClr val="hlink"/>
                </a:solidFill>
                <a:latin typeface="Calibri"/>
                <a:ea typeface="Calibri"/>
                <a:cs typeface="Calibri"/>
                <a:sym typeface="Calibri"/>
                <a:hlinkClick r:id="rId13"/>
              </a:rPr>
              <a:t>No Runtime Sensor</a:t>
            </a:r>
            <a:endParaRPr sz="900" b="0" i="0" u="none" strike="noStrike" cap="none">
              <a:solidFill>
                <a:srgbClr val="0254EC"/>
              </a:solidFill>
              <a:latin typeface="Calibri"/>
              <a:ea typeface="Calibri"/>
              <a:cs typeface="Calibri"/>
              <a:sym typeface="Calibri"/>
            </a:endParaRPr>
          </a:p>
        </p:txBody>
      </p:sp>
      <p:sp>
        <p:nvSpPr>
          <p:cNvPr id="827" name="Google Shape;827;p61"/>
          <p:cNvSpPr txBox="1"/>
          <p:nvPr/>
        </p:nvSpPr>
        <p:spPr>
          <a:xfrm>
            <a:off x="7851586" y="1449476"/>
            <a:ext cx="1003500" cy="158100"/>
          </a:xfrm>
          <a:prstGeom prst="rect">
            <a:avLst/>
          </a:prstGeom>
          <a:noFill/>
          <a:ln>
            <a:noFill/>
          </a:ln>
        </p:spPr>
        <p:txBody>
          <a:bodyPr spcFirstLastPara="1" wrap="square" lIns="91775" tIns="91775" rIns="91775" bIns="91775" anchor="t" anchorCtr="0">
            <a:noAutofit/>
          </a:bodyPr>
          <a:lstStyle/>
          <a:p>
            <a:pPr marL="0" marR="0" lvl="0" indent="0" algn="r" rtl="0">
              <a:lnSpc>
                <a:spcPct val="150000"/>
              </a:lnSpc>
              <a:spcBef>
                <a:spcPts val="0"/>
              </a:spcBef>
              <a:spcAft>
                <a:spcPts val="0"/>
              </a:spcAft>
              <a:buClr>
                <a:srgbClr val="000000"/>
              </a:buClr>
              <a:buSzPts val="1000"/>
              <a:buFont typeface="Arial"/>
              <a:buNone/>
            </a:pPr>
            <a:r>
              <a:rPr lang="en" sz="1000" b="1" i="0" u="none" strike="noStrike" cap="none">
                <a:solidFill>
                  <a:srgbClr val="333333"/>
                </a:solidFill>
                <a:latin typeface="Calibri"/>
                <a:ea typeface="Calibri"/>
                <a:cs typeface="Calibri"/>
                <a:sym typeface="Calibri"/>
              </a:rPr>
              <a:t>{{KG_NA}}</a:t>
            </a:r>
            <a:endParaRPr sz="1000" b="1" i="0" u="none" strike="noStrike" cap="none">
              <a:solidFill>
                <a:srgbClr val="333333"/>
              </a:solidFill>
              <a:latin typeface="Calibri"/>
              <a:ea typeface="Calibri"/>
              <a:cs typeface="Calibri"/>
              <a:sym typeface="Calibri"/>
            </a:endParaRPr>
          </a:p>
        </p:txBody>
      </p:sp>
      <p:sp>
        <p:nvSpPr>
          <p:cNvPr id="828" name="Google Shape;828;p61"/>
          <p:cNvSpPr txBox="1"/>
          <p:nvPr/>
        </p:nvSpPr>
        <p:spPr>
          <a:xfrm>
            <a:off x="7849813" y="1617573"/>
            <a:ext cx="1003500" cy="158100"/>
          </a:xfrm>
          <a:prstGeom prst="rect">
            <a:avLst/>
          </a:prstGeom>
          <a:noFill/>
          <a:ln>
            <a:noFill/>
          </a:ln>
        </p:spPr>
        <p:txBody>
          <a:bodyPr spcFirstLastPara="1" wrap="square" lIns="91775" tIns="91775" rIns="91775" bIns="91775" anchor="t" anchorCtr="0">
            <a:noAutofit/>
          </a:bodyPr>
          <a:lstStyle/>
          <a:p>
            <a:pPr marL="0" marR="0" lvl="0" indent="0" algn="r" rtl="0">
              <a:lnSpc>
                <a:spcPct val="150000"/>
              </a:lnSpc>
              <a:spcBef>
                <a:spcPts val="0"/>
              </a:spcBef>
              <a:spcAft>
                <a:spcPts val="0"/>
              </a:spcAft>
              <a:buClr>
                <a:srgbClr val="000000"/>
              </a:buClr>
              <a:buSzPts val="1000"/>
              <a:buFont typeface="Arial"/>
              <a:buNone/>
            </a:pPr>
            <a:r>
              <a:rPr lang="en" sz="1000" b="1" i="0" u="none" strike="noStrike" cap="none">
                <a:solidFill>
                  <a:srgbClr val="333333"/>
                </a:solidFill>
                <a:latin typeface="Calibri"/>
                <a:ea typeface="Calibri"/>
                <a:cs typeface="Calibri"/>
                <a:sym typeface="Calibri"/>
              </a:rPr>
              <a:t>{{KG_NS}}</a:t>
            </a:r>
            <a:endParaRPr sz="1000" b="1" i="0" u="none" strike="noStrike" cap="none">
              <a:solidFill>
                <a:srgbClr val="333333"/>
              </a:solidFill>
              <a:latin typeface="Calibri"/>
              <a:ea typeface="Calibri"/>
              <a:cs typeface="Calibri"/>
              <a:sym typeface="Calibri"/>
            </a:endParaRPr>
          </a:p>
        </p:txBody>
      </p:sp>
      <p:sp>
        <p:nvSpPr>
          <p:cNvPr id="829" name="Google Shape;829;p61"/>
          <p:cNvSpPr txBox="1"/>
          <p:nvPr/>
        </p:nvSpPr>
        <p:spPr>
          <a:xfrm>
            <a:off x="3205665" y="2023737"/>
            <a:ext cx="2676900" cy="204300"/>
          </a:xfrm>
          <a:prstGeom prst="rect">
            <a:avLst/>
          </a:prstGeom>
          <a:noFill/>
          <a:ln>
            <a:noFill/>
          </a:ln>
        </p:spPr>
        <p:txBody>
          <a:bodyPr spcFirstLastPara="1" wrap="square" lIns="91775" tIns="91775" rIns="91775" bIns="91775" anchor="ctr" anchorCtr="0">
            <a:noAutofit/>
          </a:bodyPr>
          <a:lstStyle/>
          <a:p>
            <a:pPr marL="0" marR="0" lvl="0" indent="0" algn="ctr" rtl="0">
              <a:lnSpc>
                <a:spcPct val="150000"/>
              </a:lnSpc>
              <a:spcBef>
                <a:spcPts val="0"/>
              </a:spcBef>
              <a:spcAft>
                <a:spcPts val="0"/>
              </a:spcAft>
              <a:buClr>
                <a:srgbClr val="000000"/>
              </a:buClr>
              <a:buSzPts val="1100"/>
              <a:buFont typeface="Arial"/>
              <a:buNone/>
            </a:pPr>
            <a:r>
              <a:rPr lang="en" sz="1100" b="0" i="0" u="none" strike="noStrike" cap="none">
                <a:solidFill>
                  <a:srgbClr val="333333"/>
                </a:solidFill>
                <a:latin typeface="Calibri"/>
                <a:ea typeface="Calibri"/>
                <a:cs typeface="Calibri"/>
                <a:sym typeface="Calibri"/>
              </a:rPr>
              <a:t>Do you have </a:t>
            </a:r>
            <a:r>
              <a:rPr lang="en" sz="1100" b="0" i="1" u="none" strike="noStrike" cap="none">
                <a:solidFill>
                  <a:srgbClr val="333333"/>
                </a:solidFill>
                <a:latin typeface="Calibri"/>
                <a:ea typeface="Calibri"/>
                <a:cs typeface="Calibri"/>
                <a:sym typeface="Calibri"/>
              </a:rPr>
              <a:t>full</a:t>
            </a:r>
            <a:r>
              <a:rPr lang="en" sz="1100" b="0" i="0" u="none" strike="noStrike" cap="none">
                <a:solidFill>
                  <a:srgbClr val="333333"/>
                </a:solidFill>
                <a:latin typeface="Calibri"/>
                <a:ea typeface="Calibri"/>
                <a:cs typeface="Calibri"/>
                <a:sym typeface="Calibri"/>
              </a:rPr>
              <a:t> visibility?</a:t>
            </a:r>
            <a:endParaRPr sz="1100" b="0" i="0" u="none" strike="noStrike" cap="none">
              <a:solidFill>
                <a:srgbClr val="333333"/>
              </a:solidFill>
              <a:latin typeface="Calibri"/>
              <a:ea typeface="Calibri"/>
              <a:cs typeface="Calibri"/>
              <a:sym typeface="Calibri"/>
            </a:endParaRPr>
          </a:p>
        </p:txBody>
      </p:sp>
      <p:pic>
        <p:nvPicPr>
          <p:cNvPr id="830" name="Google Shape;830;p61"/>
          <p:cNvPicPr preferRelativeResize="0"/>
          <p:nvPr/>
        </p:nvPicPr>
        <p:blipFill rotWithShape="1">
          <a:blip r:embed="rId14">
            <a:alphaModFix/>
          </a:blip>
          <a:srcRect/>
          <a:stretch/>
        </p:blipFill>
        <p:spPr>
          <a:xfrm>
            <a:off x="3550644" y="2777812"/>
            <a:ext cx="2785632" cy="527016"/>
          </a:xfrm>
          <a:prstGeom prst="rect">
            <a:avLst/>
          </a:prstGeom>
          <a:noFill/>
          <a:ln w="9525" cap="flat" cmpd="sng">
            <a:solidFill>
              <a:schemeClr val="accent1"/>
            </a:solidFill>
            <a:prstDash val="solid"/>
            <a:round/>
            <a:headEnd type="none" w="sm" len="sm"/>
            <a:tailEnd type="none" w="sm" len="sm"/>
          </a:ln>
        </p:spPr>
      </p:pic>
      <p:sp>
        <p:nvSpPr>
          <p:cNvPr id="831" name="Google Shape;831;p61"/>
          <p:cNvSpPr/>
          <p:nvPr/>
        </p:nvSpPr>
        <p:spPr>
          <a:xfrm>
            <a:off x="3595375" y="3607213"/>
            <a:ext cx="2676900" cy="13386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6B7280"/>
              </a:buClr>
              <a:buSzPts val="800"/>
              <a:buFont typeface="DM Sans"/>
              <a:buNone/>
            </a:pPr>
            <a:r>
              <a:rPr lang="en" sz="800" b="0" i="0" u="none" strike="noStrike" cap="none">
                <a:solidFill>
                  <a:srgbClr val="222222"/>
                </a:solidFill>
                <a:latin typeface="Calibri"/>
                <a:ea typeface="Calibri"/>
                <a:cs typeface="Calibri"/>
                <a:sym typeface="Calibri"/>
              </a:rPr>
              <a:t>Understanding where your images are scanned allows you to pinpoint and intercept vulnerabilities at the earliest possible moment. Identifying these specific scan sources is the key to an effective "shift left" strategy, ensuring you apply fixes where they have the most impact before they ever reach production.</a:t>
            </a:r>
            <a:endParaRPr sz="800" b="0" i="0" u="none" strike="noStrike" cap="none">
              <a:solidFill>
                <a:srgbClr val="222222"/>
              </a:solidFill>
              <a:latin typeface="Calibri"/>
              <a:ea typeface="Calibri"/>
              <a:cs typeface="Calibri"/>
              <a:sym typeface="Calibri"/>
            </a:endParaRPr>
          </a:p>
          <a:p>
            <a:pPr marL="0" marR="0" lvl="0" indent="0" algn="ctr" rtl="0">
              <a:lnSpc>
                <a:spcPct val="90000"/>
              </a:lnSpc>
              <a:spcBef>
                <a:spcPts val="0"/>
              </a:spcBef>
              <a:spcAft>
                <a:spcPts val="0"/>
              </a:spcAft>
              <a:buClr>
                <a:srgbClr val="6B7280"/>
              </a:buClr>
              <a:buSzPts val="800"/>
              <a:buFont typeface="DM Sans"/>
              <a:buNone/>
            </a:pPr>
            <a:endParaRPr sz="800" b="0" i="0" u="none" strike="noStrike" cap="none">
              <a:solidFill>
                <a:srgbClr val="222222"/>
              </a:solidFill>
              <a:latin typeface="Calibri"/>
              <a:ea typeface="Calibri"/>
              <a:cs typeface="Calibri"/>
              <a:sym typeface="Calibri"/>
            </a:endParaRPr>
          </a:p>
          <a:p>
            <a:pPr marL="0" marR="0" lvl="0" indent="0" algn="ctr" rtl="0">
              <a:lnSpc>
                <a:spcPct val="100000"/>
              </a:lnSpc>
              <a:spcBef>
                <a:spcPts val="0"/>
              </a:spcBef>
              <a:spcAft>
                <a:spcPts val="0"/>
              </a:spcAft>
              <a:buClr>
                <a:srgbClr val="1F2937"/>
              </a:buClr>
              <a:buSzPts val="800"/>
              <a:buFont typeface="Arial"/>
              <a:buNone/>
            </a:pPr>
            <a:r>
              <a:rPr lang="en" sz="800" b="0" i="0" u="none" strike="noStrike" cap="none">
                <a:solidFill>
                  <a:srgbClr val="222222"/>
                </a:solidFill>
                <a:latin typeface="Calibri"/>
                <a:ea typeface="Calibri"/>
                <a:cs typeface="Calibri"/>
                <a:sym typeface="Calibri"/>
              </a:rPr>
              <a:t>Are you tagging your Images? Correlate the Docker image to the CI phase, gain further insights, and potentially improve your CI/CD pipeline conduct</a:t>
            </a:r>
            <a:endParaRPr sz="800" b="0" i="0" u="none" strike="noStrike" cap="none">
              <a:solidFill>
                <a:srgbClr val="222222"/>
              </a:solidFill>
              <a:latin typeface="Calibri"/>
              <a:ea typeface="Calibri"/>
              <a:cs typeface="Calibri"/>
              <a:sym typeface="Calibri"/>
            </a:endParaRPr>
          </a:p>
        </p:txBody>
      </p:sp>
      <p:sp>
        <p:nvSpPr>
          <p:cNvPr id="832" name="Google Shape;832;p61"/>
          <p:cNvSpPr txBox="1"/>
          <p:nvPr/>
        </p:nvSpPr>
        <p:spPr>
          <a:xfrm>
            <a:off x="5372947" y="3261513"/>
            <a:ext cx="512100" cy="220800"/>
          </a:xfrm>
          <a:prstGeom prst="rect">
            <a:avLst/>
          </a:prstGeom>
          <a:noFill/>
          <a:ln>
            <a:noFill/>
          </a:ln>
        </p:spPr>
        <p:txBody>
          <a:bodyPr spcFirstLastPara="1" wrap="square" lIns="91775" tIns="91775" rIns="91775" bIns="91775" anchor="t" anchorCtr="0">
            <a:noAutofit/>
          </a:bodyPr>
          <a:lstStyle/>
          <a:p>
            <a:pPr marL="0" marR="0" lvl="0" indent="0" algn="ctr" rtl="0">
              <a:lnSpc>
                <a:spcPct val="150000"/>
              </a:lnSpc>
              <a:spcBef>
                <a:spcPts val="0"/>
              </a:spcBef>
              <a:spcAft>
                <a:spcPts val="0"/>
              </a:spcAft>
              <a:buClr>
                <a:srgbClr val="000000"/>
              </a:buClr>
              <a:buSzPts val="900"/>
              <a:buFont typeface="Arial"/>
              <a:buNone/>
            </a:pPr>
            <a:r>
              <a:rPr lang="en" sz="900" b="1" i="0" u="none" strike="noStrike" cap="none">
                <a:solidFill>
                  <a:srgbClr val="333333"/>
                </a:solidFill>
                <a:latin typeface="Calibri"/>
                <a:ea typeface="Calibri"/>
                <a:cs typeface="Calibri"/>
                <a:sym typeface="Calibri"/>
              </a:rPr>
              <a:t>{{CL_CLD}}</a:t>
            </a:r>
            <a:endParaRPr sz="900" b="1" i="0" u="none" strike="noStrike" cap="none">
              <a:solidFill>
                <a:srgbClr val="333333"/>
              </a:solidFill>
              <a:latin typeface="Calibri"/>
              <a:ea typeface="Calibri"/>
              <a:cs typeface="Calibri"/>
              <a:sym typeface="Calibri"/>
            </a:endParaRPr>
          </a:p>
        </p:txBody>
      </p:sp>
      <p:sp>
        <p:nvSpPr>
          <p:cNvPr id="833" name="Google Shape;833;p61"/>
          <p:cNvSpPr txBox="1"/>
          <p:nvPr/>
        </p:nvSpPr>
        <p:spPr>
          <a:xfrm>
            <a:off x="5845145" y="3267116"/>
            <a:ext cx="512100" cy="220800"/>
          </a:xfrm>
          <a:prstGeom prst="rect">
            <a:avLst/>
          </a:prstGeom>
          <a:noFill/>
          <a:ln>
            <a:noFill/>
          </a:ln>
        </p:spPr>
        <p:txBody>
          <a:bodyPr spcFirstLastPara="1" wrap="square" lIns="91775" tIns="91775" rIns="91775" bIns="91775" anchor="t" anchorCtr="0">
            <a:noAutofit/>
          </a:bodyPr>
          <a:lstStyle/>
          <a:p>
            <a:pPr marL="0" marR="0" lvl="0" indent="0" algn="ctr" rtl="0">
              <a:lnSpc>
                <a:spcPct val="150000"/>
              </a:lnSpc>
              <a:spcBef>
                <a:spcPts val="0"/>
              </a:spcBef>
              <a:spcAft>
                <a:spcPts val="0"/>
              </a:spcAft>
              <a:buClr>
                <a:srgbClr val="000000"/>
              </a:buClr>
              <a:buSzPts val="900"/>
              <a:buFont typeface="Arial"/>
              <a:buNone/>
            </a:pPr>
            <a:r>
              <a:rPr lang="en" sz="900" b="1" i="0" u="none" strike="noStrike" cap="none">
                <a:solidFill>
                  <a:srgbClr val="333333"/>
                </a:solidFill>
                <a:latin typeface="Calibri"/>
                <a:ea typeface="Calibri"/>
                <a:cs typeface="Calibri"/>
                <a:sym typeface="Calibri"/>
              </a:rPr>
              <a:t>{{CL_RT}}</a:t>
            </a:r>
            <a:endParaRPr sz="900" b="1" i="0" u="none" strike="noStrike" cap="none">
              <a:solidFill>
                <a:srgbClr val="333333"/>
              </a:solidFill>
              <a:latin typeface="Calibri"/>
              <a:ea typeface="Calibri"/>
              <a:cs typeface="Calibri"/>
              <a:sym typeface="Calibri"/>
            </a:endParaRPr>
          </a:p>
        </p:txBody>
      </p:sp>
      <p:sp>
        <p:nvSpPr>
          <p:cNvPr id="834" name="Google Shape;834;p61"/>
          <p:cNvSpPr txBox="1"/>
          <p:nvPr/>
        </p:nvSpPr>
        <p:spPr>
          <a:xfrm>
            <a:off x="4900748" y="3268983"/>
            <a:ext cx="512100" cy="220800"/>
          </a:xfrm>
          <a:prstGeom prst="rect">
            <a:avLst/>
          </a:prstGeom>
          <a:noFill/>
          <a:ln>
            <a:noFill/>
          </a:ln>
        </p:spPr>
        <p:txBody>
          <a:bodyPr spcFirstLastPara="1" wrap="square" lIns="91775" tIns="91775" rIns="91775" bIns="91775" anchor="t" anchorCtr="0">
            <a:noAutofit/>
          </a:bodyPr>
          <a:lstStyle/>
          <a:p>
            <a:pPr marL="0" marR="0" lvl="0" indent="0" algn="ctr" rtl="0">
              <a:lnSpc>
                <a:spcPct val="150000"/>
              </a:lnSpc>
              <a:spcBef>
                <a:spcPts val="0"/>
              </a:spcBef>
              <a:spcAft>
                <a:spcPts val="0"/>
              </a:spcAft>
              <a:buClr>
                <a:srgbClr val="000000"/>
              </a:buClr>
              <a:buSzPts val="900"/>
              <a:buFont typeface="Arial"/>
              <a:buNone/>
            </a:pPr>
            <a:r>
              <a:rPr lang="en" sz="900" b="1" i="0" u="none" strike="noStrike" cap="none">
                <a:solidFill>
                  <a:srgbClr val="333333"/>
                </a:solidFill>
                <a:latin typeface="Calibri"/>
                <a:ea typeface="Calibri"/>
                <a:cs typeface="Calibri"/>
                <a:sym typeface="Calibri"/>
              </a:rPr>
              <a:t>{{CL_DEP}}</a:t>
            </a:r>
            <a:endParaRPr sz="900" b="1" i="0" u="none" strike="noStrike" cap="none">
              <a:solidFill>
                <a:srgbClr val="333333"/>
              </a:solidFill>
              <a:latin typeface="Calibri"/>
              <a:ea typeface="Calibri"/>
              <a:cs typeface="Calibri"/>
              <a:sym typeface="Calibri"/>
            </a:endParaRPr>
          </a:p>
        </p:txBody>
      </p:sp>
      <p:sp>
        <p:nvSpPr>
          <p:cNvPr id="835" name="Google Shape;835;p61"/>
          <p:cNvSpPr txBox="1"/>
          <p:nvPr/>
        </p:nvSpPr>
        <p:spPr>
          <a:xfrm>
            <a:off x="3956352" y="3259646"/>
            <a:ext cx="512100" cy="220800"/>
          </a:xfrm>
          <a:prstGeom prst="rect">
            <a:avLst/>
          </a:prstGeom>
          <a:noFill/>
          <a:ln>
            <a:noFill/>
          </a:ln>
        </p:spPr>
        <p:txBody>
          <a:bodyPr spcFirstLastPara="1" wrap="square" lIns="91775" tIns="91775" rIns="91775" bIns="91775" anchor="t" anchorCtr="0">
            <a:noAutofit/>
          </a:bodyPr>
          <a:lstStyle/>
          <a:p>
            <a:pPr marL="0" marR="0" lvl="0" indent="0" algn="ctr" rtl="0">
              <a:lnSpc>
                <a:spcPct val="150000"/>
              </a:lnSpc>
              <a:spcBef>
                <a:spcPts val="0"/>
              </a:spcBef>
              <a:spcAft>
                <a:spcPts val="0"/>
              </a:spcAft>
              <a:buClr>
                <a:srgbClr val="000000"/>
              </a:buClr>
              <a:buSzPts val="900"/>
              <a:buFont typeface="Arial"/>
              <a:buNone/>
            </a:pPr>
            <a:r>
              <a:rPr lang="en" sz="900" b="1" i="0" u="none" strike="noStrike" cap="none">
                <a:solidFill>
                  <a:srgbClr val="333333"/>
                </a:solidFill>
                <a:latin typeface="Calibri"/>
                <a:ea typeface="Calibri"/>
                <a:cs typeface="Calibri"/>
                <a:sym typeface="Calibri"/>
              </a:rPr>
              <a:t>{{CL_BLD}}</a:t>
            </a:r>
            <a:endParaRPr sz="900" b="1" i="0" u="none" strike="noStrike" cap="none">
              <a:solidFill>
                <a:srgbClr val="333333"/>
              </a:solidFill>
              <a:latin typeface="Calibri"/>
              <a:ea typeface="Calibri"/>
              <a:cs typeface="Calibri"/>
              <a:sym typeface="Calibri"/>
            </a:endParaRPr>
          </a:p>
        </p:txBody>
      </p:sp>
      <p:sp>
        <p:nvSpPr>
          <p:cNvPr id="836" name="Google Shape;836;p61"/>
          <p:cNvSpPr txBox="1"/>
          <p:nvPr/>
        </p:nvSpPr>
        <p:spPr>
          <a:xfrm>
            <a:off x="4428550" y="3263381"/>
            <a:ext cx="512100" cy="220800"/>
          </a:xfrm>
          <a:prstGeom prst="rect">
            <a:avLst/>
          </a:prstGeom>
          <a:noFill/>
          <a:ln>
            <a:noFill/>
          </a:ln>
        </p:spPr>
        <p:txBody>
          <a:bodyPr spcFirstLastPara="1" wrap="square" lIns="91775" tIns="91775" rIns="91775" bIns="91775" anchor="t" anchorCtr="0">
            <a:noAutofit/>
          </a:bodyPr>
          <a:lstStyle/>
          <a:p>
            <a:pPr marL="0" marR="0" lvl="0" indent="0" algn="ctr" rtl="0">
              <a:lnSpc>
                <a:spcPct val="150000"/>
              </a:lnSpc>
              <a:spcBef>
                <a:spcPts val="0"/>
              </a:spcBef>
              <a:spcAft>
                <a:spcPts val="0"/>
              </a:spcAft>
              <a:buClr>
                <a:srgbClr val="000000"/>
              </a:buClr>
              <a:buSzPts val="900"/>
              <a:buFont typeface="Arial"/>
              <a:buNone/>
            </a:pPr>
            <a:r>
              <a:rPr lang="en" sz="900" b="1" i="0" u="none" strike="noStrike" cap="none">
                <a:solidFill>
                  <a:srgbClr val="333333"/>
                </a:solidFill>
                <a:latin typeface="Calibri"/>
                <a:ea typeface="Calibri"/>
                <a:cs typeface="Calibri"/>
                <a:sym typeface="Calibri"/>
              </a:rPr>
              <a:t>{{CL_STR}}</a:t>
            </a:r>
            <a:endParaRPr sz="900" b="1" i="0" u="none" strike="noStrike" cap="none">
              <a:solidFill>
                <a:srgbClr val="333333"/>
              </a:solidFill>
              <a:latin typeface="Calibri"/>
              <a:ea typeface="Calibri"/>
              <a:cs typeface="Calibri"/>
              <a:sym typeface="Calibri"/>
            </a:endParaRPr>
          </a:p>
        </p:txBody>
      </p:sp>
      <p:sp>
        <p:nvSpPr>
          <p:cNvPr id="837" name="Google Shape;837;p61"/>
          <p:cNvSpPr txBox="1"/>
          <p:nvPr/>
        </p:nvSpPr>
        <p:spPr>
          <a:xfrm>
            <a:off x="3484154" y="3265248"/>
            <a:ext cx="512100" cy="220800"/>
          </a:xfrm>
          <a:prstGeom prst="rect">
            <a:avLst/>
          </a:prstGeom>
          <a:noFill/>
          <a:ln>
            <a:noFill/>
          </a:ln>
        </p:spPr>
        <p:txBody>
          <a:bodyPr spcFirstLastPara="1" wrap="square" lIns="91775" tIns="91775" rIns="91775" bIns="91775" anchor="t" anchorCtr="0">
            <a:noAutofit/>
          </a:bodyPr>
          <a:lstStyle/>
          <a:p>
            <a:pPr marL="0" marR="0" lvl="0" indent="0" algn="ctr" rtl="0">
              <a:lnSpc>
                <a:spcPct val="150000"/>
              </a:lnSpc>
              <a:spcBef>
                <a:spcPts val="0"/>
              </a:spcBef>
              <a:spcAft>
                <a:spcPts val="0"/>
              </a:spcAft>
              <a:buClr>
                <a:srgbClr val="000000"/>
              </a:buClr>
              <a:buSzPts val="900"/>
              <a:buFont typeface="Arial"/>
              <a:buNone/>
            </a:pPr>
            <a:r>
              <a:rPr lang="en" sz="900" b="1" i="0" u="none" strike="noStrike" cap="none">
                <a:solidFill>
                  <a:srgbClr val="333333"/>
                </a:solidFill>
                <a:latin typeface="Calibri"/>
                <a:ea typeface="Calibri"/>
                <a:cs typeface="Calibri"/>
                <a:sym typeface="Calibri"/>
              </a:rPr>
              <a:t>{{CL_CODE}}</a:t>
            </a:r>
            <a:endParaRPr sz="900" b="1" i="0" u="none" strike="noStrike" cap="none">
              <a:solidFill>
                <a:srgbClr val="333333"/>
              </a:solidFill>
              <a:latin typeface="Calibri"/>
              <a:ea typeface="Calibri"/>
              <a:cs typeface="Calibri"/>
              <a:sym typeface="Calibri"/>
            </a:endParaRPr>
          </a:p>
        </p:txBody>
      </p:sp>
      <p:sp>
        <p:nvSpPr>
          <p:cNvPr id="838" name="Google Shape;838;p61"/>
          <p:cNvSpPr txBox="1"/>
          <p:nvPr/>
        </p:nvSpPr>
        <p:spPr>
          <a:xfrm>
            <a:off x="7851954" y="3368391"/>
            <a:ext cx="1139700" cy="154800"/>
          </a:xfrm>
          <a:prstGeom prst="rect">
            <a:avLst/>
          </a:prstGeom>
          <a:noFill/>
          <a:ln>
            <a:noFill/>
          </a:ln>
        </p:spPr>
        <p:txBody>
          <a:bodyPr spcFirstLastPara="1" wrap="square" lIns="91225" tIns="91225" rIns="91225" bIns="91225" anchor="t" anchorCtr="0">
            <a:noAutofit/>
          </a:bodyPr>
          <a:lstStyle/>
          <a:p>
            <a:pPr marL="0" marR="0" lvl="0" indent="0" algn="r" rtl="0">
              <a:lnSpc>
                <a:spcPct val="150000"/>
              </a:lnSpc>
              <a:spcBef>
                <a:spcPts val="0"/>
              </a:spcBef>
              <a:spcAft>
                <a:spcPts val="0"/>
              </a:spcAft>
              <a:buClr>
                <a:srgbClr val="000000"/>
              </a:buClr>
              <a:buSzPts val="900"/>
              <a:buFont typeface="Arial"/>
              <a:buNone/>
            </a:pPr>
            <a:r>
              <a:rPr lang="en" sz="900" b="0" i="0" u="none" strike="noStrike" cap="none">
                <a:solidFill>
                  <a:srgbClr val="333333"/>
                </a:solidFill>
                <a:latin typeface="Calibri"/>
                <a:ea typeface="Calibri"/>
                <a:cs typeface="Calibri"/>
                <a:sym typeface="Calibri"/>
              </a:rPr>
              <a:t>{{R_CON}}</a:t>
            </a:r>
            <a:endParaRPr sz="900" b="0" i="0" u="none" strike="noStrike" cap="none">
              <a:solidFill>
                <a:srgbClr val="333333"/>
              </a:solidFill>
              <a:latin typeface="Calibri"/>
              <a:ea typeface="Calibri"/>
              <a:cs typeface="Calibri"/>
              <a:sym typeface="Calibri"/>
            </a:endParaRPr>
          </a:p>
        </p:txBody>
      </p:sp>
      <p:sp>
        <p:nvSpPr>
          <p:cNvPr id="839" name="Google Shape;839;p61"/>
          <p:cNvSpPr txBox="1"/>
          <p:nvPr/>
        </p:nvSpPr>
        <p:spPr>
          <a:xfrm>
            <a:off x="7847951" y="3544289"/>
            <a:ext cx="1143000" cy="154800"/>
          </a:xfrm>
          <a:prstGeom prst="rect">
            <a:avLst/>
          </a:prstGeom>
          <a:noFill/>
          <a:ln>
            <a:noFill/>
          </a:ln>
        </p:spPr>
        <p:txBody>
          <a:bodyPr spcFirstLastPara="1" wrap="square" lIns="91225" tIns="91225" rIns="91225" bIns="91225" anchor="t" anchorCtr="0">
            <a:noAutofit/>
          </a:bodyPr>
          <a:lstStyle/>
          <a:p>
            <a:pPr marL="0" marR="0" lvl="0" indent="0" algn="r" rtl="0">
              <a:lnSpc>
                <a:spcPct val="150000"/>
              </a:lnSpc>
              <a:spcBef>
                <a:spcPts val="0"/>
              </a:spcBef>
              <a:spcAft>
                <a:spcPts val="0"/>
              </a:spcAft>
              <a:buClr>
                <a:srgbClr val="000000"/>
              </a:buClr>
              <a:buSzPts val="900"/>
              <a:buFont typeface="Arial"/>
              <a:buNone/>
            </a:pPr>
            <a:r>
              <a:rPr lang="en" sz="900" b="0" i="0" u="none" strike="noStrike" cap="none">
                <a:solidFill>
                  <a:srgbClr val="333333"/>
                </a:solidFill>
                <a:latin typeface="Calibri"/>
                <a:ea typeface="Calibri"/>
                <a:cs typeface="Calibri"/>
                <a:sym typeface="Calibri"/>
              </a:rPr>
              <a:t>{{R_AUT}}</a:t>
            </a:r>
            <a:endParaRPr sz="900" b="0" i="0" u="none" strike="noStrike" cap="none">
              <a:solidFill>
                <a:srgbClr val="333333"/>
              </a:solidFill>
              <a:latin typeface="Calibri"/>
              <a:ea typeface="Calibri"/>
              <a:cs typeface="Calibri"/>
              <a:sym typeface="Calibri"/>
            </a:endParaRPr>
          </a:p>
        </p:txBody>
      </p:sp>
      <p:sp>
        <p:nvSpPr>
          <p:cNvPr id="840" name="Google Shape;840;p61"/>
          <p:cNvSpPr txBox="1"/>
          <p:nvPr/>
        </p:nvSpPr>
        <p:spPr>
          <a:xfrm>
            <a:off x="7743278" y="3375563"/>
            <a:ext cx="914700" cy="154800"/>
          </a:xfrm>
          <a:prstGeom prst="rect">
            <a:avLst/>
          </a:prstGeom>
          <a:noFill/>
          <a:ln>
            <a:noFill/>
          </a:ln>
        </p:spPr>
        <p:txBody>
          <a:bodyPr spcFirstLastPara="1" wrap="square" lIns="91225" tIns="91225" rIns="91225" bIns="91225" anchor="t" anchorCtr="0">
            <a:noAutofit/>
          </a:bodyPr>
          <a:lstStyle/>
          <a:p>
            <a:pPr marL="0" marR="0" lvl="0" indent="0" algn="l" rtl="0">
              <a:lnSpc>
                <a:spcPct val="150000"/>
              </a:lnSpc>
              <a:spcBef>
                <a:spcPts val="0"/>
              </a:spcBef>
              <a:spcAft>
                <a:spcPts val="0"/>
              </a:spcAft>
              <a:buClr>
                <a:srgbClr val="000000"/>
              </a:buClr>
              <a:buSzPts val="900"/>
              <a:buFont typeface="Arial"/>
              <a:buNone/>
            </a:pPr>
            <a:r>
              <a:rPr lang="en" sz="900" b="0" i="0" u="sng" strike="noStrike" cap="none">
                <a:solidFill>
                  <a:schemeClr val="hlink"/>
                </a:solidFill>
                <a:latin typeface="Calibri"/>
                <a:ea typeface="Calibri"/>
                <a:cs typeface="Calibri"/>
                <a:sym typeface="Calibri"/>
                <a:hlinkClick r:id="rId15"/>
              </a:rPr>
              <a:t>Connector</a:t>
            </a:r>
            <a:endParaRPr sz="900" b="0" i="0" u="none" strike="noStrike" cap="none">
              <a:solidFill>
                <a:srgbClr val="0254EC"/>
              </a:solidFill>
              <a:latin typeface="Calibri"/>
              <a:ea typeface="Calibri"/>
              <a:cs typeface="Calibri"/>
              <a:sym typeface="Calibri"/>
            </a:endParaRPr>
          </a:p>
        </p:txBody>
      </p:sp>
      <p:sp>
        <p:nvSpPr>
          <p:cNvPr id="841" name="Google Shape;841;p61"/>
          <p:cNvSpPr txBox="1"/>
          <p:nvPr/>
        </p:nvSpPr>
        <p:spPr>
          <a:xfrm>
            <a:off x="7743278" y="3544276"/>
            <a:ext cx="914700" cy="154800"/>
          </a:xfrm>
          <a:prstGeom prst="rect">
            <a:avLst/>
          </a:prstGeom>
          <a:noFill/>
          <a:ln>
            <a:noFill/>
          </a:ln>
        </p:spPr>
        <p:txBody>
          <a:bodyPr spcFirstLastPara="1" wrap="square" lIns="91225" tIns="91225" rIns="91225" bIns="91225" anchor="t" anchorCtr="0">
            <a:noAutofit/>
          </a:bodyPr>
          <a:lstStyle/>
          <a:p>
            <a:pPr marL="0" marR="0" lvl="0" indent="0" algn="l" rtl="0">
              <a:lnSpc>
                <a:spcPct val="150000"/>
              </a:lnSpc>
              <a:spcBef>
                <a:spcPts val="0"/>
              </a:spcBef>
              <a:spcAft>
                <a:spcPts val="0"/>
              </a:spcAft>
              <a:buClr>
                <a:srgbClr val="000000"/>
              </a:buClr>
              <a:buSzPts val="900"/>
              <a:buFont typeface="Arial"/>
              <a:buNone/>
            </a:pPr>
            <a:r>
              <a:rPr lang="en" sz="900" b="0" i="0" u="sng" strike="noStrike" cap="none">
                <a:solidFill>
                  <a:schemeClr val="hlink"/>
                </a:solidFill>
                <a:latin typeface="Calibri"/>
                <a:ea typeface="Calibri"/>
                <a:cs typeface="Calibri"/>
                <a:sym typeface="Calibri"/>
                <a:hlinkClick r:id="rId16"/>
              </a:rPr>
              <a:t>Global</a:t>
            </a:r>
            <a:endParaRPr sz="900" b="0" i="0" u="none" strike="noStrike" cap="none">
              <a:solidFill>
                <a:srgbClr val="0254EC"/>
              </a:solidFill>
              <a:latin typeface="Calibri"/>
              <a:ea typeface="Calibri"/>
              <a:cs typeface="Calibri"/>
              <a:sym typeface="Calibri"/>
            </a:endParaRPr>
          </a:p>
        </p:txBody>
      </p:sp>
      <p:sp>
        <p:nvSpPr>
          <p:cNvPr id="842" name="Google Shape;842;p61"/>
          <p:cNvSpPr txBox="1"/>
          <p:nvPr/>
        </p:nvSpPr>
        <p:spPr>
          <a:xfrm>
            <a:off x="7743747" y="3712990"/>
            <a:ext cx="914700" cy="154800"/>
          </a:xfrm>
          <a:prstGeom prst="rect">
            <a:avLst/>
          </a:prstGeom>
          <a:noFill/>
          <a:ln>
            <a:noFill/>
          </a:ln>
        </p:spPr>
        <p:txBody>
          <a:bodyPr spcFirstLastPara="1" wrap="square" lIns="91225" tIns="91225" rIns="91225" bIns="91225" anchor="t" anchorCtr="0">
            <a:noAutofit/>
          </a:bodyPr>
          <a:lstStyle/>
          <a:p>
            <a:pPr marL="0" marR="0" lvl="0" indent="0" algn="l" rtl="0">
              <a:lnSpc>
                <a:spcPct val="150000"/>
              </a:lnSpc>
              <a:spcBef>
                <a:spcPts val="0"/>
              </a:spcBef>
              <a:spcAft>
                <a:spcPts val="0"/>
              </a:spcAft>
              <a:buClr>
                <a:srgbClr val="000000"/>
              </a:buClr>
              <a:buSzPts val="900"/>
              <a:buFont typeface="Arial"/>
              <a:buNone/>
            </a:pPr>
            <a:r>
              <a:rPr lang="en" sz="900" b="0" i="0" u="sng" strike="noStrike" cap="none">
                <a:solidFill>
                  <a:schemeClr val="hlink"/>
                </a:solidFill>
                <a:latin typeface="Calibri"/>
                <a:ea typeface="Calibri"/>
                <a:cs typeface="Calibri"/>
                <a:sym typeface="Calibri"/>
                <a:hlinkClick r:id="rId17"/>
              </a:rPr>
              <a:t>Custom</a:t>
            </a:r>
            <a:endParaRPr sz="900" b="0" i="0" u="none" strike="noStrike" cap="none">
              <a:solidFill>
                <a:srgbClr val="0254EC"/>
              </a:solidFill>
              <a:latin typeface="Calibri"/>
              <a:ea typeface="Calibri"/>
              <a:cs typeface="Calibri"/>
              <a:sym typeface="Calibri"/>
            </a:endParaRPr>
          </a:p>
        </p:txBody>
      </p:sp>
      <p:sp>
        <p:nvSpPr>
          <p:cNvPr id="843" name="Google Shape;843;p61"/>
          <p:cNvSpPr txBox="1"/>
          <p:nvPr/>
        </p:nvSpPr>
        <p:spPr>
          <a:xfrm>
            <a:off x="7847336" y="3720187"/>
            <a:ext cx="1143000" cy="155400"/>
          </a:xfrm>
          <a:prstGeom prst="rect">
            <a:avLst/>
          </a:prstGeom>
          <a:noFill/>
          <a:ln>
            <a:noFill/>
          </a:ln>
        </p:spPr>
        <p:txBody>
          <a:bodyPr spcFirstLastPara="1" wrap="square" lIns="91225" tIns="91225" rIns="91225" bIns="91225" anchor="t" anchorCtr="0">
            <a:noAutofit/>
          </a:bodyPr>
          <a:lstStyle/>
          <a:p>
            <a:pPr marL="0" marR="0" lvl="0" indent="0" algn="r" rtl="0">
              <a:lnSpc>
                <a:spcPct val="150000"/>
              </a:lnSpc>
              <a:spcBef>
                <a:spcPts val="0"/>
              </a:spcBef>
              <a:spcAft>
                <a:spcPts val="0"/>
              </a:spcAft>
              <a:buClr>
                <a:srgbClr val="000000"/>
              </a:buClr>
              <a:buSzPts val="900"/>
              <a:buFont typeface="Arial"/>
              <a:buNone/>
            </a:pPr>
            <a:r>
              <a:rPr lang="en" sz="900" b="0" i="0" u="none" strike="noStrike" cap="none">
                <a:solidFill>
                  <a:srgbClr val="333333"/>
                </a:solidFill>
                <a:latin typeface="Calibri"/>
                <a:ea typeface="Calibri"/>
                <a:cs typeface="Calibri"/>
                <a:sym typeface="Calibri"/>
              </a:rPr>
              <a:t>{{R_CUS}}</a:t>
            </a:r>
            <a:endParaRPr sz="900" b="0" i="0" u="none" strike="noStrike" cap="none">
              <a:solidFill>
                <a:srgbClr val="333333"/>
              </a:solidFill>
              <a:latin typeface="Calibri"/>
              <a:ea typeface="Calibri"/>
              <a:cs typeface="Calibri"/>
              <a:sym typeface="Calibri"/>
            </a:endParaRPr>
          </a:p>
        </p:txBody>
      </p:sp>
      <p:sp>
        <p:nvSpPr>
          <p:cNvPr id="844" name="Google Shape;844;p61"/>
          <p:cNvSpPr txBox="1"/>
          <p:nvPr/>
        </p:nvSpPr>
        <p:spPr>
          <a:xfrm>
            <a:off x="7683303" y="2828294"/>
            <a:ext cx="1275600" cy="219300"/>
          </a:xfrm>
          <a:prstGeom prst="rect">
            <a:avLst/>
          </a:prstGeom>
          <a:noFill/>
          <a:ln>
            <a:noFill/>
          </a:ln>
        </p:spPr>
        <p:txBody>
          <a:bodyPr spcFirstLastPara="1" wrap="square" lIns="91225" tIns="91225" rIns="91225" bIns="91225" anchor="t"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rgbClr val="333333"/>
                </a:solidFill>
                <a:latin typeface="Calibri"/>
                <a:ea typeface="Calibri"/>
                <a:cs typeface="Calibri"/>
                <a:sym typeface="Calibri"/>
              </a:rPr>
              <a:t>Scanning Config Type</a:t>
            </a:r>
            <a:endParaRPr sz="1200" b="0" i="0" u="none" strike="noStrike" cap="none">
              <a:solidFill>
                <a:srgbClr val="333333"/>
              </a:solidFill>
              <a:latin typeface="Calibri"/>
              <a:ea typeface="Calibri"/>
              <a:cs typeface="Calibri"/>
              <a:sym typeface="Calibri"/>
            </a:endParaRPr>
          </a:p>
        </p:txBody>
      </p:sp>
      <p:cxnSp>
        <p:nvCxnSpPr>
          <p:cNvPr id="845" name="Google Shape;845;p61"/>
          <p:cNvCxnSpPr/>
          <p:nvPr/>
        </p:nvCxnSpPr>
        <p:spPr>
          <a:xfrm rot="10800000" flipH="1">
            <a:off x="7699350" y="2976423"/>
            <a:ext cx="15900" cy="1091400"/>
          </a:xfrm>
          <a:prstGeom prst="straightConnector1">
            <a:avLst/>
          </a:prstGeom>
          <a:noFill/>
          <a:ln w="9525" cap="flat" cmpd="sng">
            <a:solidFill>
              <a:srgbClr val="595959"/>
            </a:solidFill>
            <a:prstDash val="solid"/>
            <a:round/>
            <a:headEnd type="none" w="sm" len="sm"/>
            <a:tailEnd type="none" w="sm" len="sm"/>
          </a:ln>
        </p:spPr>
      </p:cxn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413"/>
        <p:cNvGrpSpPr/>
        <p:nvPr/>
      </p:nvGrpSpPr>
      <p:grpSpPr>
        <a:xfrm>
          <a:off x="0" y="0"/>
          <a:ext cx="0" cy="0"/>
          <a:chOff x="0" y="0"/>
          <a:chExt cx="0" cy="0"/>
        </a:xfrm>
      </p:grpSpPr>
      <p:pic>
        <p:nvPicPr>
          <p:cNvPr id="1414" name="Google Shape;1414;p69" title="Rectangle 7854.png"/>
          <p:cNvPicPr preferRelativeResize="0"/>
          <p:nvPr/>
        </p:nvPicPr>
        <p:blipFill rotWithShape="1">
          <a:blip r:embed="rId3">
            <a:alphaModFix/>
          </a:blip>
          <a:srcRect/>
          <a:stretch/>
        </p:blipFill>
        <p:spPr>
          <a:xfrm>
            <a:off x="3237298" y="1837849"/>
            <a:ext cx="2669404" cy="2703664"/>
          </a:xfrm>
          <a:prstGeom prst="rect">
            <a:avLst/>
          </a:prstGeom>
          <a:noFill/>
          <a:ln>
            <a:noFill/>
          </a:ln>
        </p:spPr>
      </p:pic>
      <p:pic>
        <p:nvPicPr>
          <p:cNvPr id="1415" name="Google Shape;1415;p69" title="Rectangle 7854.png"/>
          <p:cNvPicPr preferRelativeResize="0"/>
          <p:nvPr/>
        </p:nvPicPr>
        <p:blipFill rotWithShape="1">
          <a:blip r:embed="rId3">
            <a:alphaModFix/>
          </a:blip>
          <a:srcRect/>
          <a:stretch/>
        </p:blipFill>
        <p:spPr>
          <a:xfrm>
            <a:off x="357125" y="1837849"/>
            <a:ext cx="2669404" cy="2703664"/>
          </a:xfrm>
          <a:prstGeom prst="rect">
            <a:avLst/>
          </a:prstGeom>
          <a:noFill/>
          <a:ln>
            <a:noFill/>
          </a:ln>
        </p:spPr>
      </p:pic>
      <p:cxnSp>
        <p:nvCxnSpPr>
          <p:cNvPr id="1416" name="Google Shape;1416;p69"/>
          <p:cNvCxnSpPr/>
          <p:nvPr/>
        </p:nvCxnSpPr>
        <p:spPr>
          <a:xfrm>
            <a:off x="630575" y="2954477"/>
            <a:ext cx="2122500" cy="0"/>
          </a:xfrm>
          <a:prstGeom prst="straightConnector1">
            <a:avLst/>
          </a:prstGeom>
          <a:noFill/>
          <a:ln w="9525" cap="flat" cmpd="sng">
            <a:solidFill>
              <a:srgbClr val="0254EC"/>
            </a:solidFill>
            <a:prstDash val="solid"/>
            <a:round/>
            <a:headEnd type="none" w="sm" len="sm"/>
            <a:tailEnd type="none" w="sm" len="sm"/>
          </a:ln>
        </p:spPr>
      </p:cxnSp>
      <p:sp>
        <p:nvSpPr>
          <p:cNvPr id="1417" name="Google Shape;1417;p69"/>
          <p:cNvSpPr txBox="1"/>
          <p:nvPr/>
        </p:nvSpPr>
        <p:spPr>
          <a:xfrm>
            <a:off x="522275" y="2664476"/>
            <a:ext cx="2339100" cy="273300"/>
          </a:xfrm>
          <a:prstGeom prst="rect">
            <a:avLst/>
          </a:prstGeom>
          <a:noFill/>
          <a:ln>
            <a:noFill/>
          </a:ln>
        </p:spPr>
        <p:txBody>
          <a:bodyPr spcFirstLastPara="1" wrap="square" lIns="68575" tIns="34275" rIns="68575" bIns="34275" anchor="ctr" anchorCtr="0">
            <a:noAutofit/>
          </a:bodyPr>
          <a:lstStyle/>
          <a:p>
            <a:pPr marL="0" marR="0" lvl="0" indent="0" algn="ctr" rtl="0">
              <a:lnSpc>
                <a:spcPct val="70000"/>
              </a:lnSpc>
              <a:spcBef>
                <a:spcPts val="0"/>
              </a:spcBef>
              <a:spcAft>
                <a:spcPts val="0"/>
              </a:spcAft>
              <a:buClr>
                <a:srgbClr val="000000"/>
              </a:buClr>
              <a:buSzPts val="1000"/>
              <a:buFont typeface="Arial"/>
              <a:buNone/>
            </a:pPr>
            <a:r>
              <a:rPr lang="en" sz="1000" b="0" i="0" u="none" strike="noStrike" cap="none" dirty="0">
                <a:solidFill>
                  <a:schemeClr val="dk1"/>
                </a:solidFill>
                <a:latin typeface="Calibri" panose="020F0502020204030204" pitchFamily="34" charset="0"/>
                <a:ea typeface="Calibri" panose="020F0502020204030204" pitchFamily="34" charset="0"/>
                <a:cs typeface="Calibri" panose="020F0502020204030204" pitchFamily="34" charset="0"/>
                <a:sym typeface="Poppins SemiBold"/>
              </a:rPr>
              <a:t>Kubernetes Connector Rollout</a:t>
            </a:r>
            <a:endParaRPr sz="1000" b="0" i="0" u="none" strike="noStrike" cap="none" dirty="0">
              <a:solidFill>
                <a:schemeClr val="dk1"/>
              </a:solidFill>
              <a:latin typeface="Calibri" panose="020F0502020204030204" pitchFamily="34" charset="0"/>
              <a:ea typeface="Calibri" panose="020F0502020204030204" pitchFamily="34" charset="0"/>
              <a:cs typeface="Calibri" panose="020F0502020204030204" pitchFamily="34" charset="0"/>
              <a:sym typeface="Poppins SemiBold"/>
            </a:endParaRPr>
          </a:p>
        </p:txBody>
      </p:sp>
      <p:sp>
        <p:nvSpPr>
          <p:cNvPr id="1418" name="Google Shape;1418;p69"/>
          <p:cNvSpPr txBox="1"/>
          <p:nvPr/>
        </p:nvSpPr>
        <p:spPr>
          <a:xfrm>
            <a:off x="343146" y="3092700"/>
            <a:ext cx="2575800" cy="1367400"/>
          </a:xfrm>
          <a:prstGeom prst="rect">
            <a:avLst/>
          </a:prstGeom>
          <a:noFill/>
          <a:ln>
            <a:noFill/>
          </a:ln>
        </p:spPr>
        <p:txBody>
          <a:bodyPr spcFirstLastPara="1" wrap="square" lIns="68575" tIns="34275" rIns="68575" bIns="34275" anchor="t" anchorCtr="0">
            <a:normAutofit/>
          </a:bodyPr>
          <a:lstStyle/>
          <a:p>
            <a:pPr marL="285750" marR="0" lvl="0" indent="-95250" algn="l" rtl="0">
              <a:lnSpc>
                <a:spcPct val="112000"/>
              </a:lnSpc>
              <a:spcBef>
                <a:spcPts val="0"/>
              </a:spcBef>
              <a:spcAft>
                <a:spcPts val="0"/>
              </a:spcAft>
              <a:buClr>
                <a:srgbClr val="01123F"/>
              </a:buClr>
              <a:buSzPts val="600"/>
              <a:buFont typeface="Poppins Light"/>
              <a:buChar char="●"/>
            </a:pPr>
            <a:r>
              <a:rPr lang="en" sz="900" b="0" i="0" u="none" strike="noStrike" cap="none" dirty="0">
                <a:solidFill>
                  <a:srgbClr val="01123F"/>
                </a:solidFill>
                <a:latin typeface="Calibri" panose="020F0502020204030204" pitchFamily="34" charset="0"/>
                <a:ea typeface="Calibri" panose="020F0502020204030204" pitchFamily="34" charset="0"/>
                <a:cs typeface="Calibri" panose="020F0502020204030204" pitchFamily="34" charset="0"/>
                <a:sym typeface="Poppins Light"/>
              </a:rPr>
              <a:t>Map Cluster architectures more effectively in Wiz.</a:t>
            </a:r>
            <a:endParaRPr sz="900" b="0" i="0" u="none" strike="noStrike" cap="none" dirty="0">
              <a:solidFill>
                <a:srgbClr val="01123F"/>
              </a:solidFill>
              <a:latin typeface="Calibri" panose="020F0502020204030204" pitchFamily="34" charset="0"/>
              <a:ea typeface="Calibri" panose="020F0502020204030204" pitchFamily="34" charset="0"/>
              <a:cs typeface="Calibri" panose="020F0502020204030204" pitchFamily="34" charset="0"/>
              <a:sym typeface="Poppins Light"/>
            </a:endParaRPr>
          </a:p>
          <a:p>
            <a:pPr marL="285750" marR="0" lvl="0" indent="-95250" algn="l" rtl="0">
              <a:lnSpc>
                <a:spcPct val="112000"/>
              </a:lnSpc>
              <a:spcBef>
                <a:spcPts val="0"/>
              </a:spcBef>
              <a:spcAft>
                <a:spcPts val="0"/>
              </a:spcAft>
              <a:buClr>
                <a:srgbClr val="01123F"/>
              </a:buClr>
              <a:buSzPts val="600"/>
              <a:buFont typeface="Poppins Light"/>
              <a:buChar char="●"/>
            </a:pPr>
            <a:r>
              <a:rPr lang="en" sz="900" b="0" i="0" u="none" strike="noStrike" cap="none" dirty="0">
                <a:solidFill>
                  <a:srgbClr val="01123F"/>
                </a:solidFill>
                <a:latin typeface="Calibri" panose="020F0502020204030204" pitchFamily="34" charset="0"/>
                <a:ea typeface="Calibri" panose="020F0502020204030204" pitchFamily="34" charset="0"/>
                <a:cs typeface="Calibri" panose="020F0502020204030204" pitchFamily="34" charset="0"/>
                <a:sym typeface="Poppins Light"/>
              </a:rPr>
              <a:t>Allows Wiz to assess K8S clusters directly via the Kubernetes API, to identify risks associated with K8S specific identities, secretes, configs, etc.</a:t>
            </a:r>
            <a:endParaRPr sz="900" b="0" i="0" u="none" strike="noStrike" cap="none" dirty="0">
              <a:solidFill>
                <a:srgbClr val="01123F"/>
              </a:solidFill>
              <a:latin typeface="Calibri" panose="020F0502020204030204" pitchFamily="34" charset="0"/>
              <a:ea typeface="Calibri" panose="020F0502020204030204" pitchFamily="34" charset="0"/>
              <a:cs typeface="Calibri" panose="020F0502020204030204" pitchFamily="34" charset="0"/>
              <a:sym typeface="Poppins Light"/>
            </a:endParaRPr>
          </a:p>
        </p:txBody>
      </p:sp>
      <p:cxnSp>
        <p:nvCxnSpPr>
          <p:cNvPr id="1419" name="Google Shape;1419;p69"/>
          <p:cNvCxnSpPr/>
          <p:nvPr/>
        </p:nvCxnSpPr>
        <p:spPr>
          <a:xfrm>
            <a:off x="3510750" y="2954477"/>
            <a:ext cx="2122500" cy="0"/>
          </a:xfrm>
          <a:prstGeom prst="straightConnector1">
            <a:avLst/>
          </a:prstGeom>
          <a:noFill/>
          <a:ln w="9525" cap="flat" cmpd="sng">
            <a:solidFill>
              <a:srgbClr val="0254EC"/>
            </a:solidFill>
            <a:prstDash val="solid"/>
            <a:round/>
            <a:headEnd type="none" w="sm" len="sm"/>
            <a:tailEnd type="none" w="sm" len="sm"/>
          </a:ln>
        </p:spPr>
      </p:cxnSp>
      <p:sp>
        <p:nvSpPr>
          <p:cNvPr id="1420" name="Google Shape;1420;p69"/>
          <p:cNvSpPr txBox="1"/>
          <p:nvPr/>
        </p:nvSpPr>
        <p:spPr>
          <a:xfrm>
            <a:off x="3362850" y="2664476"/>
            <a:ext cx="2418300" cy="273300"/>
          </a:xfrm>
          <a:prstGeom prst="rect">
            <a:avLst/>
          </a:prstGeom>
          <a:no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000"/>
              <a:buFont typeface="Arial"/>
              <a:buNone/>
            </a:pPr>
            <a:r>
              <a:rPr lang="en" sz="1000"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Poppins SemiBold"/>
              </a:rPr>
              <a:t>WizOS &amp; Image Tagging</a:t>
            </a:r>
            <a:endParaRPr sz="1000"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Poppins SemiBold"/>
            </a:endParaRPr>
          </a:p>
        </p:txBody>
      </p:sp>
      <p:pic>
        <p:nvPicPr>
          <p:cNvPr id="1421" name="Google Shape;1421;p69" title="Rectangle 7854.png"/>
          <p:cNvPicPr preferRelativeResize="0"/>
          <p:nvPr/>
        </p:nvPicPr>
        <p:blipFill rotWithShape="1">
          <a:blip r:embed="rId3">
            <a:alphaModFix/>
          </a:blip>
          <a:srcRect/>
          <a:stretch/>
        </p:blipFill>
        <p:spPr>
          <a:xfrm>
            <a:off x="6117471" y="1837849"/>
            <a:ext cx="2669404" cy="2703664"/>
          </a:xfrm>
          <a:prstGeom prst="rect">
            <a:avLst/>
          </a:prstGeom>
          <a:noFill/>
          <a:ln>
            <a:noFill/>
          </a:ln>
        </p:spPr>
      </p:pic>
      <p:cxnSp>
        <p:nvCxnSpPr>
          <p:cNvPr id="1422" name="Google Shape;1422;p69"/>
          <p:cNvCxnSpPr/>
          <p:nvPr/>
        </p:nvCxnSpPr>
        <p:spPr>
          <a:xfrm>
            <a:off x="6390925" y="2954477"/>
            <a:ext cx="2122500" cy="0"/>
          </a:xfrm>
          <a:prstGeom prst="straightConnector1">
            <a:avLst/>
          </a:prstGeom>
          <a:noFill/>
          <a:ln w="9525" cap="flat" cmpd="sng">
            <a:solidFill>
              <a:srgbClr val="0254EC"/>
            </a:solidFill>
            <a:prstDash val="solid"/>
            <a:round/>
            <a:headEnd type="none" w="sm" len="sm"/>
            <a:tailEnd type="none" w="sm" len="sm"/>
          </a:ln>
        </p:spPr>
      </p:cxnSp>
      <p:sp>
        <p:nvSpPr>
          <p:cNvPr id="1423" name="Google Shape;1423;p69"/>
          <p:cNvSpPr txBox="1"/>
          <p:nvPr/>
        </p:nvSpPr>
        <p:spPr>
          <a:xfrm>
            <a:off x="6132378" y="3066795"/>
            <a:ext cx="2575800" cy="1500600"/>
          </a:xfrm>
          <a:prstGeom prst="rect">
            <a:avLst/>
          </a:prstGeom>
          <a:noFill/>
          <a:ln>
            <a:noFill/>
          </a:ln>
        </p:spPr>
        <p:txBody>
          <a:bodyPr spcFirstLastPara="1" wrap="square" lIns="68575" tIns="34275" rIns="68575" bIns="34275" anchor="t" anchorCtr="0">
            <a:normAutofit/>
          </a:bodyPr>
          <a:lstStyle/>
          <a:p>
            <a:pPr marL="285750" marR="0" lvl="0" indent="-95250" algn="l" rtl="0">
              <a:lnSpc>
                <a:spcPct val="112000"/>
              </a:lnSpc>
              <a:spcBef>
                <a:spcPts val="0"/>
              </a:spcBef>
              <a:spcAft>
                <a:spcPts val="0"/>
              </a:spcAft>
              <a:buClr>
                <a:srgbClr val="01123F"/>
              </a:buClr>
              <a:buSzPts val="600"/>
              <a:buFont typeface="Poppins Light"/>
              <a:buChar char="●"/>
            </a:pPr>
            <a:r>
              <a:rPr lang="en" sz="900" b="0" i="0" u="none" strike="noStrike" cap="none" dirty="0">
                <a:solidFill>
                  <a:srgbClr val="01123F"/>
                </a:solidFill>
                <a:latin typeface="Calibri" panose="020F0502020204030204" pitchFamily="34" charset="0"/>
                <a:ea typeface="Calibri" panose="020F0502020204030204" pitchFamily="34" charset="0"/>
                <a:cs typeface="Calibri" panose="020F0502020204030204" pitchFamily="34" charset="0"/>
                <a:sym typeface="Poppins Light"/>
              </a:rPr>
              <a:t>Scan your repos for vulnerabilities, SAST flaws, IaC misconfigurations, secrets and Malware</a:t>
            </a:r>
            <a:endParaRPr sz="900" b="0" i="0" u="none" strike="noStrike" cap="none" dirty="0">
              <a:solidFill>
                <a:srgbClr val="01123F"/>
              </a:solidFill>
              <a:latin typeface="Calibri" panose="020F0502020204030204" pitchFamily="34" charset="0"/>
              <a:ea typeface="Calibri" panose="020F0502020204030204" pitchFamily="34" charset="0"/>
              <a:cs typeface="Calibri" panose="020F0502020204030204" pitchFamily="34" charset="0"/>
              <a:sym typeface="Poppins Light"/>
            </a:endParaRPr>
          </a:p>
          <a:p>
            <a:pPr marL="285750" marR="0" lvl="0" indent="-95250" algn="l" rtl="0">
              <a:lnSpc>
                <a:spcPct val="112000"/>
              </a:lnSpc>
              <a:spcBef>
                <a:spcPts val="0"/>
              </a:spcBef>
              <a:spcAft>
                <a:spcPts val="0"/>
              </a:spcAft>
              <a:buClr>
                <a:srgbClr val="01123F"/>
              </a:buClr>
              <a:buSzPts val="600"/>
              <a:buFont typeface="Poppins Light"/>
              <a:buChar char="●"/>
            </a:pPr>
            <a:r>
              <a:rPr lang="en" sz="900" b="0" i="0" u="none" strike="noStrike" cap="none" dirty="0">
                <a:solidFill>
                  <a:srgbClr val="01123F"/>
                </a:solidFill>
                <a:latin typeface="Calibri" panose="020F0502020204030204" pitchFamily="34" charset="0"/>
                <a:ea typeface="Calibri" panose="020F0502020204030204" pitchFamily="34" charset="0"/>
                <a:cs typeface="Calibri" panose="020F0502020204030204" pitchFamily="34" charset="0"/>
                <a:sym typeface="Poppins Light"/>
              </a:rPr>
              <a:t>Allow Developers to scan their code at the IDE</a:t>
            </a:r>
            <a:endParaRPr sz="900" b="0" i="0" u="none" strike="noStrike" cap="none" dirty="0">
              <a:solidFill>
                <a:srgbClr val="01123F"/>
              </a:solidFill>
              <a:latin typeface="Calibri" panose="020F0502020204030204" pitchFamily="34" charset="0"/>
              <a:ea typeface="Calibri" panose="020F0502020204030204" pitchFamily="34" charset="0"/>
              <a:cs typeface="Calibri" panose="020F0502020204030204" pitchFamily="34" charset="0"/>
              <a:sym typeface="Poppins Light"/>
            </a:endParaRPr>
          </a:p>
          <a:p>
            <a:pPr marL="285750" marR="0" lvl="0" indent="-95250" algn="l" rtl="0">
              <a:lnSpc>
                <a:spcPct val="112000"/>
              </a:lnSpc>
              <a:spcBef>
                <a:spcPts val="0"/>
              </a:spcBef>
              <a:spcAft>
                <a:spcPts val="0"/>
              </a:spcAft>
              <a:buClr>
                <a:srgbClr val="01123F"/>
              </a:buClr>
              <a:buSzPts val="600"/>
              <a:buFont typeface="Poppins Light"/>
              <a:buChar char="●"/>
            </a:pPr>
            <a:r>
              <a:rPr lang="en" sz="900" b="0" i="0" u="none" strike="noStrike" cap="none" dirty="0">
                <a:solidFill>
                  <a:srgbClr val="01123F"/>
                </a:solidFill>
                <a:latin typeface="Calibri" panose="020F0502020204030204" pitchFamily="34" charset="0"/>
                <a:ea typeface="Calibri" panose="020F0502020204030204" pitchFamily="34" charset="0"/>
                <a:cs typeface="Calibri" panose="020F0502020204030204" pitchFamily="34" charset="0"/>
                <a:sym typeface="Poppins Light"/>
              </a:rPr>
              <a:t>Scan PRs and (optionally) block merges that introduce risk </a:t>
            </a:r>
            <a:endParaRPr sz="900" b="0" i="0" u="none" strike="noStrike" cap="none" dirty="0">
              <a:solidFill>
                <a:srgbClr val="01123F"/>
              </a:solidFill>
              <a:latin typeface="Calibri" panose="020F0502020204030204" pitchFamily="34" charset="0"/>
              <a:ea typeface="Calibri" panose="020F0502020204030204" pitchFamily="34" charset="0"/>
              <a:cs typeface="Calibri" panose="020F0502020204030204" pitchFamily="34" charset="0"/>
              <a:sym typeface="Poppins Light"/>
            </a:endParaRPr>
          </a:p>
          <a:p>
            <a:pPr marL="285750" marR="0" lvl="0" indent="-95250" algn="l" rtl="0">
              <a:lnSpc>
                <a:spcPct val="112000"/>
              </a:lnSpc>
              <a:spcBef>
                <a:spcPts val="0"/>
              </a:spcBef>
              <a:spcAft>
                <a:spcPts val="0"/>
              </a:spcAft>
              <a:buClr>
                <a:srgbClr val="01123F"/>
              </a:buClr>
              <a:buSzPts val="600"/>
              <a:buFont typeface="Poppins Light"/>
              <a:buChar char="●"/>
            </a:pPr>
            <a:r>
              <a:rPr lang="en" sz="900" b="0" i="0" u="none" strike="noStrike" cap="none" dirty="0">
                <a:solidFill>
                  <a:srgbClr val="01123F"/>
                </a:solidFill>
                <a:latin typeface="Calibri" panose="020F0502020204030204" pitchFamily="34" charset="0"/>
                <a:ea typeface="Calibri" panose="020F0502020204030204" pitchFamily="34" charset="0"/>
                <a:cs typeface="Calibri" panose="020F0502020204030204" pitchFamily="34" charset="0"/>
                <a:sym typeface="Poppins Light"/>
              </a:rPr>
              <a:t>Trace every risk back to its origin. Catch risks at the source, before they ship.</a:t>
            </a:r>
            <a:endParaRPr sz="900" b="0" i="0" u="none" strike="noStrike" cap="none" dirty="0">
              <a:solidFill>
                <a:srgbClr val="01123F"/>
              </a:solidFill>
              <a:latin typeface="Calibri" panose="020F0502020204030204" pitchFamily="34" charset="0"/>
              <a:ea typeface="Calibri" panose="020F0502020204030204" pitchFamily="34" charset="0"/>
              <a:cs typeface="Calibri" panose="020F0502020204030204" pitchFamily="34" charset="0"/>
              <a:sym typeface="Poppins Light"/>
            </a:endParaRPr>
          </a:p>
          <a:p>
            <a:pPr marL="0" marR="0" lvl="0" indent="0" algn="l" rtl="0">
              <a:lnSpc>
                <a:spcPct val="112000"/>
              </a:lnSpc>
              <a:spcBef>
                <a:spcPts val="0"/>
              </a:spcBef>
              <a:spcAft>
                <a:spcPts val="0"/>
              </a:spcAft>
              <a:buClr>
                <a:srgbClr val="000000"/>
              </a:buClr>
              <a:buSzPts val="900"/>
              <a:buFont typeface="Arial"/>
              <a:buNone/>
            </a:pPr>
            <a:endParaRPr sz="900" b="0" i="0" u="none" strike="noStrike" cap="none" dirty="0">
              <a:solidFill>
                <a:srgbClr val="01123F"/>
              </a:solidFill>
              <a:latin typeface="Calibri" panose="020F0502020204030204" pitchFamily="34" charset="0"/>
              <a:ea typeface="Calibri" panose="020F0502020204030204" pitchFamily="34" charset="0"/>
              <a:cs typeface="Calibri" panose="020F0502020204030204" pitchFamily="34" charset="0"/>
              <a:sym typeface="Poppins Light"/>
            </a:endParaRPr>
          </a:p>
        </p:txBody>
      </p:sp>
      <p:sp>
        <p:nvSpPr>
          <p:cNvPr id="1424" name="Google Shape;1424;p69"/>
          <p:cNvSpPr txBox="1"/>
          <p:nvPr/>
        </p:nvSpPr>
        <p:spPr>
          <a:xfrm>
            <a:off x="6243025" y="2644820"/>
            <a:ext cx="2418300" cy="273300"/>
          </a:xfrm>
          <a:prstGeom prst="rect">
            <a:avLst/>
          </a:prstGeom>
          <a:no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000"/>
              <a:buFont typeface="Arial"/>
              <a:buNone/>
            </a:pPr>
            <a:r>
              <a:rPr lang="en" sz="1000"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Poppins SemiBold"/>
              </a:rPr>
              <a:t>Full Code-to-Cloud Context </a:t>
            </a:r>
            <a:br>
              <a:rPr lang="en" sz="1000"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Poppins SemiBold"/>
              </a:rPr>
            </a:br>
            <a:r>
              <a:rPr lang="en" sz="1000"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Poppins SemiBold"/>
              </a:rPr>
              <a:t>Wiz Code POV</a:t>
            </a:r>
            <a:endParaRPr sz="1000"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Poppins SemiBold"/>
            </a:endParaRPr>
          </a:p>
        </p:txBody>
      </p:sp>
      <p:pic>
        <p:nvPicPr>
          <p:cNvPr id="1425" name="Google Shape;1425;p69"/>
          <p:cNvPicPr preferRelativeResize="0"/>
          <p:nvPr/>
        </p:nvPicPr>
        <p:blipFill rotWithShape="1">
          <a:blip r:embed="rId4">
            <a:alphaModFix/>
          </a:blip>
          <a:srcRect/>
          <a:stretch/>
        </p:blipFill>
        <p:spPr>
          <a:xfrm>
            <a:off x="1337712" y="1908821"/>
            <a:ext cx="708225" cy="708225"/>
          </a:xfrm>
          <a:prstGeom prst="rect">
            <a:avLst/>
          </a:prstGeom>
          <a:noFill/>
          <a:ln>
            <a:noFill/>
          </a:ln>
        </p:spPr>
      </p:pic>
      <p:sp>
        <p:nvSpPr>
          <p:cNvPr id="1426" name="Google Shape;1426;p69"/>
          <p:cNvSpPr txBox="1">
            <a:spLocks noGrp="1"/>
          </p:cNvSpPr>
          <p:nvPr>
            <p:ph type="title" idx="4294967295"/>
          </p:nvPr>
        </p:nvSpPr>
        <p:spPr>
          <a:xfrm>
            <a:off x="0" y="535725"/>
            <a:ext cx="9144000" cy="684000"/>
          </a:xfrm>
          <a:prstGeom prst="rect">
            <a:avLst/>
          </a:prstGeom>
          <a:noFill/>
          <a:ln>
            <a:noFill/>
          </a:ln>
        </p:spPr>
        <p:txBody>
          <a:bodyPr spcFirstLastPara="1" wrap="square" lIns="68575" tIns="34275" rIns="68575" bIns="34275" anchor="ctr" anchorCtr="0">
            <a:noAutofit/>
          </a:bodyPr>
          <a:lstStyle/>
          <a:p>
            <a:pPr marL="0" lvl="0" indent="0" algn="ctr" rtl="0">
              <a:lnSpc>
                <a:spcPct val="100000"/>
              </a:lnSpc>
              <a:spcBef>
                <a:spcPts val="0"/>
              </a:spcBef>
              <a:spcAft>
                <a:spcPts val="0"/>
              </a:spcAft>
              <a:buClr>
                <a:schemeClr val="dk1"/>
              </a:buClr>
              <a:buSzPts val="1100"/>
              <a:buFont typeface="Arial"/>
              <a:buNone/>
            </a:pPr>
            <a:r>
              <a:rPr lang="en" sz="2420">
                <a:latin typeface="Calibri" panose="020F0502020204030204" pitchFamily="34" charset="0"/>
                <a:ea typeface="Calibri" panose="020F0502020204030204" pitchFamily="34" charset="0"/>
                <a:cs typeface="Calibri" panose="020F0502020204030204" pitchFamily="34" charset="0"/>
                <a:sym typeface="Poppins Light"/>
              </a:rPr>
              <a:t>Top Three Focus Areas to Mature</a:t>
            </a:r>
            <a:endParaRPr sz="2420">
              <a:latin typeface="Calibri" panose="020F0502020204030204" pitchFamily="34" charset="0"/>
              <a:ea typeface="Calibri" panose="020F0502020204030204" pitchFamily="34" charset="0"/>
              <a:cs typeface="Calibri" panose="020F0502020204030204" pitchFamily="34" charset="0"/>
              <a:sym typeface="Poppins Light"/>
            </a:endParaRPr>
          </a:p>
          <a:p>
            <a:pPr marL="0" lvl="0" indent="0" algn="ctr" rtl="0">
              <a:lnSpc>
                <a:spcPct val="100000"/>
              </a:lnSpc>
              <a:spcBef>
                <a:spcPts val="0"/>
              </a:spcBef>
              <a:spcAft>
                <a:spcPts val="0"/>
              </a:spcAft>
              <a:buClr>
                <a:schemeClr val="dk1"/>
              </a:buClr>
              <a:buSzPts val="1100"/>
              <a:buFont typeface="Arial"/>
              <a:buNone/>
            </a:pPr>
            <a:r>
              <a:rPr lang="en" sz="2420">
                <a:latin typeface="Calibri" panose="020F0502020204030204" pitchFamily="34" charset="0"/>
                <a:ea typeface="Calibri" panose="020F0502020204030204" pitchFamily="34" charset="0"/>
                <a:cs typeface="Calibri" panose="020F0502020204030204" pitchFamily="34" charset="0"/>
                <a:sym typeface="Poppins Light"/>
              </a:rPr>
              <a:t>for Developing Securely Improvements</a:t>
            </a:r>
            <a:endParaRPr sz="2420">
              <a:latin typeface="Calibri" panose="020F0502020204030204" pitchFamily="34" charset="0"/>
              <a:ea typeface="Calibri" panose="020F0502020204030204" pitchFamily="34" charset="0"/>
              <a:cs typeface="Calibri" panose="020F0502020204030204" pitchFamily="34" charset="0"/>
              <a:sym typeface="Poppins Light"/>
            </a:endParaRPr>
          </a:p>
        </p:txBody>
      </p:sp>
      <p:pic>
        <p:nvPicPr>
          <p:cNvPr id="1427" name="Google Shape;1427;p69" title="Group 1000002969.png"/>
          <p:cNvPicPr preferRelativeResize="0"/>
          <p:nvPr/>
        </p:nvPicPr>
        <p:blipFill rotWithShape="1">
          <a:blip r:embed="rId5">
            <a:alphaModFix/>
          </a:blip>
          <a:srcRect/>
          <a:stretch/>
        </p:blipFill>
        <p:spPr>
          <a:xfrm>
            <a:off x="4195263" y="2010813"/>
            <a:ext cx="753475" cy="504238"/>
          </a:xfrm>
          <a:prstGeom prst="rect">
            <a:avLst/>
          </a:prstGeom>
          <a:noFill/>
          <a:ln>
            <a:noFill/>
          </a:ln>
        </p:spPr>
      </p:pic>
      <p:pic>
        <p:nvPicPr>
          <p:cNvPr id="1428" name="Google Shape;1428;p69" title="Group 1000003039.png"/>
          <p:cNvPicPr preferRelativeResize="0"/>
          <p:nvPr/>
        </p:nvPicPr>
        <p:blipFill rotWithShape="1">
          <a:blip r:embed="rId6">
            <a:alphaModFix/>
          </a:blip>
          <a:srcRect/>
          <a:stretch/>
        </p:blipFill>
        <p:spPr>
          <a:xfrm>
            <a:off x="7196474" y="1993500"/>
            <a:ext cx="511400" cy="538875"/>
          </a:xfrm>
          <a:prstGeom prst="rect">
            <a:avLst/>
          </a:prstGeom>
          <a:noFill/>
          <a:ln>
            <a:noFill/>
          </a:ln>
        </p:spPr>
      </p:pic>
      <p:sp>
        <p:nvSpPr>
          <p:cNvPr id="1429" name="Google Shape;1429;p69"/>
          <p:cNvSpPr txBox="1"/>
          <p:nvPr/>
        </p:nvSpPr>
        <p:spPr>
          <a:xfrm>
            <a:off x="3262836" y="3084550"/>
            <a:ext cx="2575800" cy="1367400"/>
          </a:xfrm>
          <a:prstGeom prst="rect">
            <a:avLst/>
          </a:prstGeom>
          <a:noFill/>
          <a:ln>
            <a:noFill/>
          </a:ln>
        </p:spPr>
        <p:txBody>
          <a:bodyPr spcFirstLastPara="1" wrap="square" lIns="68575" tIns="34275" rIns="68575" bIns="34275" anchor="t" anchorCtr="0">
            <a:normAutofit/>
          </a:bodyPr>
          <a:lstStyle/>
          <a:p>
            <a:pPr marL="285750" marR="0" lvl="0" indent="-95250" algn="l" rtl="0">
              <a:lnSpc>
                <a:spcPct val="112000"/>
              </a:lnSpc>
              <a:spcBef>
                <a:spcPts val="0"/>
              </a:spcBef>
              <a:spcAft>
                <a:spcPts val="0"/>
              </a:spcAft>
              <a:buClr>
                <a:srgbClr val="01123F"/>
              </a:buClr>
              <a:buSzPts val="600"/>
              <a:buFont typeface="Poppins Light"/>
              <a:buChar char="●"/>
            </a:pPr>
            <a:r>
              <a:rPr lang="en" sz="900" b="0" i="0" u="none" strike="noStrike" cap="none" dirty="0">
                <a:solidFill>
                  <a:srgbClr val="01123F"/>
                </a:solidFill>
                <a:latin typeface="Calibri" panose="020F0502020204030204" pitchFamily="34" charset="0"/>
                <a:ea typeface="Calibri" panose="020F0502020204030204" pitchFamily="34" charset="0"/>
                <a:cs typeface="Calibri" panose="020F0502020204030204" pitchFamily="34" charset="0"/>
                <a:sym typeface="Poppins Light"/>
              </a:rPr>
              <a:t>Build on a clean image base with WizOS. Hardened, minimal, near-zero-CVE base images.</a:t>
            </a:r>
            <a:endParaRPr sz="900" b="0" i="0" u="none" strike="noStrike" cap="none" dirty="0">
              <a:solidFill>
                <a:srgbClr val="01123F"/>
              </a:solidFill>
              <a:latin typeface="Calibri" panose="020F0502020204030204" pitchFamily="34" charset="0"/>
              <a:ea typeface="Calibri" panose="020F0502020204030204" pitchFamily="34" charset="0"/>
              <a:cs typeface="Calibri" panose="020F0502020204030204" pitchFamily="34" charset="0"/>
              <a:sym typeface="Poppins Light"/>
            </a:endParaRPr>
          </a:p>
          <a:p>
            <a:pPr marL="285750" marR="0" lvl="0" indent="-95250" algn="l" rtl="0">
              <a:lnSpc>
                <a:spcPct val="112000"/>
              </a:lnSpc>
              <a:spcBef>
                <a:spcPts val="0"/>
              </a:spcBef>
              <a:spcAft>
                <a:spcPts val="0"/>
              </a:spcAft>
              <a:buClr>
                <a:srgbClr val="01123F"/>
              </a:buClr>
              <a:buSzPts val="600"/>
              <a:buFont typeface="Poppins Light"/>
              <a:buChar char="●"/>
            </a:pPr>
            <a:r>
              <a:rPr lang="en" sz="900" b="0" i="0" u="none" strike="noStrike" cap="none" dirty="0">
                <a:solidFill>
                  <a:srgbClr val="01123F"/>
                </a:solidFill>
                <a:latin typeface="Calibri" panose="020F0502020204030204" pitchFamily="34" charset="0"/>
                <a:ea typeface="Calibri" panose="020F0502020204030204" pitchFamily="34" charset="0"/>
                <a:cs typeface="Calibri" panose="020F0502020204030204" pitchFamily="34" charset="0"/>
                <a:sym typeface="Poppins Light"/>
              </a:rPr>
              <a:t>Allows Enforce quality with proper image tagging via Wiz CLI. Stamps each image by digest, giving full code-to-cloud traceability.</a:t>
            </a:r>
            <a:endParaRPr sz="900" b="0" i="0" u="none" strike="noStrike" cap="none" dirty="0">
              <a:solidFill>
                <a:srgbClr val="01123F"/>
              </a:solidFill>
              <a:latin typeface="Calibri" panose="020F0502020204030204" pitchFamily="34" charset="0"/>
              <a:ea typeface="Calibri" panose="020F0502020204030204" pitchFamily="34" charset="0"/>
              <a:cs typeface="Calibri" panose="020F0502020204030204" pitchFamily="34" charset="0"/>
              <a:sym typeface="Poppins Light"/>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850"/>
        <p:cNvGrpSpPr/>
        <p:nvPr/>
      </p:nvGrpSpPr>
      <p:grpSpPr>
        <a:xfrm>
          <a:off x="0" y="0"/>
          <a:ext cx="0" cy="0"/>
          <a:chOff x="0" y="0"/>
          <a:chExt cx="0" cy="0"/>
        </a:xfrm>
      </p:grpSpPr>
      <p:sp>
        <p:nvSpPr>
          <p:cNvPr id="851" name="Google Shape;851;p62"/>
          <p:cNvSpPr txBox="1"/>
          <p:nvPr/>
        </p:nvSpPr>
        <p:spPr>
          <a:xfrm>
            <a:off x="468449" y="2483713"/>
            <a:ext cx="3273600" cy="484718"/>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700" b="0" i="0" u="none" strike="noStrike" cap="none" dirty="0">
                <a:solidFill>
                  <a:schemeClr val="lt1"/>
                </a:solidFill>
                <a:latin typeface="Calibri"/>
                <a:ea typeface="Calibri"/>
                <a:cs typeface="Calibri"/>
                <a:sym typeface="Calibri"/>
              </a:rPr>
              <a:t>Best Practice Review</a:t>
            </a:r>
            <a:endParaRPr sz="2700" b="0" i="0" u="none" strike="noStrike" cap="none" dirty="0">
              <a:solidFill>
                <a:schemeClr val="lt1"/>
              </a:solidFill>
              <a:latin typeface="Calibri"/>
              <a:ea typeface="Calibri"/>
              <a:cs typeface="Calibri"/>
              <a:sym typeface="Calibri"/>
            </a:endParaRPr>
          </a:p>
        </p:txBody>
      </p:sp>
      <p:pic>
        <p:nvPicPr>
          <p:cNvPr id="852" name="Google Shape;852;p62" title="opening_photo.png"/>
          <p:cNvPicPr preferRelativeResize="0"/>
          <p:nvPr/>
        </p:nvPicPr>
        <p:blipFill rotWithShape="1">
          <a:blip r:embed="rId3">
            <a:alphaModFix/>
          </a:blip>
          <a:srcRect/>
          <a:stretch/>
        </p:blipFill>
        <p:spPr>
          <a:xfrm>
            <a:off x="4256533" y="1409675"/>
            <a:ext cx="4306800" cy="2143875"/>
          </a:xfrm>
          <a:prstGeom prst="rect">
            <a:avLst/>
          </a:prstGeom>
          <a:noFill/>
          <a:ln>
            <a:noFill/>
          </a:ln>
        </p:spPr>
      </p:pic>
      <p:pic>
        <p:nvPicPr>
          <p:cNvPr id="853" name="Google Shape;853;p62" title="cloud.png"/>
          <p:cNvPicPr preferRelativeResize="0"/>
          <p:nvPr/>
        </p:nvPicPr>
        <p:blipFill rotWithShape="1">
          <a:blip r:embed="rId4">
            <a:alphaModFix/>
          </a:blip>
          <a:srcRect/>
          <a:stretch/>
        </p:blipFill>
        <p:spPr>
          <a:xfrm>
            <a:off x="6699300" y="3318246"/>
            <a:ext cx="2444700" cy="1825254"/>
          </a:xfrm>
          <a:prstGeom prst="rect">
            <a:avLst/>
          </a:prstGeom>
          <a:noFill/>
          <a:ln>
            <a:noFill/>
          </a:ln>
        </p:spPr>
      </p:pic>
      <p:pic>
        <p:nvPicPr>
          <p:cNvPr id="854" name="Google Shape;854;p62" title="logo.png"/>
          <p:cNvPicPr preferRelativeResize="0"/>
          <p:nvPr/>
        </p:nvPicPr>
        <p:blipFill rotWithShape="1">
          <a:blip r:embed="rId5">
            <a:alphaModFix/>
          </a:blip>
          <a:srcRect/>
          <a:stretch/>
        </p:blipFill>
        <p:spPr>
          <a:xfrm>
            <a:off x="553277" y="1994713"/>
            <a:ext cx="637001" cy="30417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Shape 859"/>
        <p:cNvGrpSpPr/>
        <p:nvPr/>
      </p:nvGrpSpPr>
      <p:grpSpPr>
        <a:xfrm>
          <a:off x="0" y="0"/>
          <a:ext cx="0" cy="0"/>
          <a:chOff x="0" y="0"/>
          <a:chExt cx="0" cy="0"/>
        </a:xfrm>
      </p:grpSpPr>
      <p:sp>
        <p:nvSpPr>
          <p:cNvPr id="860" name="Google Shape;860;p63"/>
          <p:cNvSpPr/>
          <p:nvPr/>
        </p:nvSpPr>
        <p:spPr>
          <a:xfrm>
            <a:off x="457190" y="1413775"/>
            <a:ext cx="1970400" cy="2307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Calibri" panose="020F0502020204030204" pitchFamily="34" charset="0"/>
                <a:ea typeface="Calibri" panose="020F0502020204030204" pitchFamily="34" charset="0"/>
                <a:cs typeface="Calibri" panose="020F0502020204030204" pitchFamily="34" charset="0"/>
                <a:sym typeface="Calibri"/>
              </a:rPr>
              <a:t>Scanning Non-OS Disks</a:t>
            </a:r>
            <a:endParaRPr sz="800"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861" name="Google Shape;861;p63"/>
          <p:cNvSpPr/>
          <p:nvPr/>
        </p:nvSpPr>
        <p:spPr>
          <a:xfrm>
            <a:off x="457190" y="1644569"/>
            <a:ext cx="1970400" cy="2307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Calibri" panose="020F0502020204030204" pitchFamily="34" charset="0"/>
                <a:ea typeface="Calibri" panose="020F0502020204030204" pitchFamily="34" charset="0"/>
                <a:cs typeface="Calibri" panose="020F0502020204030204" pitchFamily="34" charset="0"/>
                <a:sym typeface="Calibri"/>
              </a:rPr>
              <a:t>Virtual Machine Scanning</a:t>
            </a:r>
            <a:endParaRPr sz="800"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862" name="Google Shape;862;p63"/>
          <p:cNvSpPr/>
          <p:nvPr/>
        </p:nvSpPr>
        <p:spPr>
          <a:xfrm>
            <a:off x="457190" y="1875363"/>
            <a:ext cx="1970400" cy="2307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Calibri" panose="020F0502020204030204" pitchFamily="34" charset="0"/>
                <a:ea typeface="Calibri" panose="020F0502020204030204" pitchFamily="34" charset="0"/>
                <a:cs typeface="Calibri" panose="020F0502020204030204" pitchFamily="34" charset="0"/>
                <a:sym typeface="Calibri"/>
              </a:rPr>
              <a:t>Shared AWS CMKs</a:t>
            </a:r>
            <a:endParaRPr sz="800"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863" name="Google Shape;863;p63"/>
          <p:cNvSpPr/>
          <p:nvPr/>
        </p:nvSpPr>
        <p:spPr>
          <a:xfrm>
            <a:off x="457190" y="2106157"/>
            <a:ext cx="1970400" cy="2307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Calibri" panose="020F0502020204030204" pitchFamily="34" charset="0"/>
                <a:ea typeface="Calibri" panose="020F0502020204030204" pitchFamily="34" charset="0"/>
                <a:cs typeface="Calibri" panose="020F0502020204030204" pitchFamily="34" charset="0"/>
                <a:sym typeface="Calibri"/>
              </a:rPr>
              <a:t>AWS Scanning via Temp Volumes</a:t>
            </a:r>
            <a:endParaRPr sz="800"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864" name="Google Shape;864;p63"/>
          <p:cNvSpPr/>
          <p:nvPr/>
        </p:nvSpPr>
        <p:spPr>
          <a:xfrm>
            <a:off x="457190" y="2336951"/>
            <a:ext cx="1970400" cy="2307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Calibri" panose="020F0502020204030204" pitchFamily="34" charset="0"/>
                <a:ea typeface="Calibri" panose="020F0502020204030204" pitchFamily="34" charset="0"/>
                <a:cs typeface="Calibri" panose="020F0502020204030204" pitchFamily="34" charset="0"/>
                <a:sym typeface="Calibri"/>
              </a:rPr>
              <a:t>AWS LightSail Scanning</a:t>
            </a:r>
            <a:endParaRPr sz="800"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865" name="Google Shape;865;p63"/>
          <p:cNvSpPr/>
          <p:nvPr/>
        </p:nvSpPr>
        <p:spPr>
          <a:xfrm>
            <a:off x="457190" y="2567745"/>
            <a:ext cx="1970400" cy="2307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Calibri" panose="020F0502020204030204" pitchFamily="34" charset="0"/>
                <a:ea typeface="Calibri" panose="020F0502020204030204" pitchFamily="34" charset="0"/>
                <a:cs typeface="Calibri" panose="020F0502020204030204" pitchFamily="34" charset="0"/>
                <a:sym typeface="Calibri"/>
              </a:rPr>
              <a:t>AWS Lambda Version Scanning</a:t>
            </a:r>
            <a:endParaRPr sz="800"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866" name="Google Shape;866;p63"/>
          <p:cNvSpPr/>
          <p:nvPr/>
        </p:nvSpPr>
        <p:spPr>
          <a:xfrm>
            <a:off x="457190" y="2798539"/>
            <a:ext cx="1970400" cy="2307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Calibri" panose="020F0502020204030204" pitchFamily="34" charset="0"/>
                <a:ea typeface="Calibri" panose="020F0502020204030204" pitchFamily="34" charset="0"/>
                <a:cs typeface="Calibri" panose="020F0502020204030204" pitchFamily="34" charset="0"/>
                <a:sym typeface="Calibri"/>
              </a:rPr>
              <a:t>Custom Scanner Tags</a:t>
            </a:r>
            <a:endParaRPr sz="800"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867" name="Google Shape;867;p63"/>
          <p:cNvSpPr/>
          <p:nvPr/>
        </p:nvSpPr>
        <p:spPr>
          <a:xfrm>
            <a:off x="457190" y="3029333"/>
            <a:ext cx="1970400" cy="2307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Calibri" panose="020F0502020204030204" pitchFamily="34" charset="0"/>
                <a:ea typeface="Calibri" panose="020F0502020204030204" pitchFamily="34" charset="0"/>
                <a:cs typeface="Calibri" panose="020F0502020204030204" pitchFamily="34" charset="0"/>
                <a:sym typeface="Calibri"/>
              </a:rPr>
              <a:t>Workload Scanning Exclusions</a:t>
            </a:r>
            <a:endParaRPr sz="800"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868" name="Google Shape;868;p63"/>
          <p:cNvSpPr/>
          <p:nvPr/>
        </p:nvSpPr>
        <p:spPr>
          <a:xfrm>
            <a:off x="457190" y="3260127"/>
            <a:ext cx="1970400" cy="2307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Calibri" panose="020F0502020204030204" pitchFamily="34" charset="0"/>
                <a:ea typeface="Calibri" panose="020F0502020204030204" pitchFamily="34" charset="0"/>
                <a:cs typeface="Calibri" panose="020F0502020204030204" pitchFamily="34" charset="0"/>
                <a:sym typeface="Calibri"/>
              </a:rPr>
              <a:t>Compute Instance Group Sampling</a:t>
            </a:r>
            <a:endParaRPr sz="800"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869" name="Google Shape;869;p63"/>
          <p:cNvSpPr/>
          <p:nvPr/>
        </p:nvSpPr>
        <p:spPr>
          <a:xfrm>
            <a:off x="457190" y="3490921"/>
            <a:ext cx="1970400" cy="2307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Calibri" panose="020F0502020204030204" pitchFamily="34" charset="0"/>
                <a:ea typeface="Calibri" panose="020F0502020204030204" pitchFamily="34" charset="0"/>
                <a:cs typeface="Calibri" panose="020F0502020204030204" pitchFamily="34" charset="0"/>
                <a:sym typeface="Calibri"/>
              </a:rPr>
              <a:t>ADE Private Endpoints (Disabled Public)</a:t>
            </a:r>
            <a:endParaRPr sz="800"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870" name="Google Shape;870;p63"/>
          <p:cNvSpPr/>
          <p:nvPr/>
        </p:nvSpPr>
        <p:spPr>
          <a:xfrm>
            <a:off x="457190" y="3721715"/>
            <a:ext cx="1970400" cy="2307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Calibri" panose="020F0502020204030204" pitchFamily="34" charset="0"/>
                <a:ea typeface="Calibri" panose="020F0502020204030204" pitchFamily="34" charset="0"/>
                <a:cs typeface="Calibri" panose="020F0502020204030204" pitchFamily="34" charset="0"/>
                <a:sym typeface="Calibri"/>
              </a:rPr>
              <a:t>ADE Private Endpoints (Selected VNets)</a:t>
            </a:r>
            <a:endParaRPr sz="800"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871" name="Google Shape;871;p63"/>
          <p:cNvSpPr/>
          <p:nvPr/>
        </p:nvSpPr>
        <p:spPr>
          <a:xfrm>
            <a:off x="457190" y="3952509"/>
            <a:ext cx="1970400" cy="2307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700"/>
              <a:buFont typeface="DM Sans"/>
              <a:buNone/>
            </a:pPr>
            <a:r>
              <a:rPr lang="en" sz="800" b="0" i="0" u="sng" strike="noStrike" cap="none">
                <a:solidFill>
                  <a:schemeClr val="hlink"/>
                </a:solidFill>
                <a:latin typeface="Calibri" panose="020F0502020204030204" pitchFamily="34" charset="0"/>
                <a:ea typeface="Calibri" panose="020F0502020204030204" pitchFamily="34" charset="0"/>
                <a:cs typeface="Calibri" panose="020F0502020204030204" pitchFamily="34" charset="0"/>
                <a:sym typeface="Calibri"/>
                <a:hlinkClick r:id="rId3"/>
              </a:rPr>
              <a:t>Near Real-Time Scanning</a:t>
            </a:r>
            <a:endParaRPr sz="800"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872" name="Google Shape;872;p63"/>
          <p:cNvSpPr/>
          <p:nvPr/>
        </p:nvSpPr>
        <p:spPr>
          <a:xfrm>
            <a:off x="458865" y="4183303"/>
            <a:ext cx="1970400" cy="2307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700"/>
              <a:buFont typeface="DM Sans"/>
              <a:buNone/>
            </a:pPr>
            <a:r>
              <a:rPr lang="en" sz="800" b="0" i="0" u="sng" strike="noStrike" cap="none">
                <a:solidFill>
                  <a:schemeClr val="hlink"/>
                </a:solidFill>
                <a:latin typeface="Calibri" panose="020F0502020204030204" pitchFamily="34" charset="0"/>
                <a:ea typeface="Calibri" panose="020F0502020204030204" pitchFamily="34" charset="0"/>
                <a:cs typeface="Calibri" panose="020F0502020204030204" pitchFamily="34" charset="0"/>
                <a:sym typeface="Calibri"/>
                <a:hlinkClick r:id="rId3"/>
              </a:rPr>
              <a:t>Include NRT Workload Scanning</a:t>
            </a:r>
            <a:endParaRPr sz="800"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873" name="Google Shape;873;p63"/>
          <p:cNvSpPr/>
          <p:nvPr/>
        </p:nvSpPr>
        <p:spPr>
          <a:xfrm>
            <a:off x="454207" y="4414097"/>
            <a:ext cx="1978500" cy="2259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686"/>
              <a:buFont typeface="DM Sans"/>
              <a:buNone/>
            </a:pPr>
            <a:r>
              <a:rPr lang="en" sz="783" b="0" i="0" u="sng" strike="noStrike" cap="none">
                <a:solidFill>
                  <a:schemeClr val="hlink"/>
                </a:solidFill>
                <a:latin typeface="Calibri" panose="020F0502020204030204" pitchFamily="34" charset="0"/>
                <a:ea typeface="Calibri" panose="020F0502020204030204" pitchFamily="34" charset="0"/>
                <a:cs typeface="Calibri" panose="020F0502020204030204" pitchFamily="34" charset="0"/>
                <a:sym typeface="Calibri"/>
                <a:hlinkClick r:id="rId4"/>
              </a:rPr>
              <a:t>Agentless File Integrity Monitoring</a:t>
            </a:r>
            <a:endParaRPr sz="783" b="0" i="0" u="none" strike="noStrike" cap="none">
              <a:solidFill>
                <a:srgbClr val="01123F"/>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874" name="Google Shape;874;p63"/>
          <p:cNvSpPr/>
          <p:nvPr/>
        </p:nvSpPr>
        <p:spPr>
          <a:xfrm>
            <a:off x="4880822" y="1401575"/>
            <a:ext cx="1987200" cy="195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645"/>
              <a:buFont typeface="DM Sans"/>
              <a:buNone/>
            </a:pPr>
            <a:r>
              <a:rPr lang="en" sz="737" b="0" i="0" u="none" strike="noStrike" cap="none">
                <a:solidFill>
                  <a:srgbClr val="1F2937"/>
                </a:solidFill>
                <a:latin typeface="Calibri" panose="020F0502020204030204" pitchFamily="34" charset="0"/>
                <a:ea typeface="Calibri" panose="020F0502020204030204" pitchFamily="34" charset="0"/>
                <a:cs typeface="Calibri" panose="020F0502020204030204" pitchFamily="34" charset="0"/>
                <a:sym typeface="Calibri"/>
              </a:rPr>
              <a:t>Scanner Mode (Basic/Advanced)</a:t>
            </a:r>
            <a:endParaRPr sz="737" b="0" i="0" u="none" strike="noStrike" cap="none">
              <a:solidFill>
                <a:srgbClr val="1F2937"/>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875" name="Google Shape;875;p63"/>
          <p:cNvSpPr/>
          <p:nvPr/>
        </p:nvSpPr>
        <p:spPr>
          <a:xfrm>
            <a:off x="4880822" y="1604536"/>
            <a:ext cx="1987200" cy="195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645"/>
              <a:buFont typeface="DM Sans"/>
              <a:buNone/>
            </a:pPr>
            <a:r>
              <a:rPr lang="en" sz="737" b="0" i="0" u="none" strike="noStrike" cap="none">
                <a:solidFill>
                  <a:srgbClr val="1F2937"/>
                </a:solidFill>
                <a:latin typeface="Calibri" panose="020F0502020204030204" pitchFamily="34" charset="0"/>
                <a:ea typeface="Calibri" panose="020F0502020204030204" pitchFamily="34" charset="0"/>
                <a:cs typeface="Calibri" panose="020F0502020204030204" pitchFamily="34" charset="0"/>
                <a:sym typeface="Calibri"/>
              </a:rPr>
              <a:t>Advanced Scan Source: Custom Targets</a:t>
            </a:r>
            <a:endParaRPr sz="737" b="0" i="0" u="none" strike="noStrike" cap="none">
              <a:solidFill>
                <a:srgbClr val="1F2937"/>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876" name="Google Shape;876;p63"/>
          <p:cNvSpPr/>
          <p:nvPr/>
        </p:nvSpPr>
        <p:spPr>
          <a:xfrm>
            <a:off x="4880822" y="1807497"/>
            <a:ext cx="1987200" cy="195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645"/>
              <a:buFont typeface="DM Sans"/>
              <a:buNone/>
            </a:pPr>
            <a:r>
              <a:rPr lang="en" sz="737" b="0" i="0" u="none" strike="noStrike" cap="none">
                <a:solidFill>
                  <a:srgbClr val="1F2937"/>
                </a:solidFill>
                <a:latin typeface="Calibri" panose="020F0502020204030204" pitchFamily="34" charset="0"/>
                <a:ea typeface="Calibri" panose="020F0502020204030204" pitchFamily="34" charset="0"/>
                <a:cs typeface="Calibri" panose="020F0502020204030204" pitchFamily="34" charset="0"/>
                <a:sym typeface="Calibri"/>
              </a:rPr>
              <a:t>Advanced Scan Source: Reconnaissance</a:t>
            </a:r>
            <a:endParaRPr sz="737" b="0" i="0" u="none" strike="noStrike" cap="none">
              <a:solidFill>
                <a:srgbClr val="1F2937"/>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877" name="Google Shape;877;p63"/>
          <p:cNvSpPr/>
          <p:nvPr/>
        </p:nvSpPr>
        <p:spPr>
          <a:xfrm>
            <a:off x="4880822" y="2010458"/>
            <a:ext cx="1987200" cy="195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645"/>
              <a:buFont typeface="DM Sans"/>
              <a:buNone/>
            </a:pPr>
            <a:r>
              <a:rPr lang="en" sz="737" b="0" i="0" u="none" strike="noStrike" cap="none">
                <a:solidFill>
                  <a:srgbClr val="1F2937"/>
                </a:solidFill>
                <a:latin typeface="Calibri" panose="020F0502020204030204" pitchFamily="34" charset="0"/>
                <a:ea typeface="Calibri" panose="020F0502020204030204" pitchFamily="34" charset="0"/>
                <a:cs typeface="Calibri" panose="020F0502020204030204" pitchFamily="34" charset="0"/>
                <a:sym typeface="Calibri"/>
              </a:rPr>
              <a:t>Advanced Scan Source: Code</a:t>
            </a:r>
            <a:endParaRPr sz="737" b="0" i="0" u="none" strike="noStrike" cap="none">
              <a:solidFill>
                <a:srgbClr val="1F2937"/>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878" name="Google Shape;878;p63"/>
          <p:cNvSpPr/>
          <p:nvPr/>
        </p:nvSpPr>
        <p:spPr>
          <a:xfrm>
            <a:off x="4880822" y="2213419"/>
            <a:ext cx="1987200" cy="195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645"/>
              <a:buFont typeface="DM Sans"/>
              <a:buNone/>
            </a:pPr>
            <a:r>
              <a:rPr lang="en" sz="737" b="0" i="0" u="none" strike="noStrike" cap="none">
                <a:solidFill>
                  <a:srgbClr val="1F2937"/>
                </a:solidFill>
                <a:latin typeface="Calibri" panose="020F0502020204030204" pitchFamily="34" charset="0"/>
                <a:ea typeface="Calibri" panose="020F0502020204030204" pitchFamily="34" charset="0"/>
                <a:cs typeface="Calibri" panose="020F0502020204030204" pitchFamily="34" charset="0"/>
                <a:sym typeface="Calibri"/>
              </a:rPr>
              <a:t>Advanced Scan Source: API Security</a:t>
            </a:r>
            <a:endParaRPr sz="737" b="0" i="0" u="none" strike="noStrike" cap="none">
              <a:solidFill>
                <a:srgbClr val="1F2937"/>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879" name="Google Shape;879;p63"/>
          <p:cNvSpPr/>
          <p:nvPr/>
        </p:nvSpPr>
        <p:spPr>
          <a:xfrm>
            <a:off x="4880822" y="2416380"/>
            <a:ext cx="1987200" cy="195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645"/>
              <a:buFont typeface="DM Sans"/>
              <a:buNone/>
            </a:pPr>
            <a:r>
              <a:rPr lang="en" sz="737" b="0" i="0" u="none" strike="noStrike" cap="none">
                <a:solidFill>
                  <a:srgbClr val="1F2937"/>
                </a:solidFill>
                <a:latin typeface="Calibri" panose="020F0502020204030204" pitchFamily="34" charset="0"/>
                <a:ea typeface="Calibri" panose="020F0502020204030204" pitchFamily="34" charset="0"/>
                <a:cs typeface="Calibri" panose="020F0502020204030204" pitchFamily="34" charset="0"/>
                <a:sym typeface="Calibri"/>
              </a:rPr>
              <a:t>Advanced Scan Source: Runtime Sensor</a:t>
            </a:r>
            <a:endParaRPr sz="737" b="0" i="0" u="none" strike="noStrike" cap="none">
              <a:solidFill>
                <a:srgbClr val="1F2937"/>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880" name="Google Shape;880;p63"/>
          <p:cNvSpPr/>
          <p:nvPr/>
        </p:nvSpPr>
        <p:spPr>
          <a:xfrm>
            <a:off x="4880822" y="2619341"/>
            <a:ext cx="1987200" cy="195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645"/>
              <a:buFont typeface="DM Sans"/>
              <a:buNone/>
            </a:pPr>
            <a:r>
              <a:rPr lang="en" sz="737" b="0" i="0" u="none" strike="noStrike" cap="none">
                <a:solidFill>
                  <a:srgbClr val="1F2937"/>
                </a:solidFill>
                <a:latin typeface="Calibri" panose="020F0502020204030204" pitchFamily="34" charset="0"/>
                <a:ea typeface="Calibri" panose="020F0502020204030204" pitchFamily="34" charset="0"/>
                <a:cs typeface="Calibri" panose="020F0502020204030204" pitchFamily="34" charset="0"/>
                <a:sym typeface="Calibri"/>
              </a:rPr>
              <a:t>Advanced Scan Source: SaaS</a:t>
            </a:r>
            <a:endParaRPr sz="737" b="0" i="0" u="none" strike="noStrike" cap="none">
              <a:solidFill>
                <a:srgbClr val="1F2937"/>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881" name="Google Shape;881;p63"/>
          <p:cNvSpPr/>
          <p:nvPr/>
        </p:nvSpPr>
        <p:spPr>
          <a:xfrm>
            <a:off x="4880822" y="2822303"/>
            <a:ext cx="1987200" cy="195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645"/>
              <a:buFont typeface="DM Sans"/>
              <a:buNone/>
            </a:pPr>
            <a:r>
              <a:rPr lang="en" sz="737" b="0" i="0" u="none" strike="noStrike" cap="none">
                <a:solidFill>
                  <a:srgbClr val="1F2937"/>
                </a:solidFill>
                <a:latin typeface="Calibri" panose="020F0502020204030204" pitchFamily="34" charset="0"/>
                <a:ea typeface="Calibri" panose="020F0502020204030204" pitchFamily="34" charset="0"/>
                <a:cs typeface="Calibri" panose="020F0502020204030204" pitchFamily="34" charset="0"/>
                <a:sym typeface="Calibri"/>
              </a:rPr>
              <a:t>Rules: Misconfiguration Detection</a:t>
            </a:r>
            <a:endParaRPr sz="737"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882" name="Google Shape;882;p63"/>
          <p:cNvSpPr/>
          <p:nvPr/>
        </p:nvSpPr>
        <p:spPr>
          <a:xfrm>
            <a:off x="4881077" y="3025264"/>
            <a:ext cx="1987200" cy="195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645"/>
              <a:buFont typeface="DM Sans"/>
              <a:buNone/>
            </a:pPr>
            <a:r>
              <a:rPr lang="en" sz="737" b="0" i="0" u="none" strike="noStrike" cap="none">
                <a:solidFill>
                  <a:srgbClr val="1F2937"/>
                </a:solidFill>
                <a:latin typeface="Calibri" panose="020F0502020204030204" pitchFamily="34" charset="0"/>
                <a:ea typeface="Calibri" panose="020F0502020204030204" pitchFamily="34" charset="0"/>
                <a:cs typeface="Calibri" panose="020F0502020204030204" pitchFamily="34" charset="0"/>
                <a:sym typeface="Calibri"/>
              </a:rPr>
              <a:t>Rules: Default Credentials Detection</a:t>
            </a:r>
            <a:endParaRPr sz="737" b="0" i="0" u="none" strike="noStrike" cap="none">
              <a:solidFill>
                <a:srgbClr val="1F2937"/>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883" name="Google Shape;883;p63"/>
          <p:cNvSpPr/>
          <p:nvPr/>
        </p:nvSpPr>
        <p:spPr>
          <a:xfrm>
            <a:off x="4881333" y="3228225"/>
            <a:ext cx="1987200" cy="195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645"/>
              <a:buFont typeface="DM Sans"/>
              <a:buNone/>
            </a:pPr>
            <a:r>
              <a:rPr lang="en" sz="737" b="0" i="0" u="none" strike="noStrike" cap="none">
                <a:solidFill>
                  <a:srgbClr val="1F2937"/>
                </a:solidFill>
                <a:latin typeface="Calibri" panose="020F0502020204030204" pitchFamily="34" charset="0"/>
                <a:ea typeface="Calibri" panose="020F0502020204030204" pitchFamily="34" charset="0"/>
                <a:cs typeface="Calibri" panose="020F0502020204030204" pitchFamily="34" charset="0"/>
                <a:sym typeface="Calibri"/>
              </a:rPr>
              <a:t>Rules: High-Profile Threat Detection</a:t>
            </a:r>
            <a:endParaRPr sz="737" b="0" i="0" u="none" strike="noStrike" cap="none">
              <a:solidFill>
                <a:srgbClr val="1F2937"/>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884" name="Google Shape;884;p63"/>
          <p:cNvSpPr/>
          <p:nvPr/>
        </p:nvSpPr>
        <p:spPr>
          <a:xfrm>
            <a:off x="4875837" y="3431186"/>
            <a:ext cx="1987200" cy="195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645"/>
              <a:buFont typeface="DM Sans"/>
              <a:buNone/>
            </a:pPr>
            <a:r>
              <a:rPr lang="en" sz="737" b="0" i="0" u="none" strike="noStrike" cap="none">
                <a:solidFill>
                  <a:srgbClr val="1F2937"/>
                </a:solidFill>
                <a:latin typeface="Calibri" panose="020F0502020204030204" pitchFamily="34" charset="0"/>
                <a:ea typeface="Calibri" panose="020F0502020204030204" pitchFamily="34" charset="0"/>
                <a:cs typeface="Calibri" panose="020F0502020204030204" pitchFamily="34" charset="0"/>
                <a:sym typeface="Calibri"/>
              </a:rPr>
              <a:t>Rules: DAST</a:t>
            </a:r>
            <a:endParaRPr sz="737" b="0" i="0" u="none" strike="noStrike" cap="none">
              <a:solidFill>
                <a:srgbClr val="1F2937"/>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885" name="Google Shape;885;p63"/>
          <p:cNvSpPr/>
          <p:nvPr/>
        </p:nvSpPr>
        <p:spPr>
          <a:xfrm>
            <a:off x="4870341" y="3634147"/>
            <a:ext cx="1987200" cy="195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645"/>
              <a:buFont typeface="DM Sans"/>
              <a:buNone/>
            </a:pPr>
            <a:r>
              <a:rPr lang="en" sz="737" b="0" i="0" u="none" strike="noStrike" cap="none">
                <a:solidFill>
                  <a:srgbClr val="1F2937"/>
                </a:solidFill>
                <a:latin typeface="Calibri" panose="020F0502020204030204" pitchFamily="34" charset="0"/>
                <a:ea typeface="Calibri" panose="020F0502020204030204" pitchFamily="34" charset="0"/>
                <a:cs typeface="Calibri" panose="020F0502020204030204" pitchFamily="34" charset="0"/>
                <a:sym typeface="Calibri"/>
              </a:rPr>
              <a:t>Rules: Vulnerability Exploitability</a:t>
            </a:r>
            <a:endParaRPr sz="737" b="0" i="0" u="none" strike="noStrike" cap="none">
              <a:solidFill>
                <a:srgbClr val="1F2937"/>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886" name="Google Shape;886;p63"/>
          <p:cNvSpPr/>
          <p:nvPr/>
        </p:nvSpPr>
        <p:spPr>
          <a:xfrm>
            <a:off x="4864845" y="3837108"/>
            <a:ext cx="1987200" cy="195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645"/>
              <a:buFont typeface="DM Sans"/>
              <a:buNone/>
            </a:pPr>
            <a:r>
              <a:rPr lang="en" sz="737" b="0" i="0" u="none" strike="noStrike" cap="none">
                <a:solidFill>
                  <a:srgbClr val="1F2937"/>
                </a:solidFill>
                <a:latin typeface="Calibri" panose="020F0502020204030204" pitchFamily="34" charset="0"/>
                <a:ea typeface="Calibri" panose="020F0502020204030204" pitchFamily="34" charset="0"/>
                <a:cs typeface="Calibri" panose="020F0502020204030204" pitchFamily="34" charset="0"/>
                <a:sym typeface="Calibri"/>
              </a:rPr>
              <a:t>Rules: Early Access Rules</a:t>
            </a:r>
            <a:endParaRPr sz="737" b="0" i="0" u="none" strike="noStrike" cap="none">
              <a:solidFill>
                <a:srgbClr val="1F2937"/>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887" name="Google Shape;887;p63"/>
          <p:cNvSpPr/>
          <p:nvPr/>
        </p:nvSpPr>
        <p:spPr>
          <a:xfrm>
            <a:off x="4857389" y="4040069"/>
            <a:ext cx="1987200" cy="195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645"/>
              <a:buFont typeface="DM Sans"/>
              <a:buNone/>
            </a:pPr>
            <a:r>
              <a:rPr lang="en" sz="737" b="0" i="0" u="none" strike="noStrike" cap="none">
                <a:solidFill>
                  <a:srgbClr val="1F2937"/>
                </a:solidFill>
                <a:latin typeface="Calibri" panose="020F0502020204030204" pitchFamily="34" charset="0"/>
                <a:ea typeface="Calibri" panose="020F0502020204030204" pitchFamily="34" charset="0"/>
                <a:cs typeface="Calibri" panose="020F0502020204030204" pitchFamily="34" charset="0"/>
                <a:sym typeface="Calibri"/>
              </a:rPr>
              <a:t>Risk: Vulnerability Assessment</a:t>
            </a:r>
            <a:endParaRPr sz="737"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888" name="Google Shape;888;p63"/>
          <p:cNvSpPr/>
          <p:nvPr/>
        </p:nvSpPr>
        <p:spPr>
          <a:xfrm>
            <a:off x="4855344" y="4243030"/>
            <a:ext cx="1987200" cy="195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645"/>
              <a:buFont typeface="DM Sans"/>
              <a:buNone/>
            </a:pPr>
            <a:r>
              <a:rPr lang="en" sz="737" b="0" i="0" u="none" strike="noStrike" cap="none">
                <a:solidFill>
                  <a:srgbClr val="1F2937"/>
                </a:solidFill>
                <a:latin typeface="Calibri" panose="020F0502020204030204" pitchFamily="34" charset="0"/>
                <a:ea typeface="Calibri" panose="020F0502020204030204" pitchFamily="34" charset="0"/>
                <a:cs typeface="Calibri" panose="020F0502020204030204" pitchFamily="34" charset="0"/>
                <a:sym typeface="Calibri"/>
              </a:rPr>
              <a:t>Risk: Sensitive Data Findings Detection</a:t>
            </a:r>
            <a:endParaRPr sz="737" b="0" i="0" u="none" strike="noStrike" cap="none">
              <a:solidFill>
                <a:srgbClr val="1F2937"/>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889" name="Google Shape;889;p63"/>
          <p:cNvSpPr/>
          <p:nvPr/>
        </p:nvSpPr>
        <p:spPr>
          <a:xfrm>
            <a:off x="7769390" y="1840063"/>
            <a:ext cx="1031700" cy="140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9CA3AF"/>
              </a:buClr>
              <a:buSzPts val="461"/>
              <a:buFont typeface="Arial"/>
              <a:buNone/>
            </a:pPr>
            <a:r>
              <a:rPr lang="en" sz="737" b="0" i="0" u="none" strike="noStrike" cap="none">
                <a:solidFill>
                  <a:srgbClr val="595959"/>
                </a:solidFill>
                <a:latin typeface="Calibri" panose="020F0502020204030204" pitchFamily="34" charset="0"/>
                <a:ea typeface="Calibri" panose="020F0502020204030204" pitchFamily="34" charset="0"/>
                <a:cs typeface="Calibri" panose="020F0502020204030204" pitchFamily="34" charset="0"/>
                <a:sym typeface="Calibri"/>
              </a:rPr>
              <a:t>{{ASM_RECON_R}}</a:t>
            </a:r>
            <a:endParaRPr sz="737" b="0" i="0" u="none" strike="noStrike" cap="none">
              <a:solidFill>
                <a:srgbClr val="595959"/>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890" name="Google Shape;890;p63"/>
          <p:cNvSpPr/>
          <p:nvPr/>
        </p:nvSpPr>
        <p:spPr>
          <a:xfrm>
            <a:off x="7769390" y="2856085"/>
            <a:ext cx="1031700" cy="140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9CA3AF"/>
              </a:buClr>
              <a:buSzPts val="461"/>
              <a:buFont typeface="Arial"/>
              <a:buNone/>
            </a:pPr>
            <a:r>
              <a:rPr lang="en" sz="737" b="0" i="0" u="none" strike="noStrike" cap="none">
                <a:solidFill>
                  <a:srgbClr val="595959"/>
                </a:solidFill>
                <a:latin typeface="Calibri" panose="020F0502020204030204" pitchFamily="34" charset="0"/>
                <a:ea typeface="Calibri" panose="020F0502020204030204" pitchFamily="34" charset="0"/>
                <a:cs typeface="Calibri" panose="020F0502020204030204" pitchFamily="34" charset="0"/>
                <a:sym typeface="Calibri"/>
              </a:rPr>
              <a:t>{{ASM_MISC_R}}</a:t>
            </a:r>
            <a:endParaRPr sz="737" b="0" i="0" u="none" strike="noStrike" cap="none">
              <a:solidFill>
                <a:srgbClr val="595959"/>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891" name="Google Shape;891;p63"/>
          <p:cNvSpPr txBox="1"/>
          <p:nvPr/>
        </p:nvSpPr>
        <p:spPr>
          <a:xfrm>
            <a:off x="7769386" y="1433654"/>
            <a:ext cx="1031700" cy="140400"/>
          </a:xfrm>
          <a:prstGeom prst="rect">
            <a:avLst/>
          </a:prstGeom>
          <a:noFill/>
          <a:ln>
            <a:noFill/>
          </a:ln>
        </p:spPr>
        <p:txBody>
          <a:bodyPr spcFirstLastPara="1" wrap="square" lIns="63150" tIns="63150" rIns="63150" bIns="63150" anchor="ctr" anchorCtr="0">
            <a:noAutofit/>
          </a:bodyPr>
          <a:lstStyle/>
          <a:p>
            <a:pPr marL="0" marR="0" lvl="0" indent="0" algn="ctr" rtl="0">
              <a:lnSpc>
                <a:spcPct val="100000"/>
              </a:lnSpc>
              <a:spcBef>
                <a:spcPts val="0"/>
              </a:spcBef>
              <a:spcAft>
                <a:spcPts val="0"/>
              </a:spcAft>
              <a:buClr>
                <a:srgbClr val="000000"/>
              </a:buClr>
              <a:buSzPts val="737"/>
              <a:buFont typeface="Arial"/>
              <a:buNone/>
            </a:pPr>
            <a:r>
              <a:rPr lang="en" sz="737" b="0" i="0" u="none" strike="noStrike" cap="none">
                <a:solidFill>
                  <a:srgbClr val="595959"/>
                </a:solidFill>
                <a:latin typeface="Calibri" panose="020F0502020204030204" pitchFamily="34" charset="0"/>
                <a:ea typeface="Calibri" panose="020F0502020204030204" pitchFamily="34" charset="0"/>
                <a:cs typeface="Calibri" panose="020F0502020204030204" pitchFamily="34" charset="0"/>
                <a:sym typeface="Calibri"/>
              </a:rPr>
              <a:t>{{ASM_MODE_R}}</a:t>
            </a:r>
            <a:endParaRPr sz="737" b="0" i="0" u="none" strike="noStrike" cap="none">
              <a:solidFill>
                <a:srgbClr val="595959"/>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892" name="Google Shape;892;p63"/>
          <p:cNvSpPr txBox="1"/>
          <p:nvPr/>
        </p:nvSpPr>
        <p:spPr>
          <a:xfrm>
            <a:off x="7769386" y="1636859"/>
            <a:ext cx="1031700" cy="140400"/>
          </a:xfrm>
          <a:prstGeom prst="rect">
            <a:avLst/>
          </a:prstGeom>
          <a:noFill/>
          <a:ln>
            <a:noFill/>
          </a:ln>
        </p:spPr>
        <p:txBody>
          <a:bodyPr spcFirstLastPara="1" wrap="square" lIns="63150" tIns="63150" rIns="63150" bIns="63150" anchor="ctr" anchorCtr="0">
            <a:noAutofit/>
          </a:bodyPr>
          <a:lstStyle/>
          <a:p>
            <a:pPr marL="0" marR="0" lvl="0" indent="0" algn="ctr" rtl="0">
              <a:lnSpc>
                <a:spcPct val="100000"/>
              </a:lnSpc>
              <a:spcBef>
                <a:spcPts val="0"/>
              </a:spcBef>
              <a:spcAft>
                <a:spcPts val="0"/>
              </a:spcAft>
              <a:buClr>
                <a:srgbClr val="000000"/>
              </a:buClr>
              <a:buSzPts val="737"/>
              <a:buFont typeface="Arial"/>
              <a:buNone/>
            </a:pPr>
            <a:r>
              <a:rPr lang="en" sz="737" b="0" i="0" u="none" strike="noStrike" cap="none">
                <a:solidFill>
                  <a:srgbClr val="595959"/>
                </a:solidFill>
                <a:latin typeface="Calibri" panose="020F0502020204030204" pitchFamily="34" charset="0"/>
                <a:ea typeface="Calibri" panose="020F0502020204030204" pitchFamily="34" charset="0"/>
                <a:cs typeface="Calibri" panose="020F0502020204030204" pitchFamily="34" charset="0"/>
                <a:sym typeface="Calibri"/>
              </a:rPr>
              <a:t>{{ASM_CUST_R}}</a:t>
            </a:r>
            <a:endParaRPr sz="737" b="0" i="0" u="none" strike="noStrike" cap="none">
              <a:solidFill>
                <a:srgbClr val="595959"/>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893" name="Google Shape;893;p63"/>
          <p:cNvSpPr txBox="1"/>
          <p:nvPr/>
        </p:nvSpPr>
        <p:spPr>
          <a:xfrm>
            <a:off x="7769381" y="2043268"/>
            <a:ext cx="1031700" cy="140400"/>
          </a:xfrm>
          <a:prstGeom prst="rect">
            <a:avLst/>
          </a:prstGeom>
          <a:noFill/>
          <a:ln>
            <a:noFill/>
          </a:ln>
        </p:spPr>
        <p:txBody>
          <a:bodyPr spcFirstLastPara="1" wrap="square" lIns="63150" tIns="63150" rIns="63150" bIns="63150" anchor="ctr" anchorCtr="0">
            <a:noAutofit/>
          </a:bodyPr>
          <a:lstStyle/>
          <a:p>
            <a:pPr marL="0" marR="0" lvl="0" indent="0" algn="ctr" rtl="0">
              <a:lnSpc>
                <a:spcPct val="100000"/>
              </a:lnSpc>
              <a:spcBef>
                <a:spcPts val="0"/>
              </a:spcBef>
              <a:spcAft>
                <a:spcPts val="0"/>
              </a:spcAft>
              <a:buClr>
                <a:srgbClr val="000000"/>
              </a:buClr>
              <a:buSzPts val="737"/>
              <a:buFont typeface="Arial"/>
              <a:buNone/>
            </a:pPr>
            <a:r>
              <a:rPr lang="en" sz="737" b="0" i="0" u="none" strike="noStrike" cap="none">
                <a:solidFill>
                  <a:srgbClr val="595959"/>
                </a:solidFill>
                <a:latin typeface="Calibri" panose="020F0502020204030204" pitchFamily="34" charset="0"/>
                <a:ea typeface="Calibri" panose="020F0502020204030204" pitchFamily="34" charset="0"/>
                <a:cs typeface="Calibri" panose="020F0502020204030204" pitchFamily="34" charset="0"/>
                <a:sym typeface="Calibri"/>
              </a:rPr>
              <a:t>{{ASM_CODE_R}}</a:t>
            </a:r>
            <a:endParaRPr sz="737" b="0" i="0" u="none" strike="noStrike" cap="none">
              <a:solidFill>
                <a:srgbClr val="595959"/>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894" name="Google Shape;894;p63"/>
          <p:cNvSpPr txBox="1"/>
          <p:nvPr/>
        </p:nvSpPr>
        <p:spPr>
          <a:xfrm>
            <a:off x="7769386" y="2246472"/>
            <a:ext cx="1031700" cy="140400"/>
          </a:xfrm>
          <a:prstGeom prst="rect">
            <a:avLst/>
          </a:prstGeom>
          <a:noFill/>
          <a:ln>
            <a:noFill/>
          </a:ln>
        </p:spPr>
        <p:txBody>
          <a:bodyPr spcFirstLastPara="1" wrap="square" lIns="63150" tIns="63150" rIns="63150" bIns="63150" anchor="ctr" anchorCtr="0">
            <a:noAutofit/>
          </a:bodyPr>
          <a:lstStyle/>
          <a:p>
            <a:pPr marL="0" marR="0" lvl="0" indent="0" algn="ctr" rtl="0">
              <a:lnSpc>
                <a:spcPct val="100000"/>
              </a:lnSpc>
              <a:spcBef>
                <a:spcPts val="0"/>
              </a:spcBef>
              <a:spcAft>
                <a:spcPts val="0"/>
              </a:spcAft>
              <a:buClr>
                <a:srgbClr val="000000"/>
              </a:buClr>
              <a:buSzPts val="737"/>
              <a:buFont typeface="Arial"/>
              <a:buNone/>
            </a:pPr>
            <a:r>
              <a:rPr lang="en" sz="737" b="0" i="0" u="none" strike="noStrike" cap="none">
                <a:solidFill>
                  <a:srgbClr val="595959"/>
                </a:solidFill>
                <a:latin typeface="Calibri" panose="020F0502020204030204" pitchFamily="34" charset="0"/>
                <a:ea typeface="Calibri" panose="020F0502020204030204" pitchFamily="34" charset="0"/>
                <a:cs typeface="Calibri" panose="020F0502020204030204" pitchFamily="34" charset="0"/>
                <a:sym typeface="Calibri"/>
              </a:rPr>
              <a:t>{{ASM_API_R}}</a:t>
            </a:r>
            <a:endParaRPr sz="737" b="0" i="0" u="none" strike="noStrike" cap="none">
              <a:solidFill>
                <a:srgbClr val="595959"/>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895" name="Google Shape;895;p63"/>
          <p:cNvSpPr txBox="1"/>
          <p:nvPr/>
        </p:nvSpPr>
        <p:spPr>
          <a:xfrm>
            <a:off x="7769381" y="2449676"/>
            <a:ext cx="1031700" cy="140400"/>
          </a:xfrm>
          <a:prstGeom prst="rect">
            <a:avLst/>
          </a:prstGeom>
          <a:noFill/>
          <a:ln>
            <a:noFill/>
          </a:ln>
        </p:spPr>
        <p:txBody>
          <a:bodyPr spcFirstLastPara="1" wrap="square" lIns="63150" tIns="63150" rIns="63150" bIns="63150" anchor="ctr" anchorCtr="0">
            <a:noAutofit/>
          </a:bodyPr>
          <a:lstStyle/>
          <a:p>
            <a:pPr marL="0" marR="0" lvl="0" indent="0" algn="ctr" rtl="0">
              <a:lnSpc>
                <a:spcPct val="100000"/>
              </a:lnSpc>
              <a:spcBef>
                <a:spcPts val="0"/>
              </a:spcBef>
              <a:spcAft>
                <a:spcPts val="0"/>
              </a:spcAft>
              <a:buClr>
                <a:srgbClr val="000000"/>
              </a:buClr>
              <a:buSzPts val="737"/>
              <a:buFont typeface="Arial"/>
              <a:buNone/>
            </a:pPr>
            <a:r>
              <a:rPr lang="en" sz="737" b="0" i="0" u="none" strike="noStrike" cap="none">
                <a:solidFill>
                  <a:srgbClr val="595959"/>
                </a:solidFill>
                <a:latin typeface="Calibri" panose="020F0502020204030204" pitchFamily="34" charset="0"/>
                <a:ea typeface="Calibri" panose="020F0502020204030204" pitchFamily="34" charset="0"/>
                <a:cs typeface="Calibri" panose="020F0502020204030204" pitchFamily="34" charset="0"/>
                <a:sym typeface="Calibri"/>
              </a:rPr>
              <a:t>{{ASM_RS_R}}</a:t>
            </a:r>
            <a:endParaRPr sz="737" b="0" i="0" u="none" strike="noStrike" cap="none">
              <a:solidFill>
                <a:srgbClr val="595959"/>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896" name="Google Shape;896;p63"/>
          <p:cNvSpPr txBox="1"/>
          <p:nvPr/>
        </p:nvSpPr>
        <p:spPr>
          <a:xfrm>
            <a:off x="7769386" y="2652881"/>
            <a:ext cx="1031700" cy="140400"/>
          </a:xfrm>
          <a:prstGeom prst="rect">
            <a:avLst/>
          </a:prstGeom>
          <a:noFill/>
          <a:ln>
            <a:noFill/>
          </a:ln>
        </p:spPr>
        <p:txBody>
          <a:bodyPr spcFirstLastPara="1" wrap="square" lIns="63150" tIns="63150" rIns="63150" bIns="63150" anchor="ctr" anchorCtr="0">
            <a:noAutofit/>
          </a:bodyPr>
          <a:lstStyle/>
          <a:p>
            <a:pPr marL="0" marR="0" lvl="0" indent="0" algn="ctr" rtl="0">
              <a:lnSpc>
                <a:spcPct val="100000"/>
              </a:lnSpc>
              <a:spcBef>
                <a:spcPts val="0"/>
              </a:spcBef>
              <a:spcAft>
                <a:spcPts val="0"/>
              </a:spcAft>
              <a:buClr>
                <a:srgbClr val="000000"/>
              </a:buClr>
              <a:buSzPts val="737"/>
              <a:buFont typeface="Arial"/>
              <a:buNone/>
            </a:pPr>
            <a:r>
              <a:rPr lang="en" sz="737" b="0" i="0" u="none" strike="noStrike" cap="none">
                <a:solidFill>
                  <a:srgbClr val="595959"/>
                </a:solidFill>
                <a:latin typeface="Calibri" panose="020F0502020204030204" pitchFamily="34" charset="0"/>
                <a:ea typeface="Calibri" panose="020F0502020204030204" pitchFamily="34" charset="0"/>
                <a:cs typeface="Calibri" panose="020F0502020204030204" pitchFamily="34" charset="0"/>
                <a:sym typeface="Calibri"/>
              </a:rPr>
              <a:t>{{ASM_SASS_R}}</a:t>
            </a:r>
            <a:endParaRPr sz="737" b="0" i="0" u="none" strike="noStrike" cap="none">
              <a:solidFill>
                <a:srgbClr val="595959"/>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897" name="Google Shape;897;p63"/>
          <p:cNvSpPr txBox="1"/>
          <p:nvPr/>
        </p:nvSpPr>
        <p:spPr>
          <a:xfrm>
            <a:off x="7775393" y="3059290"/>
            <a:ext cx="1031700" cy="140400"/>
          </a:xfrm>
          <a:prstGeom prst="rect">
            <a:avLst/>
          </a:prstGeom>
          <a:noFill/>
          <a:ln>
            <a:noFill/>
          </a:ln>
        </p:spPr>
        <p:txBody>
          <a:bodyPr spcFirstLastPara="1" wrap="square" lIns="63150" tIns="63150" rIns="63150" bIns="63150" anchor="ctr" anchorCtr="0">
            <a:noAutofit/>
          </a:bodyPr>
          <a:lstStyle/>
          <a:p>
            <a:pPr marL="0" marR="0" lvl="0" indent="0" algn="ctr" rtl="0">
              <a:lnSpc>
                <a:spcPct val="100000"/>
              </a:lnSpc>
              <a:spcBef>
                <a:spcPts val="0"/>
              </a:spcBef>
              <a:spcAft>
                <a:spcPts val="0"/>
              </a:spcAft>
              <a:buClr>
                <a:srgbClr val="000000"/>
              </a:buClr>
              <a:buSzPts val="737"/>
              <a:buFont typeface="Arial"/>
              <a:buNone/>
            </a:pPr>
            <a:r>
              <a:rPr lang="en" sz="737" b="0" i="0" u="none" strike="noStrike" cap="none">
                <a:solidFill>
                  <a:srgbClr val="595959"/>
                </a:solidFill>
                <a:latin typeface="Calibri" panose="020F0502020204030204" pitchFamily="34" charset="0"/>
                <a:ea typeface="Calibri" panose="020F0502020204030204" pitchFamily="34" charset="0"/>
                <a:cs typeface="Calibri" panose="020F0502020204030204" pitchFamily="34" charset="0"/>
                <a:sym typeface="Calibri"/>
              </a:rPr>
              <a:t>{{ASM_CRED_R}}</a:t>
            </a:r>
            <a:endParaRPr sz="737" b="0" i="0" u="none" strike="noStrike" cap="none">
              <a:solidFill>
                <a:srgbClr val="595959"/>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898" name="Google Shape;898;p63"/>
          <p:cNvSpPr txBox="1"/>
          <p:nvPr/>
        </p:nvSpPr>
        <p:spPr>
          <a:xfrm>
            <a:off x="7781400" y="3262494"/>
            <a:ext cx="1031700" cy="140400"/>
          </a:xfrm>
          <a:prstGeom prst="rect">
            <a:avLst/>
          </a:prstGeom>
          <a:noFill/>
          <a:ln>
            <a:noFill/>
          </a:ln>
        </p:spPr>
        <p:txBody>
          <a:bodyPr spcFirstLastPara="1" wrap="square" lIns="63150" tIns="63150" rIns="63150" bIns="63150" anchor="ctr" anchorCtr="0">
            <a:noAutofit/>
          </a:bodyPr>
          <a:lstStyle/>
          <a:p>
            <a:pPr marL="0" marR="0" lvl="0" indent="0" algn="ctr" rtl="0">
              <a:lnSpc>
                <a:spcPct val="100000"/>
              </a:lnSpc>
              <a:spcBef>
                <a:spcPts val="0"/>
              </a:spcBef>
              <a:spcAft>
                <a:spcPts val="0"/>
              </a:spcAft>
              <a:buClr>
                <a:srgbClr val="000000"/>
              </a:buClr>
              <a:buSzPts val="737"/>
              <a:buFont typeface="Arial"/>
              <a:buNone/>
            </a:pPr>
            <a:r>
              <a:rPr lang="en" sz="737" b="0" i="0" u="none" strike="noStrike" cap="none">
                <a:solidFill>
                  <a:srgbClr val="595959"/>
                </a:solidFill>
                <a:latin typeface="Calibri" panose="020F0502020204030204" pitchFamily="34" charset="0"/>
                <a:ea typeface="Calibri" panose="020F0502020204030204" pitchFamily="34" charset="0"/>
                <a:cs typeface="Calibri" panose="020F0502020204030204" pitchFamily="34" charset="0"/>
                <a:sym typeface="Calibri"/>
              </a:rPr>
              <a:t>{{ASM_HPT_R}}</a:t>
            </a:r>
            <a:endParaRPr sz="737" b="0" i="0" u="none" strike="noStrike" cap="none">
              <a:solidFill>
                <a:srgbClr val="595959"/>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899" name="Google Shape;899;p63"/>
          <p:cNvSpPr txBox="1"/>
          <p:nvPr/>
        </p:nvSpPr>
        <p:spPr>
          <a:xfrm>
            <a:off x="7775904" y="3465698"/>
            <a:ext cx="1031700" cy="140400"/>
          </a:xfrm>
          <a:prstGeom prst="rect">
            <a:avLst/>
          </a:prstGeom>
          <a:noFill/>
          <a:ln>
            <a:noFill/>
          </a:ln>
        </p:spPr>
        <p:txBody>
          <a:bodyPr spcFirstLastPara="1" wrap="square" lIns="63150" tIns="63150" rIns="63150" bIns="63150" anchor="ctr" anchorCtr="0">
            <a:noAutofit/>
          </a:bodyPr>
          <a:lstStyle/>
          <a:p>
            <a:pPr marL="0" marR="0" lvl="0" indent="0" algn="ctr" rtl="0">
              <a:lnSpc>
                <a:spcPct val="100000"/>
              </a:lnSpc>
              <a:spcBef>
                <a:spcPts val="0"/>
              </a:spcBef>
              <a:spcAft>
                <a:spcPts val="0"/>
              </a:spcAft>
              <a:buClr>
                <a:srgbClr val="000000"/>
              </a:buClr>
              <a:buSzPts val="737"/>
              <a:buFont typeface="Arial"/>
              <a:buNone/>
            </a:pPr>
            <a:r>
              <a:rPr lang="en" sz="737" b="0" i="0" u="none" strike="noStrike" cap="none">
                <a:solidFill>
                  <a:srgbClr val="595959"/>
                </a:solidFill>
                <a:latin typeface="Calibri" panose="020F0502020204030204" pitchFamily="34" charset="0"/>
                <a:ea typeface="Calibri" panose="020F0502020204030204" pitchFamily="34" charset="0"/>
                <a:cs typeface="Calibri" panose="020F0502020204030204" pitchFamily="34" charset="0"/>
                <a:sym typeface="Calibri"/>
              </a:rPr>
              <a:t>{{ASM_DAST_R}}</a:t>
            </a:r>
            <a:endParaRPr sz="737" b="0" i="0" u="none" strike="noStrike" cap="none">
              <a:solidFill>
                <a:srgbClr val="595959"/>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900" name="Google Shape;900;p63"/>
          <p:cNvSpPr txBox="1"/>
          <p:nvPr/>
        </p:nvSpPr>
        <p:spPr>
          <a:xfrm>
            <a:off x="7770409" y="3668903"/>
            <a:ext cx="1031700" cy="140400"/>
          </a:xfrm>
          <a:prstGeom prst="rect">
            <a:avLst/>
          </a:prstGeom>
          <a:noFill/>
          <a:ln>
            <a:noFill/>
          </a:ln>
        </p:spPr>
        <p:txBody>
          <a:bodyPr spcFirstLastPara="1" wrap="square" lIns="63150" tIns="63150" rIns="63150" bIns="63150" anchor="ctr" anchorCtr="0">
            <a:noAutofit/>
          </a:bodyPr>
          <a:lstStyle/>
          <a:p>
            <a:pPr marL="0" marR="0" lvl="0" indent="0" algn="ctr" rtl="0">
              <a:lnSpc>
                <a:spcPct val="100000"/>
              </a:lnSpc>
              <a:spcBef>
                <a:spcPts val="0"/>
              </a:spcBef>
              <a:spcAft>
                <a:spcPts val="0"/>
              </a:spcAft>
              <a:buClr>
                <a:srgbClr val="000000"/>
              </a:buClr>
              <a:buSzPts val="737"/>
              <a:buFont typeface="Arial"/>
              <a:buNone/>
            </a:pPr>
            <a:r>
              <a:rPr lang="en" sz="737" b="0" i="0" u="none" strike="noStrike" cap="none">
                <a:solidFill>
                  <a:srgbClr val="595959"/>
                </a:solidFill>
                <a:latin typeface="Calibri" panose="020F0502020204030204" pitchFamily="34" charset="0"/>
                <a:ea typeface="Calibri" panose="020F0502020204030204" pitchFamily="34" charset="0"/>
                <a:cs typeface="Calibri" panose="020F0502020204030204" pitchFamily="34" charset="0"/>
                <a:sym typeface="Calibri"/>
              </a:rPr>
              <a:t>{{ASM_VEXP_R}}</a:t>
            </a:r>
            <a:endParaRPr sz="737" b="0" i="0" u="none" strike="noStrike" cap="none">
              <a:solidFill>
                <a:srgbClr val="595959"/>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901" name="Google Shape;901;p63"/>
          <p:cNvSpPr txBox="1"/>
          <p:nvPr/>
        </p:nvSpPr>
        <p:spPr>
          <a:xfrm>
            <a:off x="7764913" y="3872107"/>
            <a:ext cx="1031700" cy="140400"/>
          </a:xfrm>
          <a:prstGeom prst="rect">
            <a:avLst/>
          </a:prstGeom>
          <a:noFill/>
          <a:ln>
            <a:noFill/>
          </a:ln>
        </p:spPr>
        <p:txBody>
          <a:bodyPr spcFirstLastPara="1" wrap="square" lIns="63150" tIns="63150" rIns="63150" bIns="63150" anchor="ctr" anchorCtr="0">
            <a:noAutofit/>
          </a:bodyPr>
          <a:lstStyle/>
          <a:p>
            <a:pPr marL="0" marR="0" lvl="0" indent="0" algn="ctr" rtl="0">
              <a:lnSpc>
                <a:spcPct val="100000"/>
              </a:lnSpc>
              <a:spcBef>
                <a:spcPts val="0"/>
              </a:spcBef>
              <a:spcAft>
                <a:spcPts val="0"/>
              </a:spcAft>
              <a:buClr>
                <a:srgbClr val="000000"/>
              </a:buClr>
              <a:buSzPts val="737"/>
              <a:buFont typeface="Arial"/>
              <a:buNone/>
            </a:pPr>
            <a:r>
              <a:rPr lang="en" sz="737" b="0" i="0" u="none" strike="noStrike" cap="none">
                <a:solidFill>
                  <a:srgbClr val="595959"/>
                </a:solidFill>
                <a:latin typeface="Calibri" panose="020F0502020204030204" pitchFamily="34" charset="0"/>
                <a:ea typeface="Calibri" panose="020F0502020204030204" pitchFamily="34" charset="0"/>
                <a:cs typeface="Calibri" panose="020F0502020204030204" pitchFamily="34" charset="0"/>
                <a:sym typeface="Calibri"/>
              </a:rPr>
              <a:t>{{ASM_EAR_R}}</a:t>
            </a:r>
            <a:endParaRPr sz="737" b="0" i="0" u="none" strike="noStrike" cap="none">
              <a:solidFill>
                <a:srgbClr val="595959"/>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902" name="Google Shape;902;p63"/>
          <p:cNvSpPr txBox="1"/>
          <p:nvPr/>
        </p:nvSpPr>
        <p:spPr>
          <a:xfrm>
            <a:off x="7757456" y="4075312"/>
            <a:ext cx="1031700" cy="140400"/>
          </a:xfrm>
          <a:prstGeom prst="rect">
            <a:avLst/>
          </a:prstGeom>
          <a:noFill/>
          <a:ln>
            <a:noFill/>
          </a:ln>
        </p:spPr>
        <p:txBody>
          <a:bodyPr spcFirstLastPara="1" wrap="square" lIns="63150" tIns="63150" rIns="63150" bIns="63150" anchor="ctr" anchorCtr="0">
            <a:noAutofit/>
          </a:bodyPr>
          <a:lstStyle/>
          <a:p>
            <a:pPr marL="0" marR="0" lvl="0" indent="0" algn="ctr" rtl="0">
              <a:lnSpc>
                <a:spcPct val="100000"/>
              </a:lnSpc>
              <a:spcBef>
                <a:spcPts val="0"/>
              </a:spcBef>
              <a:spcAft>
                <a:spcPts val="0"/>
              </a:spcAft>
              <a:buClr>
                <a:srgbClr val="000000"/>
              </a:buClr>
              <a:buSzPts val="737"/>
              <a:buFont typeface="Arial"/>
              <a:buNone/>
            </a:pPr>
            <a:r>
              <a:rPr lang="en" sz="737" b="0" i="0" u="none" strike="noStrike" cap="none">
                <a:solidFill>
                  <a:srgbClr val="595959"/>
                </a:solidFill>
                <a:latin typeface="Calibri" panose="020F0502020204030204" pitchFamily="34" charset="0"/>
                <a:ea typeface="Calibri" panose="020F0502020204030204" pitchFamily="34" charset="0"/>
                <a:cs typeface="Calibri" panose="020F0502020204030204" pitchFamily="34" charset="0"/>
                <a:sym typeface="Calibri"/>
              </a:rPr>
              <a:t>{{ASM_VULN_R}}</a:t>
            </a:r>
            <a:endParaRPr sz="737" b="0" i="0" u="none" strike="noStrike" cap="none">
              <a:solidFill>
                <a:srgbClr val="595959"/>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903" name="Google Shape;903;p63"/>
          <p:cNvSpPr txBox="1"/>
          <p:nvPr/>
        </p:nvSpPr>
        <p:spPr>
          <a:xfrm>
            <a:off x="7755412" y="4278516"/>
            <a:ext cx="1031700" cy="140400"/>
          </a:xfrm>
          <a:prstGeom prst="rect">
            <a:avLst/>
          </a:prstGeom>
          <a:noFill/>
          <a:ln>
            <a:noFill/>
          </a:ln>
        </p:spPr>
        <p:txBody>
          <a:bodyPr spcFirstLastPara="1" wrap="square" lIns="63150" tIns="63150" rIns="63150" bIns="63150" anchor="ctr" anchorCtr="0">
            <a:noAutofit/>
          </a:bodyPr>
          <a:lstStyle/>
          <a:p>
            <a:pPr marL="0" marR="0" lvl="0" indent="0" algn="ctr" rtl="0">
              <a:lnSpc>
                <a:spcPct val="100000"/>
              </a:lnSpc>
              <a:spcBef>
                <a:spcPts val="0"/>
              </a:spcBef>
              <a:spcAft>
                <a:spcPts val="0"/>
              </a:spcAft>
              <a:buClr>
                <a:srgbClr val="000000"/>
              </a:buClr>
              <a:buSzPts val="737"/>
              <a:buFont typeface="Arial"/>
              <a:buNone/>
            </a:pPr>
            <a:r>
              <a:rPr lang="en" sz="737" b="0" i="0" u="none" strike="noStrike" cap="none">
                <a:solidFill>
                  <a:srgbClr val="595959"/>
                </a:solidFill>
                <a:latin typeface="Calibri" panose="020F0502020204030204" pitchFamily="34" charset="0"/>
                <a:ea typeface="Calibri" panose="020F0502020204030204" pitchFamily="34" charset="0"/>
                <a:cs typeface="Calibri" panose="020F0502020204030204" pitchFamily="34" charset="0"/>
                <a:sym typeface="Calibri"/>
              </a:rPr>
              <a:t>{{ASM_DATA_R}}</a:t>
            </a:r>
            <a:endParaRPr sz="737" b="0" i="0" u="none" strike="noStrike" cap="none">
              <a:solidFill>
                <a:srgbClr val="595959"/>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904" name="Google Shape;904;p63"/>
          <p:cNvSpPr/>
          <p:nvPr/>
        </p:nvSpPr>
        <p:spPr>
          <a:xfrm>
            <a:off x="6921549" y="1401575"/>
            <a:ext cx="882000" cy="1953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56DB"/>
              </a:buClr>
              <a:buSzPts val="645"/>
              <a:buFont typeface="Arial"/>
              <a:buNone/>
            </a:pPr>
            <a:r>
              <a:rPr lang="en" sz="645" b="0" i="0" u="none" strike="noStrike" cap="none">
                <a:solidFill>
                  <a:srgbClr val="1A56DB"/>
                </a:solidFill>
                <a:latin typeface="Calibri" panose="020F0502020204030204" pitchFamily="34" charset="0"/>
                <a:ea typeface="Calibri" panose="020F0502020204030204" pitchFamily="34" charset="0"/>
                <a:cs typeface="Calibri" panose="020F0502020204030204" pitchFamily="34" charset="0"/>
                <a:sym typeface="Calibri"/>
              </a:rPr>
              <a:t>{{ASM_MODE}}</a:t>
            </a:r>
            <a:endParaRPr sz="645"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905" name="Google Shape;905;p63"/>
          <p:cNvSpPr/>
          <p:nvPr/>
        </p:nvSpPr>
        <p:spPr>
          <a:xfrm>
            <a:off x="6921549" y="1604521"/>
            <a:ext cx="882000" cy="1953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56DB"/>
              </a:buClr>
              <a:buSzPts val="645"/>
              <a:buFont typeface="Arial"/>
              <a:buNone/>
            </a:pPr>
            <a:r>
              <a:rPr lang="en" sz="645" b="0" i="0" u="none" strike="noStrike" cap="none">
                <a:solidFill>
                  <a:srgbClr val="1A56DB"/>
                </a:solidFill>
                <a:latin typeface="Calibri" panose="020F0502020204030204" pitchFamily="34" charset="0"/>
                <a:ea typeface="Calibri" panose="020F0502020204030204" pitchFamily="34" charset="0"/>
                <a:cs typeface="Calibri" panose="020F0502020204030204" pitchFamily="34" charset="0"/>
                <a:sym typeface="Calibri"/>
              </a:rPr>
              <a:t>{{ASM_CUST}}</a:t>
            </a:r>
            <a:endParaRPr sz="645"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906" name="Google Shape;906;p63"/>
          <p:cNvSpPr/>
          <p:nvPr/>
        </p:nvSpPr>
        <p:spPr>
          <a:xfrm>
            <a:off x="6921549" y="1807466"/>
            <a:ext cx="882000" cy="1953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56DB"/>
              </a:buClr>
              <a:buSzPts val="645"/>
              <a:buFont typeface="Arial"/>
              <a:buNone/>
            </a:pPr>
            <a:r>
              <a:rPr lang="en" sz="645" b="0" i="0" u="none" strike="noStrike" cap="none">
                <a:solidFill>
                  <a:srgbClr val="1A56DB"/>
                </a:solidFill>
                <a:latin typeface="Calibri" panose="020F0502020204030204" pitchFamily="34" charset="0"/>
                <a:ea typeface="Calibri" panose="020F0502020204030204" pitchFamily="34" charset="0"/>
                <a:cs typeface="Calibri" panose="020F0502020204030204" pitchFamily="34" charset="0"/>
                <a:sym typeface="Calibri"/>
              </a:rPr>
              <a:t>{{ASM_RECON}}</a:t>
            </a:r>
            <a:endParaRPr sz="645"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907" name="Google Shape;907;p63"/>
          <p:cNvSpPr/>
          <p:nvPr/>
        </p:nvSpPr>
        <p:spPr>
          <a:xfrm>
            <a:off x="6921549" y="2010412"/>
            <a:ext cx="882000" cy="1953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56DB"/>
              </a:buClr>
              <a:buSzPts val="645"/>
              <a:buFont typeface="Arial"/>
              <a:buNone/>
            </a:pPr>
            <a:r>
              <a:rPr lang="en" sz="645" b="0" i="0" u="none" strike="noStrike" cap="none">
                <a:solidFill>
                  <a:srgbClr val="1A56DB"/>
                </a:solidFill>
                <a:latin typeface="Calibri" panose="020F0502020204030204" pitchFamily="34" charset="0"/>
                <a:ea typeface="Calibri" panose="020F0502020204030204" pitchFamily="34" charset="0"/>
                <a:cs typeface="Calibri" panose="020F0502020204030204" pitchFamily="34" charset="0"/>
                <a:sym typeface="Calibri"/>
              </a:rPr>
              <a:t>{{ASM_CODE}}</a:t>
            </a:r>
            <a:endParaRPr sz="645"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908" name="Google Shape;908;p63"/>
          <p:cNvSpPr/>
          <p:nvPr/>
        </p:nvSpPr>
        <p:spPr>
          <a:xfrm>
            <a:off x="6921549" y="2213357"/>
            <a:ext cx="882000" cy="1953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56DB"/>
              </a:buClr>
              <a:buSzPts val="645"/>
              <a:buFont typeface="Arial"/>
              <a:buNone/>
            </a:pPr>
            <a:r>
              <a:rPr lang="en" sz="645" b="0" i="0" u="none" strike="noStrike" cap="none">
                <a:solidFill>
                  <a:srgbClr val="1A56DB"/>
                </a:solidFill>
                <a:latin typeface="Calibri" panose="020F0502020204030204" pitchFamily="34" charset="0"/>
                <a:ea typeface="Calibri" panose="020F0502020204030204" pitchFamily="34" charset="0"/>
                <a:cs typeface="Calibri" panose="020F0502020204030204" pitchFamily="34" charset="0"/>
                <a:sym typeface="Calibri"/>
              </a:rPr>
              <a:t>{{ASM_API}}</a:t>
            </a:r>
            <a:endParaRPr sz="645"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909" name="Google Shape;909;p63"/>
          <p:cNvSpPr/>
          <p:nvPr/>
        </p:nvSpPr>
        <p:spPr>
          <a:xfrm>
            <a:off x="6921549" y="2416303"/>
            <a:ext cx="882000" cy="1953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56DB"/>
              </a:buClr>
              <a:buSzPts val="645"/>
              <a:buFont typeface="Arial"/>
              <a:buNone/>
            </a:pPr>
            <a:r>
              <a:rPr lang="en" sz="645" b="0" i="0" u="none" strike="noStrike" cap="none">
                <a:solidFill>
                  <a:srgbClr val="1A56DB"/>
                </a:solidFill>
                <a:latin typeface="Calibri" panose="020F0502020204030204" pitchFamily="34" charset="0"/>
                <a:ea typeface="Calibri" panose="020F0502020204030204" pitchFamily="34" charset="0"/>
                <a:cs typeface="Calibri" panose="020F0502020204030204" pitchFamily="34" charset="0"/>
                <a:sym typeface="Calibri"/>
              </a:rPr>
              <a:t>{{ASM_RS}}</a:t>
            </a:r>
            <a:endParaRPr sz="645"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910" name="Google Shape;910;p63"/>
          <p:cNvSpPr/>
          <p:nvPr/>
        </p:nvSpPr>
        <p:spPr>
          <a:xfrm>
            <a:off x="6921549" y="2619248"/>
            <a:ext cx="882000" cy="1953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56DB"/>
              </a:buClr>
              <a:buSzPts val="645"/>
              <a:buFont typeface="Arial"/>
              <a:buNone/>
            </a:pPr>
            <a:r>
              <a:rPr lang="en" sz="645" b="0" i="0" u="none" strike="noStrike" cap="none">
                <a:solidFill>
                  <a:srgbClr val="1A56DB"/>
                </a:solidFill>
                <a:latin typeface="Calibri" panose="020F0502020204030204" pitchFamily="34" charset="0"/>
                <a:ea typeface="Calibri" panose="020F0502020204030204" pitchFamily="34" charset="0"/>
                <a:cs typeface="Calibri" panose="020F0502020204030204" pitchFamily="34" charset="0"/>
                <a:sym typeface="Calibri"/>
              </a:rPr>
              <a:t>{{ASM_SAAS}}</a:t>
            </a:r>
            <a:endParaRPr sz="645"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911" name="Google Shape;911;p63"/>
          <p:cNvSpPr/>
          <p:nvPr/>
        </p:nvSpPr>
        <p:spPr>
          <a:xfrm>
            <a:off x="6921549" y="2822194"/>
            <a:ext cx="882000" cy="1953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56DB"/>
              </a:buClr>
              <a:buSzPts val="645"/>
              <a:buFont typeface="Arial"/>
              <a:buNone/>
            </a:pPr>
            <a:r>
              <a:rPr lang="en" sz="645" b="0" i="0" u="none" strike="noStrike" cap="none">
                <a:solidFill>
                  <a:srgbClr val="1A56DB"/>
                </a:solidFill>
                <a:latin typeface="Calibri" panose="020F0502020204030204" pitchFamily="34" charset="0"/>
                <a:ea typeface="Calibri" panose="020F0502020204030204" pitchFamily="34" charset="0"/>
                <a:cs typeface="Calibri" panose="020F0502020204030204" pitchFamily="34" charset="0"/>
                <a:sym typeface="Calibri"/>
              </a:rPr>
              <a:t>{{ASM_MISC}}</a:t>
            </a:r>
            <a:endParaRPr sz="645"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912" name="Google Shape;912;p63"/>
          <p:cNvSpPr/>
          <p:nvPr/>
        </p:nvSpPr>
        <p:spPr>
          <a:xfrm>
            <a:off x="6921216" y="3025139"/>
            <a:ext cx="882000" cy="1953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56DB"/>
              </a:buClr>
              <a:buSzPts val="645"/>
              <a:buFont typeface="Arial"/>
              <a:buNone/>
            </a:pPr>
            <a:r>
              <a:rPr lang="en" sz="645" b="0" i="0" u="none" strike="noStrike" cap="none">
                <a:solidFill>
                  <a:srgbClr val="1A56DB"/>
                </a:solidFill>
                <a:latin typeface="Calibri" panose="020F0502020204030204" pitchFamily="34" charset="0"/>
                <a:ea typeface="Calibri" panose="020F0502020204030204" pitchFamily="34" charset="0"/>
                <a:cs typeface="Calibri" panose="020F0502020204030204" pitchFamily="34" charset="0"/>
                <a:sym typeface="Calibri"/>
              </a:rPr>
              <a:t>{{ASM_CRED}}</a:t>
            </a:r>
            <a:endParaRPr sz="645"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913" name="Google Shape;913;p63"/>
          <p:cNvSpPr/>
          <p:nvPr/>
        </p:nvSpPr>
        <p:spPr>
          <a:xfrm>
            <a:off x="6927625" y="3228085"/>
            <a:ext cx="882000" cy="1953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56DB"/>
              </a:buClr>
              <a:buSzPts val="645"/>
              <a:buFont typeface="Arial"/>
              <a:buNone/>
            </a:pPr>
            <a:r>
              <a:rPr lang="en" sz="645" b="0" i="0" u="none" strike="noStrike" cap="none">
                <a:solidFill>
                  <a:srgbClr val="1A56DB"/>
                </a:solidFill>
                <a:latin typeface="Calibri" panose="020F0502020204030204" pitchFamily="34" charset="0"/>
                <a:ea typeface="Calibri" panose="020F0502020204030204" pitchFamily="34" charset="0"/>
                <a:cs typeface="Calibri" panose="020F0502020204030204" pitchFamily="34" charset="0"/>
                <a:sym typeface="Calibri"/>
              </a:rPr>
              <a:t>{{ASM_HPT}}</a:t>
            </a:r>
            <a:endParaRPr sz="645"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914" name="Google Shape;914;p63"/>
          <p:cNvSpPr/>
          <p:nvPr/>
        </p:nvSpPr>
        <p:spPr>
          <a:xfrm>
            <a:off x="6922129" y="3431030"/>
            <a:ext cx="882000" cy="1953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56DB"/>
              </a:buClr>
              <a:buSzPts val="645"/>
              <a:buFont typeface="Arial"/>
              <a:buNone/>
            </a:pPr>
            <a:r>
              <a:rPr lang="en" sz="645" b="0" i="0" u="none" strike="noStrike" cap="none">
                <a:solidFill>
                  <a:srgbClr val="1A56DB"/>
                </a:solidFill>
                <a:latin typeface="Calibri" panose="020F0502020204030204" pitchFamily="34" charset="0"/>
                <a:ea typeface="Calibri" panose="020F0502020204030204" pitchFamily="34" charset="0"/>
                <a:cs typeface="Calibri" panose="020F0502020204030204" pitchFamily="34" charset="0"/>
                <a:sym typeface="Calibri"/>
              </a:rPr>
              <a:t>{{ASM_DAST}}</a:t>
            </a:r>
            <a:endParaRPr sz="645"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915" name="Google Shape;915;p63"/>
          <p:cNvSpPr/>
          <p:nvPr/>
        </p:nvSpPr>
        <p:spPr>
          <a:xfrm>
            <a:off x="6916633" y="3633976"/>
            <a:ext cx="882000" cy="1953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56DB"/>
              </a:buClr>
              <a:buSzPts val="645"/>
              <a:buFont typeface="Arial"/>
              <a:buNone/>
            </a:pPr>
            <a:r>
              <a:rPr lang="en" sz="645" b="0" i="0" u="none" strike="noStrike" cap="none">
                <a:solidFill>
                  <a:srgbClr val="1A56DB"/>
                </a:solidFill>
                <a:latin typeface="Calibri" panose="020F0502020204030204" pitchFamily="34" charset="0"/>
                <a:ea typeface="Calibri" panose="020F0502020204030204" pitchFamily="34" charset="0"/>
                <a:cs typeface="Calibri" panose="020F0502020204030204" pitchFamily="34" charset="0"/>
                <a:sym typeface="Calibri"/>
              </a:rPr>
              <a:t>{{ASM_VEXP}}</a:t>
            </a:r>
            <a:endParaRPr sz="645"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916" name="Google Shape;916;p63"/>
          <p:cNvSpPr/>
          <p:nvPr/>
        </p:nvSpPr>
        <p:spPr>
          <a:xfrm>
            <a:off x="6911137" y="3836921"/>
            <a:ext cx="882000" cy="1953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56DB"/>
              </a:buClr>
              <a:buSzPts val="645"/>
              <a:buFont typeface="Arial"/>
              <a:buNone/>
            </a:pPr>
            <a:r>
              <a:rPr lang="en" sz="645" b="0" i="0" u="none" strike="noStrike" cap="none">
                <a:solidFill>
                  <a:srgbClr val="1A56DB"/>
                </a:solidFill>
                <a:latin typeface="Calibri" panose="020F0502020204030204" pitchFamily="34" charset="0"/>
                <a:ea typeface="Calibri" panose="020F0502020204030204" pitchFamily="34" charset="0"/>
                <a:cs typeface="Calibri" panose="020F0502020204030204" pitchFamily="34" charset="0"/>
                <a:sym typeface="Calibri"/>
              </a:rPr>
              <a:t>{{ASM_EAR}}</a:t>
            </a:r>
            <a:endParaRPr sz="645"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917" name="Google Shape;917;p63"/>
          <p:cNvSpPr/>
          <p:nvPr/>
        </p:nvSpPr>
        <p:spPr>
          <a:xfrm>
            <a:off x="6903681" y="4039867"/>
            <a:ext cx="882000" cy="1953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56DB"/>
              </a:buClr>
              <a:buSzPts val="645"/>
              <a:buFont typeface="Arial"/>
              <a:buNone/>
            </a:pPr>
            <a:r>
              <a:rPr lang="en" sz="645" b="0" i="0" u="none" strike="noStrike" cap="none">
                <a:solidFill>
                  <a:srgbClr val="1A56DB"/>
                </a:solidFill>
                <a:latin typeface="Calibri" panose="020F0502020204030204" pitchFamily="34" charset="0"/>
                <a:ea typeface="Calibri" panose="020F0502020204030204" pitchFamily="34" charset="0"/>
                <a:cs typeface="Calibri" panose="020F0502020204030204" pitchFamily="34" charset="0"/>
                <a:sym typeface="Calibri"/>
              </a:rPr>
              <a:t>{{ASM_VULN}}</a:t>
            </a:r>
            <a:endParaRPr sz="645"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918" name="Google Shape;918;p63"/>
          <p:cNvSpPr/>
          <p:nvPr/>
        </p:nvSpPr>
        <p:spPr>
          <a:xfrm>
            <a:off x="6901636" y="4242812"/>
            <a:ext cx="882000" cy="1953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56DB"/>
              </a:buClr>
              <a:buSzPts val="645"/>
              <a:buFont typeface="Arial"/>
              <a:buNone/>
            </a:pPr>
            <a:r>
              <a:rPr lang="en" sz="645" b="0" i="0" u="none" strike="noStrike" cap="none">
                <a:solidFill>
                  <a:srgbClr val="1A56DB"/>
                </a:solidFill>
                <a:latin typeface="Calibri" panose="020F0502020204030204" pitchFamily="34" charset="0"/>
                <a:ea typeface="Calibri" panose="020F0502020204030204" pitchFamily="34" charset="0"/>
                <a:cs typeface="Calibri" panose="020F0502020204030204" pitchFamily="34" charset="0"/>
                <a:sym typeface="Calibri"/>
              </a:rPr>
              <a:t>{{ASM_DATA}}</a:t>
            </a:r>
            <a:endParaRPr sz="645"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919" name="Google Shape;919;p63"/>
          <p:cNvSpPr/>
          <p:nvPr/>
        </p:nvSpPr>
        <p:spPr>
          <a:xfrm>
            <a:off x="0" y="0"/>
            <a:ext cx="9144000" cy="54900"/>
          </a:xfrm>
          <a:prstGeom prst="rect">
            <a:avLst/>
          </a:prstGeom>
          <a:solidFill>
            <a:srgbClr val="1A56DB"/>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920" name="Google Shape;920;p63"/>
          <p:cNvSpPr/>
          <p:nvPr/>
        </p:nvSpPr>
        <p:spPr>
          <a:xfrm>
            <a:off x="457200" y="164592"/>
            <a:ext cx="6400800" cy="3657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56DB"/>
              </a:buClr>
              <a:buSzPts val="1600"/>
              <a:buFont typeface="DM Sans"/>
              <a:buNone/>
            </a:pPr>
            <a:r>
              <a:rPr lang="en" sz="2000" b="0" i="0" u="none" strike="noStrike" cap="none">
                <a:solidFill>
                  <a:schemeClr val="dk2"/>
                </a:solidFill>
                <a:latin typeface="Calibri" panose="020F0502020204030204" pitchFamily="34" charset="0"/>
                <a:ea typeface="Calibri" panose="020F0502020204030204" pitchFamily="34" charset="0"/>
                <a:cs typeface="Calibri" panose="020F0502020204030204" pitchFamily="34" charset="0"/>
                <a:sym typeface="Calibri"/>
              </a:rPr>
              <a:t>Scanner Configuration — Workload &amp; Attack Surface</a:t>
            </a:r>
            <a:endParaRPr sz="2000" b="0" i="0" u="none" strike="noStrike" cap="none">
              <a:solidFill>
                <a:schemeClr val="dk2"/>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921" name="Google Shape;921;p63"/>
          <p:cNvSpPr/>
          <p:nvPr/>
        </p:nvSpPr>
        <p:spPr>
          <a:xfrm>
            <a:off x="457200" y="548640"/>
            <a:ext cx="7315200" cy="2286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B7280"/>
              </a:buClr>
              <a:buSzPts val="900"/>
              <a:buFont typeface="DM Sans"/>
              <a:buNone/>
            </a:pPr>
            <a:r>
              <a:rPr lang="en" sz="1100" b="0" i="0" u="none" strike="noStrike" cap="none">
                <a:solidFill>
                  <a:srgbClr val="595959"/>
                </a:solidFill>
                <a:latin typeface="Calibri" panose="020F0502020204030204" pitchFamily="34" charset="0"/>
                <a:ea typeface="Calibri" panose="020F0502020204030204" pitchFamily="34" charset="0"/>
                <a:cs typeface="Calibri" panose="020F0502020204030204" pitchFamily="34" charset="0"/>
                <a:sym typeface="Calibri"/>
              </a:rPr>
              <a:t>Current workload scanner and attack surface management configuration settings.</a:t>
            </a:r>
            <a:endParaRPr sz="1100" b="0" i="0" u="none" strike="noStrike" cap="none">
              <a:solidFill>
                <a:srgbClr val="595959"/>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922" name="Google Shape;922;p63"/>
          <p:cNvSpPr/>
          <p:nvPr/>
        </p:nvSpPr>
        <p:spPr>
          <a:xfrm>
            <a:off x="239233" y="868680"/>
            <a:ext cx="4224479" cy="2742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923" name="Google Shape;923;p63"/>
          <p:cNvSpPr/>
          <p:nvPr/>
        </p:nvSpPr>
        <p:spPr>
          <a:xfrm>
            <a:off x="243488" y="868680"/>
            <a:ext cx="93340" cy="274200"/>
          </a:xfrm>
          <a:prstGeom prst="rect">
            <a:avLst/>
          </a:prstGeom>
          <a:solidFill>
            <a:srgbClr val="1A56DB"/>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924" name="Google Shape;924;p63"/>
          <p:cNvSpPr/>
          <p:nvPr/>
        </p:nvSpPr>
        <p:spPr>
          <a:xfrm>
            <a:off x="502920" y="858268"/>
            <a:ext cx="3794700" cy="274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56DB"/>
              </a:buClr>
              <a:buSzPts val="1000"/>
              <a:buFont typeface="DM Sans"/>
              <a:buNone/>
            </a:pPr>
            <a:r>
              <a:rPr lang="en" sz="1100" b="1" i="0" u="sng" strike="noStrike" cap="none">
                <a:solidFill>
                  <a:schemeClr val="hlink"/>
                </a:solidFill>
                <a:latin typeface="Calibri" panose="020F0502020204030204" pitchFamily="34" charset="0"/>
                <a:ea typeface="Calibri" panose="020F0502020204030204" pitchFamily="34" charset="0"/>
                <a:cs typeface="Calibri" panose="020F0502020204030204" pitchFamily="34" charset="0"/>
                <a:sym typeface="Calibri"/>
                <a:hlinkClick r:id="rId5"/>
              </a:rPr>
              <a:t>WORKLOAD SCANNER</a:t>
            </a:r>
            <a:r>
              <a:rPr lang="en" sz="1100"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a:t> </a:t>
            </a:r>
            <a:r>
              <a:rPr lang="en" sz="1300" b="0" i="0" u="none" strike="noStrike" cap="none">
                <a:solidFill>
                  <a:schemeClr val="hlink"/>
                </a:solidFill>
                <a:uFill>
                  <a:noFill/>
                </a:uFill>
                <a:latin typeface="Calibri" panose="020F0502020204030204" pitchFamily="34" charset="0"/>
                <a:ea typeface="Calibri" panose="020F0502020204030204" pitchFamily="34" charset="0"/>
                <a:cs typeface="Calibri" panose="020F0502020204030204" pitchFamily="34" charset="0"/>
                <a:sym typeface="Calibri"/>
                <a:hlinkClick r:id="rId6"/>
              </a:rPr>
              <a:t>↗</a:t>
            </a:r>
            <a:endParaRPr sz="900" b="0" i="0" u="none" strike="noStrike" cap="none">
              <a:solidFill>
                <a:srgbClr val="0254EC"/>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925" name="Google Shape;925;p63"/>
          <p:cNvSpPr/>
          <p:nvPr/>
        </p:nvSpPr>
        <p:spPr>
          <a:xfrm>
            <a:off x="365760" y="1212609"/>
            <a:ext cx="3977700" cy="2013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926" name="Google Shape;926;p63"/>
          <p:cNvSpPr/>
          <p:nvPr/>
        </p:nvSpPr>
        <p:spPr>
          <a:xfrm>
            <a:off x="457200" y="1212609"/>
            <a:ext cx="1988700" cy="2013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B7280"/>
              </a:buClr>
              <a:buSzPts val="700"/>
              <a:buFont typeface="DM Sans"/>
              <a:buNone/>
            </a:pPr>
            <a:r>
              <a:rPr lang="en" sz="1000" b="1" i="0" u="none" strike="noStrike" cap="none">
                <a:solidFill>
                  <a:srgbClr val="6B7280"/>
                </a:solidFill>
                <a:latin typeface="Calibri" panose="020F0502020204030204" pitchFamily="34" charset="0"/>
                <a:ea typeface="Calibri" panose="020F0502020204030204" pitchFamily="34" charset="0"/>
                <a:cs typeface="Calibri" panose="020F0502020204030204" pitchFamily="34" charset="0"/>
                <a:sym typeface="Calibri"/>
              </a:rPr>
              <a:t>Setting</a:t>
            </a:r>
            <a:endParaRPr sz="1000"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927" name="Google Shape;927;p63"/>
          <p:cNvSpPr/>
          <p:nvPr/>
        </p:nvSpPr>
        <p:spPr>
          <a:xfrm>
            <a:off x="2514439" y="1212602"/>
            <a:ext cx="1034100" cy="2013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B7280"/>
              </a:buClr>
              <a:buSzPts val="700"/>
              <a:buFont typeface="DM Sans"/>
              <a:buNone/>
            </a:pPr>
            <a:r>
              <a:rPr lang="en" sz="1000" b="1" i="0" u="none" strike="noStrike" cap="none">
                <a:solidFill>
                  <a:srgbClr val="6B7280"/>
                </a:solidFill>
                <a:latin typeface="Calibri" panose="020F0502020204030204" pitchFamily="34" charset="0"/>
                <a:ea typeface="Calibri" panose="020F0502020204030204" pitchFamily="34" charset="0"/>
                <a:cs typeface="Calibri" panose="020F0502020204030204" pitchFamily="34" charset="0"/>
                <a:sym typeface="Calibri"/>
              </a:rPr>
              <a:t>Status</a:t>
            </a:r>
            <a:endParaRPr sz="1000"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928" name="Google Shape;928;p63"/>
          <p:cNvSpPr/>
          <p:nvPr/>
        </p:nvSpPr>
        <p:spPr>
          <a:xfrm>
            <a:off x="3398583" y="1212602"/>
            <a:ext cx="990900" cy="2013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B7280"/>
              </a:buClr>
              <a:buSzPts val="700"/>
              <a:buFont typeface="DM Sans"/>
              <a:buNone/>
            </a:pPr>
            <a:r>
              <a:rPr lang="en" sz="1000" b="1" i="0" u="none" strike="noStrike" cap="none">
                <a:solidFill>
                  <a:srgbClr val="6B7280"/>
                </a:solidFill>
                <a:latin typeface="Calibri" panose="020F0502020204030204" pitchFamily="34" charset="0"/>
                <a:ea typeface="Calibri" panose="020F0502020204030204" pitchFamily="34" charset="0"/>
                <a:cs typeface="Calibri" panose="020F0502020204030204" pitchFamily="34" charset="0"/>
                <a:sym typeface="Calibri"/>
              </a:rPr>
              <a:t>Recommended</a:t>
            </a:r>
            <a:endParaRPr sz="1000"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p:txBody>
      </p:sp>
      <p:cxnSp>
        <p:nvCxnSpPr>
          <p:cNvPr id="929" name="Google Shape;929;p63"/>
          <p:cNvCxnSpPr/>
          <p:nvPr/>
        </p:nvCxnSpPr>
        <p:spPr>
          <a:xfrm>
            <a:off x="365750" y="1644243"/>
            <a:ext cx="3977700" cy="0"/>
          </a:xfrm>
          <a:prstGeom prst="straightConnector1">
            <a:avLst/>
          </a:prstGeom>
          <a:noFill/>
          <a:ln w="9525" cap="flat" cmpd="sng">
            <a:solidFill>
              <a:srgbClr val="888888"/>
            </a:solidFill>
            <a:prstDash val="solid"/>
            <a:round/>
            <a:headEnd type="none" w="sm" len="sm"/>
            <a:tailEnd type="none" w="sm" len="sm"/>
          </a:ln>
        </p:spPr>
      </p:cxnSp>
      <p:sp>
        <p:nvSpPr>
          <p:cNvPr id="930" name="Google Shape;930;p63"/>
          <p:cNvSpPr/>
          <p:nvPr/>
        </p:nvSpPr>
        <p:spPr>
          <a:xfrm>
            <a:off x="2514443" y="1413775"/>
            <a:ext cx="875100" cy="2307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56DB"/>
              </a:buClr>
              <a:buSzPts val="700"/>
              <a:buFont typeface="Arial"/>
              <a:buNone/>
            </a:pPr>
            <a:r>
              <a:rPr lang="en" sz="700" b="0" i="0" u="none" strike="noStrike" cap="none">
                <a:solidFill>
                  <a:srgbClr val="1A56DB"/>
                </a:solidFill>
                <a:latin typeface="Calibri" panose="020F0502020204030204" pitchFamily="34" charset="0"/>
                <a:ea typeface="Calibri" panose="020F0502020204030204" pitchFamily="34" charset="0"/>
                <a:cs typeface="Calibri" panose="020F0502020204030204" pitchFamily="34" charset="0"/>
                <a:sym typeface="Calibri"/>
              </a:rPr>
              <a:t>{{WS_NONOS}}</a:t>
            </a:r>
            <a:endParaRPr sz="700"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931" name="Google Shape;931;p63"/>
          <p:cNvSpPr/>
          <p:nvPr/>
        </p:nvSpPr>
        <p:spPr>
          <a:xfrm>
            <a:off x="3412672" y="1453521"/>
            <a:ext cx="939600" cy="175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9CA3AF"/>
              </a:buClr>
              <a:buSzPts val="500"/>
              <a:buFont typeface="Arial"/>
              <a:buNone/>
            </a:pPr>
            <a:r>
              <a:rPr lang="en" sz="800" b="0" i="0" u="none" strike="noStrike" cap="none">
                <a:solidFill>
                  <a:srgbClr val="595959"/>
                </a:solidFill>
                <a:latin typeface="Calibri" panose="020F0502020204030204" pitchFamily="34" charset="0"/>
                <a:ea typeface="Calibri" panose="020F0502020204030204" pitchFamily="34" charset="0"/>
                <a:cs typeface="Calibri" panose="020F0502020204030204" pitchFamily="34" charset="0"/>
                <a:sym typeface="Calibri"/>
              </a:rPr>
              <a:t>{{WS_NONOS_R}}</a:t>
            </a:r>
            <a:endParaRPr sz="800" b="0" i="0" u="none" strike="noStrike" cap="none">
              <a:solidFill>
                <a:srgbClr val="595959"/>
              </a:solidFill>
              <a:latin typeface="Calibri" panose="020F0502020204030204" pitchFamily="34" charset="0"/>
              <a:ea typeface="Calibri" panose="020F0502020204030204" pitchFamily="34" charset="0"/>
              <a:cs typeface="Calibri" panose="020F0502020204030204" pitchFamily="34" charset="0"/>
              <a:sym typeface="Calibri"/>
            </a:endParaRPr>
          </a:p>
        </p:txBody>
      </p:sp>
      <p:cxnSp>
        <p:nvCxnSpPr>
          <p:cNvPr id="932" name="Google Shape;932;p63"/>
          <p:cNvCxnSpPr/>
          <p:nvPr/>
        </p:nvCxnSpPr>
        <p:spPr>
          <a:xfrm>
            <a:off x="365750" y="1874226"/>
            <a:ext cx="3977700" cy="0"/>
          </a:xfrm>
          <a:prstGeom prst="straightConnector1">
            <a:avLst/>
          </a:prstGeom>
          <a:noFill/>
          <a:ln w="9525" cap="flat" cmpd="sng">
            <a:solidFill>
              <a:srgbClr val="888888"/>
            </a:solidFill>
            <a:prstDash val="solid"/>
            <a:round/>
            <a:headEnd type="none" w="sm" len="sm"/>
            <a:tailEnd type="none" w="sm" len="sm"/>
          </a:ln>
        </p:spPr>
      </p:cxnSp>
      <p:sp>
        <p:nvSpPr>
          <p:cNvPr id="933" name="Google Shape;933;p63"/>
          <p:cNvSpPr/>
          <p:nvPr/>
        </p:nvSpPr>
        <p:spPr>
          <a:xfrm>
            <a:off x="2514443" y="1644569"/>
            <a:ext cx="875100" cy="2307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56DB"/>
              </a:buClr>
              <a:buSzPts val="700"/>
              <a:buFont typeface="Arial"/>
              <a:buNone/>
            </a:pPr>
            <a:r>
              <a:rPr lang="en" sz="700" b="0" i="0" u="none" strike="noStrike" cap="none">
                <a:solidFill>
                  <a:srgbClr val="1A56DB"/>
                </a:solidFill>
                <a:latin typeface="Calibri" panose="020F0502020204030204" pitchFamily="34" charset="0"/>
                <a:ea typeface="Calibri" panose="020F0502020204030204" pitchFamily="34" charset="0"/>
                <a:cs typeface="Calibri" panose="020F0502020204030204" pitchFamily="34" charset="0"/>
                <a:sym typeface="Calibri"/>
              </a:rPr>
              <a:t>{{WS_VM}}</a:t>
            </a:r>
            <a:endParaRPr sz="700"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934" name="Google Shape;934;p63"/>
          <p:cNvSpPr/>
          <p:nvPr/>
        </p:nvSpPr>
        <p:spPr>
          <a:xfrm>
            <a:off x="3412669" y="1683431"/>
            <a:ext cx="939600" cy="175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9CA3AF"/>
              </a:buClr>
              <a:buSzPts val="500"/>
              <a:buFont typeface="Arial"/>
              <a:buNone/>
            </a:pPr>
            <a:r>
              <a:rPr lang="en" sz="800" b="0" i="0" u="none" strike="noStrike" cap="none">
                <a:solidFill>
                  <a:srgbClr val="595959"/>
                </a:solidFill>
                <a:latin typeface="Calibri" panose="020F0502020204030204" pitchFamily="34" charset="0"/>
                <a:ea typeface="Calibri" panose="020F0502020204030204" pitchFamily="34" charset="0"/>
                <a:cs typeface="Calibri" panose="020F0502020204030204" pitchFamily="34" charset="0"/>
                <a:sym typeface="Calibri"/>
              </a:rPr>
              <a:t>{{WS_VM_R}}</a:t>
            </a:r>
            <a:endParaRPr sz="800" b="0" i="0" u="none" strike="noStrike" cap="none">
              <a:solidFill>
                <a:srgbClr val="595959"/>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935" name="Google Shape;935;p63"/>
          <p:cNvSpPr/>
          <p:nvPr/>
        </p:nvSpPr>
        <p:spPr>
          <a:xfrm>
            <a:off x="2514443" y="1875363"/>
            <a:ext cx="875100" cy="2307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56DB"/>
              </a:buClr>
              <a:buSzPts val="700"/>
              <a:buFont typeface="Arial"/>
              <a:buNone/>
            </a:pPr>
            <a:r>
              <a:rPr lang="en" sz="700" b="0" i="0" u="none" strike="noStrike" cap="none">
                <a:solidFill>
                  <a:srgbClr val="1A56DB"/>
                </a:solidFill>
                <a:latin typeface="Calibri" panose="020F0502020204030204" pitchFamily="34" charset="0"/>
                <a:ea typeface="Calibri" panose="020F0502020204030204" pitchFamily="34" charset="0"/>
                <a:cs typeface="Calibri" panose="020F0502020204030204" pitchFamily="34" charset="0"/>
                <a:sym typeface="Calibri"/>
              </a:rPr>
              <a:t>{{WS_CMK}}</a:t>
            </a:r>
            <a:endParaRPr sz="700"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p:txBody>
      </p:sp>
      <p:cxnSp>
        <p:nvCxnSpPr>
          <p:cNvPr id="936" name="Google Shape;936;p63"/>
          <p:cNvCxnSpPr/>
          <p:nvPr/>
        </p:nvCxnSpPr>
        <p:spPr>
          <a:xfrm>
            <a:off x="365750" y="2104209"/>
            <a:ext cx="3977700" cy="0"/>
          </a:xfrm>
          <a:prstGeom prst="straightConnector1">
            <a:avLst/>
          </a:prstGeom>
          <a:noFill/>
          <a:ln w="9525" cap="flat" cmpd="sng">
            <a:solidFill>
              <a:srgbClr val="888888"/>
            </a:solidFill>
            <a:prstDash val="solid"/>
            <a:round/>
            <a:headEnd type="none" w="sm" len="sm"/>
            <a:tailEnd type="none" w="sm" len="sm"/>
          </a:ln>
        </p:spPr>
      </p:cxnSp>
      <p:cxnSp>
        <p:nvCxnSpPr>
          <p:cNvPr id="937" name="Google Shape;937;p63"/>
          <p:cNvCxnSpPr/>
          <p:nvPr/>
        </p:nvCxnSpPr>
        <p:spPr>
          <a:xfrm>
            <a:off x="365750" y="2334193"/>
            <a:ext cx="3977700" cy="0"/>
          </a:xfrm>
          <a:prstGeom prst="straightConnector1">
            <a:avLst/>
          </a:prstGeom>
          <a:noFill/>
          <a:ln w="9525" cap="flat" cmpd="sng">
            <a:solidFill>
              <a:srgbClr val="888888"/>
            </a:solidFill>
            <a:prstDash val="solid"/>
            <a:round/>
            <a:headEnd type="none" w="sm" len="sm"/>
            <a:tailEnd type="none" w="sm" len="sm"/>
          </a:ln>
        </p:spPr>
      </p:cxnSp>
      <p:sp>
        <p:nvSpPr>
          <p:cNvPr id="938" name="Google Shape;938;p63"/>
          <p:cNvSpPr/>
          <p:nvPr/>
        </p:nvSpPr>
        <p:spPr>
          <a:xfrm>
            <a:off x="2514443" y="2106157"/>
            <a:ext cx="875100" cy="2307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56DB"/>
              </a:buClr>
              <a:buSzPts val="700"/>
              <a:buFont typeface="Arial"/>
              <a:buNone/>
            </a:pPr>
            <a:r>
              <a:rPr lang="en" sz="700" b="0" i="0" u="none" strike="noStrike" cap="none">
                <a:solidFill>
                  <a:srgbClr val="1A56DB"/>
                </a:solidFill>
                <a:latin typeface="Calibri" panose="020F0502020204030204" pitchFamily="34" charset="0"/>
                <a:ea typeface="Calibri" panose="020F0502020204030204" pitchFamily="34" charset="0"/>
                <a:cs typeface="Calibri" panose="020F0502020204030204" pitchFamily="34" charset="0"/>
                <a:sym typeface="Calibri"/>
              </a:rPr>
              <a:t>{{WS_TVOL}}</a:t>
            </a:r>
            <a:endParaRPr sz="700"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p:txBody>
      </p:sp>
      <p:cxnSp>
        <p:nvCxnSpPr>
          <p:cNvPr id="939" name="Google Shape;939;p63"/>
          <p:cNvCxnSpPr/>
          <p:nvPr/>
        </p:nvCxnSpPr>
        <p:spPr>
          <a:xfrm>
            <a:off x="365750" y="2564176"/>
            <a:ext cx="3977700" cy="0"/>
          </a:xfrm>
          <a:prstGeom prst="straightConnector1">
            <a:avLst/>
          </a:prstGeom>
          <a:noFill/>
          <a:ln w="9525" cap="flat" cmpd="sng">
            <a:solidFill>
              <a:srgbClr val="888888"/>
            </a:solidFill>
            <a:prstDash val="solid"/>
            <a:round/>
            <a:headEnd type="none" w="sm" len="sm"/>
            <a:tailEnd type="none" w="sm" len="sm"/>
          </a:ln>
        </p:spPr>
      </p:cxnSp>
      <p:sp>
        <p:nvSpPr>
          <p:cNvPr id="940" name="Google Shape;940;p63"/>
          <p:cNvSpPr/>
          <p:nvPr/>
        </p:nvSpPr>
        <p:spPr>
          <a:xfrm>
            <a:off x="2514443" y="2336951"/>
            <a:ext cx="875100" cy="2307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56DB"/>
              </a:buClr>
              <a:buSzPts val="700"/>
              <a:buFont typeface="Arial"/>
              <a:buNone/>
            </a:pPr>
            <a:r>
              <a:rPr lang="en" sz="700" b="0" i="0" u="none" strike="noStrike" cap="none">
                <a:solidFill>
                  <a:srgbClr val="1A56DB"/>
                </a:solidFill>
                <a:latin typeface="Calibri" panose="020F0502020204030204" pitchFamily="34" charset="0"/>
                <a:ea typeface="Calibri" panose="020F0502020204030204" pitchFamily="34" charset="0"/>
                <a:cs typeface="Calibri" panose="020F0502020204030204" pitchFamily="34" charset="0"/>
                <a:sym typeface="Calibri"/>
              </a:rPr>
              <a:t>{{WS_LSAIL}}</a:t>
            </a:r>
            <a:endParaRPr sz="700"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p:txBody>
      </p:sp>
      <p:cxnSp>
        <p:nvCxnSpPr>
          <p:cNvPr id="941" name="Google Shape;941;p63"/>
          <p:cNvCxnSpPr/>
          <p:nvPr/>
        </p:nvCxnSpPr>
        <p:spPr>
          <a:xfrm>
            <a:off x="365750" y="2794159"/>
            <a:ext cx="3977700" cy="0"/>
          </a:xfrm>
          <a:prstGeom prst="straightConnector1">
            <a:avLst/>
          </a:prstGeom>
          <a:noFill/>
          <a:ln w="9525" cap="flat" cmpd="sng">
            <a:solidFill>
              <a:srgbClr val="888888"/>
            </a:solidFill>
            <a:prstDash val="solid"/>
            <a:round/>
            <a:headEnd type="none" w="sm" len="sm"/>
            <a:tailEnd type="none" w="sm" len="sm"/>
          </a:ln>
        </p:spPr>
      </p:cxnSp>
      <p:sp>
        <p:nvSpPr>
          <p:cNvPr id="942" name="Google Shape;942;p63"/>
          <p:cNvSpPr/>
          <p:nvPr/>
        </p:nvSpPr>
        <p:spPr>
          <a:xfrm>
            <a:off x="2514443" y="2567745"/>
            <a:ext cx="875100" cy="2307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56DB"/>
              </a:buClr>
              <a:buSzPts val="700"/>
              <a:buFont typeface="Arial"/>
              <a:buNone/>
            </a:pPr>
            <a:r>
              <a:rPr lang="en" sz="700" b="0" i="0" u="none" strike="noStrike" cap="none">
                <a:solidFill>
                  <a:srgbClr val="1A56DB"/>
                </a:solidFill>
                <a:latin typeface="Calibri" panose="020F0502020204030204" pitchFamily="34" charset="0"/>
                <a:ea typeface="Calibri" panose="020F0502020204030204" pitchFamily="34" charset="0"/>
                <a:cs typeface="Calibri" panose="020F0502020204030204" pitchFamily="34" charset="0"/>
                <a:sym typeface="Calibri"/>
              </a:rPr>
              <a:t>{{WS_LAMB}}</a:t>
            </a:r>
            <a:endParaRPr sz="700"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p:txBody>
      </p:sp>
      <p:cxnSp>
        <p:nvCxnSpPr>
          <p:cNvPr id="943" name="Google Shape;943;p63"/>
          <p:cNvCxnSpPr/>
          <p:nvPr/>
        </p:nvCxnSpPr>
        <p:spPr>
          <a:xfrm>
            <a:off x="365750" y="3024142"/>
            <a:ext cx="3977700" cy="0"/>
          </a:xfrm>
          <a:prstGeom prst="straightConnector1">
            <a:avLst/>
          </a:prstGeom>
          <a:noFill/>
          <a:ln w="9525" cap="flat" cmpd="sng">
            <a:solidFill>
              <a:srgbClr val="888888"/>
            </a:solidFill>
            <a:prstDash val="solid"/>
            <a:round/>
            <a:headEnd type="none" w="sm" len="sm"/>
            <a:tailEnd type="none" w="sm" len="sm"/>
          </a:ln>
        </p:spPr>
      </p:cxnSp>
      <p:sp>
        <p:nvSpPr>
          <p:cNvPr id="944" name="Google Shape;944;p63"/>
          <p:cNvSpPr/>
          <p:nvPr/>
        </p:nvSpPr>
        <p:spPr>
          <a:xfrm>
            <a:off x="2514443" y="2798539"/>
            <a:ext cx="875100" cy="2307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56DB"/>
              </a:buClr>
              <a:buSzPts val="700"/>
              <a:buFont typeface="Arial"/>
              <a:buNone/>
            </a:pPr>
            <a:r>
              <a:rPr lang="en" sz="700" b="0" i="0" u="none" strike="noStrike" cap="none">
                <a:solidFill>
                  <a:srgbClr val="1A56DB"/>
                </a:solidFill>
                <a:latin typeface="Calibri" panose="020F0502020204030204" pitchFamily="34" charset="0"/>
                <a:ea typeface="Calibri" panose="020F0502020204030204" pitchFamily="34" charset="0"/>
                <a:cs typeface="Calibri" panose="020F0502020204030204" pitchFamily="34" charset="0"/>
                <a:sym typeface="Calibri"/>
              </a:rPr>
              <a:t>{{WS_TAGS}}</a:t>
            </a:r>
            <a:endParaRPr sz="700"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p:txBody>
      </p:sp>
      <p:cxnSp>
        <p:nvCxnSpPr>
          <p:cNvPr id="945" name="Google Shape;945;p63"/>
          <p:cNvCxnSpPr/>
          <p:nvPr/>
        </p:nvCxnSpPr>
        <p:spPr>
          <a:xfrm>
            <a:off x="365750" y="3254126"/>
            <a:ext cx="3977700" cy="0"/>
          </a:xfrm>
          <a:prstGeom prst="straightConnector1">
            <a:avLst/>
          </a:prstGeom>
          <a:noFill/>
          <a:ln w="9525" cap="flat" cmpd="sng">
            <a:solidFill>
              <a:srgbClr val="888888"/>
            </a:solidFill>
            <a:prstDash val="solid"/>
            <a:round/>
            <a:headEnd type="none" w="sm" len="sm"/>
            <a:tailEnd type="none" w="sm" len="sm"/>
          </a:ln>
        </p:spPr>
      </p:cxnSp>
      <p:sp>
        <p:nvSpPr>
          <p:cNvPr id="946" name="Google Shape;946;p63"/>
          <p:cNvSpPr/>
          <p:nvPr/>
        </p:nvSpPr>
        <p:spPr>
          <a:xfrm>
            <a:off x="2514443" y="3029333"/>
            <a:ext cx="875100" cy="2307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56DB"/>
              </a:buClr>
              <a:buSzPts val="700"/>
              <a:buFont typeface="Arial"/>
              <a:buNone/>
            </a:pPr>
            <a:r>
              <a:rPr lang="en" sz="700" b="0" i="0" u="none" strike="noStrike" cap="none">
                <a:solidFill>
                  <a:srgbClr val="1A56DB"/>
                </a:solidFill>
                <a:latin typeface="Calibri" panose="020F0502020204030204" pitchFamily="34" charset="0"/>
                <a:ea typeface="Calibri" panose="020F0502020204030204" pitchFamily="34" charset="0"/>
                <a:cs typeface="Calibri" panose="020F0502020204030204" pitchFamily="34" charset="0"/>
                <a:sym typeface="Calibri"/>
              </a:rPr>
              <a:t>{{WS_EXCL}}</a:t>
            </a:r>
            <a:endParaRPr sz="700"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947" name="Google Shape;947;p63"/>
          <p:cNvSpPr/>
          <p:nvPr/>
        </p:nvSpPr>
        <p:spPr>
          <a:xfrm>
            <a:off x="3412669" y="3052388"/>
            <a:ext cx="939600" cy="175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9CA3AF"/>
              </a:buClr>
              <a:buSzPts val="500"/>
              <a:buFont typeface="Arial"/>
              <a:buNone/>
            </a:pPr>
            <a:r>
              <a:rPr lang="en" sz="800" b="0" i="0" u="none" strike="noStrike" cap="none">
                <a:solidFill>
                  <a:srgbClr val="595959"/>
                </a:solidFill>
                <a:latin typeface="Calibri" panose="020F0502020204030204" pitchFamily="34" charset="0"/>
                <a:ea typeface="Calibri" panose="020F0502020204030204" pitchFamily="34" charset="0"/>
                <a:cs typeface="Calibri" panose="020F0502020204030204" pitchFamily="34" charset="0"/>
                <a:sym typeface="Calibri"/>
              </a:rPr>
              <a:t>{{WS_EXCL_R}}</a:t>
            </a:r>
            <a:endParaRPr sz="800" b="0" i="0" u="none" strike="noStrike" cap="none">
              <a:solidFill>
                <a:srgbClr val="595959"/>
              </a:solidFill>
              <a:latin typeface="Calibri" panose="020F0502020204030204" pitchFamily="34" charset="0"/>
              <a:ea typeface="Calibri" panose="020F0502020204030204" pitchFamily="34" charset="0"/>
              <a:cs typeface="Calibri" panose="020F0502020204030204" pitchFamily="34" charset="0"/>
              <a:sym typeface="Calibri"/>
            </a:endParaRPr>
          </a:p>
        </p:txBody>
      </p:sp>
      <p:cxnSp>
        <p:nvCxnSpPr>
          <p:cNvPr id="948" name="Google Shape;948;p63"/>
          <p:cNvCxnSpPr/>
          <p:nvPr/>
        </p:nvCxnSpPr>
        <p:spPr>
          <a:xfrm>
            <a:off x="365750" y="3484109"/>
            <a:ext cx="3977700" cy="0"/>
          </a:xfrm>
          <a:prstGeom prst="straightConnector1">
            <a:avLst/>
          </a:prstGeom>
          <a:noFill/>
          <a:ln w="9525" cap="flat" cmpd="sng">
            <a:solidFill>
              <a:srgbClr val="888888"/>
            </a:solidFill>
            <a:prstDash val="solid"/>
            <a:round/>
            <a:headEnd type="none" w="sm" len="sm"/>
            <a:tailEnd type="none" w="sm" len="sm"/>
          </a:ln>
        </p:spPr>
      </p:cxnSp>
      <p:sp>
        <p:nvSpPr>
          <p:cNvPr id="949" name="Google Shape;949;p63"/>
          <p:cNvSpPr/>
          <p:nvPr/>
        </p:nvSpPr>
        <p:spPr>
          <a:xfrm>
            <a:off x="2514443" y="3260127"/>
            <a:ext cx="875100" cy="2307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56DB"/>
              </a:buClr>
              <a:buSzPts val="700"/>
              <a:buFont typeface="Arial"/>
              <a:buNone/>
            </a:pPr>
            <a:r>
              <a:rPr lang="en" sz="700" b="0" i="0" u="none" strike="noStrike" cap="none">
                <a:solidFill>
                  <a:srgbClr val="1A56DB"/>
                </a:solidFill>
                <a:latin typeface="Calibri" panose="020F0502020204030204" pitchFamily="34" charset="0"/>
                <a:ea typeface="Calibri" panose="020F0502020204030204" pitchFamily="34" charset="0"/>
                <a:cs typeface="Calibri" panose="020F0502020204030204" pitchFamily="34" charset="0"/>
                <a:sym typeface="Calibri"/>
              </a:rPr>
              <a:t>{{WS_CIGS}}</a:t>
            </a:r>
            <a:endParaRPr sz="700"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950" name="Google Shape;950;p63"/>
          <p:cNvSpPr/>
          <p:nvPr/>
        </p:nvSpPr>
        <p:spPr>
          <a:xfrm>
            <a:off x="3412669" y="3282298"/>
            <a:ext cx="939600" cy="175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9CA3AF"/>
              </a:buClr>
              <a:buSzPts val="500"/>
              <a:buFont typeface="Arial"/>
              <a:buNone/>
            </a:pPr>
            <a:r>
              <a:rPr lang="en" sz="800" b="0" i="0" u="none" strike="noStrike" cap="none">
                <a:solidFill>
                  <a:srgbClr val="595959"/>
                </a:solidFill>
                <a:latin typeface="Calibri" panose="020F0502020204030204" pitchFamily="34" charset="0"/>
                <a:ea typeface="Calibri" panose="020F0502020204030204" pitchFamily="34" charset="0"/>
                <a:cs typeface="Calibri" panose="020F0502020204030204" pitchFamily="34" charset="0"/>
                <a:sym typeface="Calibri"/>
              </a:rPr>
              <a:t>{{WS_CIGS_R}}</a:t>
            </a:r>
            <a:endParaRPr sz="800" b="0" i="0" u="none" strike="noStrike" cap="none">
              <a:solidFill>
                <a:srgbClr val="595959"/>
              </a:solidFill>
              <a:latin typeface="Calibri" panose="020F0502020204030204" pitchFamily="34" charset="0"/>
              <a:ea typeface="Calibri" panose="020F0502020204030204" pitchFamily="34" charset="0"/>
              <a:cs typeface="Calibri" panose="020F0502020204030204" pitchFamily="34" charset="0"/>
              <a:sym typeface="Calibri"/>
            </a:endParaRPr>
          </a:p>
        </p:txBody>
      </p:sp>
      <p:cxnSp>
        <p:nvCxnSpPr>
          <p:cNvPr id="951" name="Google Shape;951;p63"/>
          <p:cNvCxnSpPr/>
          <p:nvPr/>
        </p:nvCxnSpPr>
        <p:spPr>
          <a:xfrm>
            <a:off x="365750" y="3714092"/>
            <a:ext cx="3977700" cy="0"/>
          </a:xfrm>
          <a:prstGeom prst="straightConnector1">
            <a:avLst/>
          </a:prstGeom>
          <a:noFill/>
          <a:ln w="9525" cap="flat" cmpd="sng">
            <a:solidFill>
              <a:srgbClr val="888888"/>
            </a:solidFill>
            <a:prstDash val="solid"/>
            <a:round/>
            <a:headEnd type="none" w="sm" len="sm"/>
            <a:tailEnd type="none" w="sm" len="sm"/>
          </a:ln>
        </p:spPr>
      </p:cxnSp>
      <p:sp>
        <p:nvSpPr>
          <p:cNvPr id="952" name="Google Shape;952;p63"/>
          <p:cNvSpPr/>
          <p:nvPr/>
        </p:nvSpPr>
        <p:spPr>
          <a:xfrm>
            <a:off x="2514443" y="3490921"/>
            <a:ext cx="875100" cy="2307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56DB"/>
              </a:buClr>
              <a:buSzPts val="700"/>
              <a:buFont typeface="Arial"/>
              <a:buNone/>
            </a:pPr>
            <a:r>
              <a:rPr lang="en" sz="700" b="0" i="0" u="none" strike="noStrike" cap="none">
                <a:solidFill>
                  <a:srgbClr val="1A56DB"/>
                </a:solidFill>
                <a:latin typeface="Calibri" panose="020F0502020204030204" pitchFamily="34" charset="0"/>
                <a:ea typeface="Calibri" panose="020F0502020204030204" pitchFamily="34" charset="0"/>
                <a:cs typeface="Calibri" panose="020F0502020204030204" pitchFamily="34" charset="0"/>
                <a:sym typeface="Calibri"/>
              </a:rPr>
              <a:t>{{WS_ADE1}}</a:t>
            </a:r>
            <a:endParaRPr sz="700"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p:txBody>
      </p:sp>
      <p:cxnSp>
        <p:nvCxnSpPr>
          <p:cNvPr id="953" name="Google Shape;953;p63"/>
          <p:cNvCxnSpPr/>
          <p:nvPr/>
        </p:nvCxnSpPr>
        <p:spPr>
          <a:xfrm>
            <a:off x="365750" y="3944076"/>
            <a:ext cx="3977700" cy="0"/>
          </a:xfrm>
          <a:prstGeom prst="straightConnector1">
            <a:avLst/>
          </a:prstGeom>
          <a:noFill/>
          <a:ln w="9525" cap="flat" cmpd="sng">
            <a:solidFill>
              <a:srgbClr val="888888"/>
            </a:solidFill>
            <a:prstDash val="solid"/>
            <a:round/>
            <a:headEnd type="none" w="sm" len="sm"/>
            <a:tailEnd type="none" w="sm" len="sm"/>
          </a:ln>
        </p:spPr>
      </p:cxnSp>
      <p:sp>
        <p:nvSpPr>
          <p:cNvPr id="954" name="Google Shape;954;p63"/>
          <p:cNvSpPr/>
          <p:nvPr/>
        </p:nvSpPr>
        <p:spPr>
          <a:xfrm>
            <a:off x="2514443" y="3721715"/>
            <a:ext cx="875100" cy="2307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56DB"/>
              </a:buClr>
              <a:buSzPts val="700"/>
              <a:buFont typeface="Arial"/>
              <a:buNone/>
            </a:pPr>
            <a:r>
              <a:rPr lang="en" sz="700" b="0" i="0" u="none" strike="noStrike" cap="none">
                <a:solidFill>
                  <a:srgbClr val="1A56DB"/>
                </a:solidFill>
                <a:latin typeface="Calibri" panose="020F0502020204030204" pitchFamily="34" charset="0"/>
                <a:ea typeface="Calibri" panose="020F0502020204030204" pitchFamily="34" charset="0"/>
                <a:cs typeface="Calibri" panose="020F0502020204030204" pitchFamily="34" charset="0"/>
                <a:sym typeface="Calibri"/>
              </a:rPr>
              <a:t>{{WS_ADE2}}</a:t>
            </a:r>
            <a:endParaRPr sz="700"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p:txBody>
      </p:sp>
      <p:cxnSp>
        <p:nvCxnSpPr>
          <p:cNvPr id="955" name="Google Shape;955;p63"/>
          <p:cNvCxnSpPr/>
          <p:nvPr/>
        </p:nvCxnSpPr>
        <p:spPr>
          <a:xfrm>
            <a:off x="365750" y="4174059"/>
            <a:ext cx="3977700" cy="0"/>
          </a:xfrm>
          <a:prstGeom prst="straightConnector1">
            <a:avLst/>
          </a:prstGeom>
          <a:noFill/>
          <a:ln w="9525" cap="flat" cmpd="sng">
            <a:solidFill>
              <a:srgbClr val="888888"/>
            </a:solidFill>
            <a:prstDash val="solid"/>
            <a:round/>
            <a:headEnd type="none" w="sm" len="sm"/>
            <a:tailEnd type="none" w="sm" len="sm"/>
          </a:ln>
        </p:spPr>
      </p:cxnSp>
      <p:sp>
        <p:nvSpPr>
          <p:cNvPr id="956" name="Google Shape;956;p63"/>
          <p:cNvSpPr/>
          <p:nvPr/>
        </p:nvSpPr>
        <p:spPr>
          <a:xfrm>
            <a:off x="2514443" y="3952509"/>
            <a:ext cx="875100" cy="2307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56DB"/>
              </a:buClr>
              <a:buSzPts val="700"/>
              <a:buFont typeface="Arial"/>
              <a:buNone/>
            </a:pPr>
            <a:r>
              <a:rPr lang="en" sz="700" b="0" i="0" u="none" strike="noStrike" cap="none">
                <a:solidFill>
                  <a:srgbClr val="1A56DB"/>
                </a:solidFill>
                <a:latin typeface="Calibri" panose="020F0502020204030204" pitchFamily="34" charset="0"/>
                <a:ea typeface="Calibri" panose="020F0502020204030204" pitchFamily="34" charset="0"/>
                <a:cs typeface="Calibri" panose="020F0502020204030204" pitchFamily="34" charset="0"/>
                <a:sym typeface="Calibri"/>
              </a:rPr>
              <a:t>{{WS_NRT}}</a:t>
            </a:r>
            <a:endParaRPr sz="700"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957" name="Google Shape;957;p63"/>
          <p:cNvSpPr/>
          <p:nvPr/>
        </p:nvSpPr>
        <p:spPr>
          <a:xfrm>
            <a:off x="4676033" y="868680"/>
            <a:ext cx="4224479" cy="274200"/>
          </a:xfrm>
          <a:prstGeom prst="rect">
            <a:avLst/>
          </a:prstGeom>
          <a:solidFill>
            <a:srgbClr val="DCC0C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958" name="Google Shape;958;p63"/>
          <p:cNvSpPr/>
          <p:nvPr/>
        </p:nvSpPr>
        <p:spPr>
          <a:xfrm>
            <a:off x="4678332" y="868680"/>
            <a:ext cx="91440" cy="274200"/>
          </a:xfrm>
          <a:prstGeom prst="rect">
            <a:avLst/>
          </a:prstGeom>
          <a:solidFill>
            <a:srgbClr val="DC262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959" name="Google Shape;959;p63"/>
          <p:cNvSpPr/>
          <p:nvPr/>
        </p:nvSpPr>
        <p:spPr>
          <a:xfrm>
            <a:off x="4937760" y="858268"/>
            <a:ext cx="3794700" cy="274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DC2626"/>
              </a:buClr>
              <a:buSzPts val="1000"/>
              <a:buFont typeface="DM Sans"/>
              <a:buNone/>
            </a:pPr>
            <a:r>
              <a:rPr lang="en" sz="1100" b="1" i="0" u="sng" strike="noStrike" cap="none">
                <a:solidFill>
                  <a:schemeClr val="hlink"/>
                </a:solidFill>
                <a:latin typeface="Calibri" panose="020F0502020204030204" pitchFamily="34" charset="0"/>
                <a:ea typeface="Calibri" panose="020F0502020204030204" pitchFamily="34" charset="0"/>
                <a:cs typeface="Calibri" panose="020F0502020204030204" pitchFamily="34" charset="0"/>
                <a:sym typeface="Calibri"/>
                <a:hlinkClick r:id="rId7"/>
              </a:rPr>
              <a:t>ATTACK SURFACE MANAGEMENT</a:t>
            </a:r>
            <a:r>
              <a:rPr lang="en" sz="1100" b="0" i="0" u="none" strike="noStrike" cap="none">
                <a:solidFill>
                  <a:srgbClr val="CC0000"/>
                </a:solidFill>
                <a:latin typeface="Calibri" panose="020F0502020204030204" pitchFamily="34" charset="0"/>
                <a:ea typeface="Calibri" panose="020F0502020204030204" pitchFamily="34" charset="0"/>
                <a:cs typeface="Calibri" panose="020F0502020204030204" pitchFamily="34" charset="0"/>
                <a:sym typeface="Calibri"/>
              </a:rPr>
              <a:t> </a:t>
            </a:r>
            <a:r>
              <a:rPr lang="en" sz="1300" b="0" i="0" u="none" strike="noStrike" cap="none">
                <a:solidFill>
                  <a:schemeClr val="hlink"/>
                </a:solidFill>
                <a:uFill>
                  <a:noFill/>
                </a:uFill>
                <a:latin typeface="Calibri" panose="020F0502020204030204" pitchFamily="34" charset="0"/>
                <a:ea typeface="Calibri" panose="020F0502020204030204" pitchFamily="34" charset="0"/>
                <a:cs typeface="Calibri" panose="020F0502020204030204" pitchFamily="34" charset="0"/>
                <a:sym typeface="Calibri"/>
                <a:hlinkClick r:id="rId6"/>
              </a:rPr>
              <a:t>↗</a:t>
            </a:r>
            <a:endParaRPr sz="1100" b="0" i="0" u="none" strike="noStrike" cap="none">
              <a:solidFill>
                <a:srgbClr val="CC0000"/>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960" name="Google Shape;960;p63"/>
          <p:cNvSpPr/>
          <p:nvPr/>
        </p:nvSpPr>
        <p:spPr>
          <a:xfrm>
            <a:off x="4788323" y="1204132"/>
            <a:ext cx="3947400" cy="197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961" name="Google Shape;961;p63"/>
          <p:cNvSpPr/>
          <p:nvPr/>
        </p:nvSpPr>
        <p:spPr>
          <a:xfrm>
            <a:off x="4879063" y="1204132"/>
            <a:ext cx="1973400" cy="1977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B7280"/>
              </a:buClr>
              <a:buSzPts val="700"/>
              <a:buFont typeface="DM Sans"/>
              <a:buNone/>
            </a:pPr>
            <a:r>
              <a:rPr lang="en" sz="1000" b="1" i="0" u="none" strike="noStrike" cap="none">
                <a:solidFill>
                  <a:srgbClr val="6B7280"/>
                </a:solidFill>
                <a:latin typeface="Calibri" panose="020F0502020204030204" pitchFamily="34" charset="0"/>
                <a:ea typeface="Calibri" panose="020F0502020204030204" pitchFamily="34" charset="0"/>
                <a:cs typeface="Calibri" panose="020F0502020204030204" pitchFamily="34" charset="0"/>
                <a:sym typeface="Calibri"/>
              </a:rPr>
              <a:t>Setting</a:t>
            </a:r>
            <a:endParaRPr sz="1000"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962" name="Google Shape;962;p63"/>
          <p:cNvSpPr/>
          <p:nvPr/>
        </p:nvSpPr>
        <p:spPr>
          <a:xfrm>
            <a:off x="6929140" y="1204132"/>
            <a:ext cx="868200" cy="1977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B7280"/>
              </a:buClr>
              <a:buSzPts val="700"/>
              <a:buFont typeface="DM Sans"/>
              <a:buNone/>
            </a:pPr>
            <a:r>
              <a:rPr lang="en" sz="1000" b="1" i="0" u="none" strike="noStrike" cap="none">
                <a:solidFill>
                  <a:srgbClr val="6B7280"/>
                </a:solidFill>
                <a:latin typeface="Calibri" panose="020F0502020204030204" pitchFamily="34" charset="0"/>
                <a:ea typeface="Calibri" panose="020F0502020204030204" pitchFamily="34" charset="0"/>
                <a:cs typeface="Calibri" panose="020F0502020204030204" pitchFamily="34" charset="0"/>
                <a:sym typeface="Calibri"/>
              </a:rPr>
              <a:t>Status</a:t>
            </a:r>
            <a:endParaRPr sz="1000"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963" name="Google Shape;963;p63"/>
          <p:cNvSpPr/>
          <p:nvPr/>
        </p:nvSpPr>
        <p:spPr>
          <a:xfrm>
            <a:off x="7777620" y="1204132"/>
            <a:ext cx="1026300" cy="1977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B7280"/>
              </a:buClr>
              <a:buSzPts val="700"/>
              <a:buFont typeface="DM Sans"/>
              <a:buNone/>
            </a:pPr>
            <a:r>
              <a:rPr lang="en" sz="1000" b="1" i="0" u="none" strike="noStrike" cap="none">
                <a:solidFill>
                  <a:srgbClr val="6B7280"/>
                </a:solidFill>
                <a:latin typeface="Calibri" panose="020F0502020204030204" pitchFamily="34" charset="0"/>
                <a:ea typeface="Calibri" panose="020F0502020204030204" pitchFamily="34" charset="0"/>
                <a:cs typeface="Calibri" panose="020F0502020204030204" pitchFamily="34" charset="0"/>
                <a:sym typeface="Calibri"/>
              </a:rPr>
              <a:t>Recommended</a:t>
            </a:r>
            <a:endParaRPr sz="1000"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p:txBody>
      </p:sp>
      <p:cxnSp>
        <p:nvCxnSpPr>
          <p:cNvPr id="964" name="Google Shape;964;p63"/>
          <p:cNvCxnSpPr/>
          <p:nvPr/>
        </p:nvCxnSpPr>
        <p:spPr>
          <a:xfrm>
            <a:off x="4788600" y="1598105"/>
            <a:ext cx="4012500" cy="0"/>
          </a:xfrm>
          <a:prstGeom prst="straightConnector1">
            <a:avLst/>
          </a:prstGeom>
          <a:noFill/>
          <a:ln w="9525" cap="flat" cmpd="sng">
            <a:solidFill>
              <a:srgbClr val="888888"/>
            </a:solidFill>
            <a:prstDash val="solid"/>
            <a:round/>
            <a:headEnd type="none" w="sm" len="sm"/>
            <a:tailEnd type="none" w="sm" len="sm"/>
          </a:ln>
        </p:spPr>
      </p:cxnSp>
      <p:cxnSp>
        <p:nvCxnSpPr>
          <p:cNvPr id="965" name="Google Shape;965;p63"/>
          <p:cNvCxnSpPr/>
          <p:nvPr/>
        </p:nvCxnSpPr>
        <p:spPr>
          <a:xfrm>
            <a:off x="4788600" y="1800944"/>
            <a:ext cx="4012500" cy="0"/>
          </a:xfrm>
          <a:prstGeom prst="straightConnector1">
            <a:avLst/>
          </a:prstGeom>
          <a:noFill/>
          <a:ln w="9525" cap="flat" cmpd="sng">
            <a:solidFill>
              <a:srgbClr val="888888"/>
            </a:solidFill>
            <a:prstDash val="solid"/>
            <a:round/>
            <a:headEnd type="none" w="sm" len="sm"/>
            <a:tailEnd type="none" w="sm" len="sm"/>
          </a:ln>
        </p:spPr>
      </p:cxnSp>
      <p:cxnSp>
        <p:nvCxnSpPr>
          <p:cNvPr id="966" name="Google Shape;966;p63"/>
          <p:cNvCxnSpPr/>
          <p:nvPr/>
        </p:nvCxnSpPr>
        <p:spPr>
          <a:xfrm>
            <a:off x="4788600" y="2003784"/>
            <a:ext cx="4012500" cy="0"/>
          </a:xfrm>
          <a:prstGeom prst="straightConnector1">
            <a:avLst/>
          </a:prstGeom>
          <a:noFill/>
          <a:ln w="9525" cap="flat" cmpd="sng">
            <a:solidFill>
              <a:srgbClr val="888888"/>
            </a:solidFill>
            <a:prstDash val="solid"/>
            <a:round/>
            <a:headEnd type="none" w="sm" len="sm"/>
            <a:tailEnd type="none" w="sm" len="sm"/>
          </a:ln>
        </p:spPr>
      </p:cxnSp>
      <p:cxnSp>
        <p:nvCxnSpPr>
          <p:cNvPr id="967" name="Google Shape;967;p63"/>
          <p:cNvCxnSpPr/>
          <p:nvPr/>
        </p:nvCxnSpPr>
        <p:spPr>
          <a:xfrm>
            <a:off x="4788600" y="2206623"/>
            <a:ext cx="4012500" cy="0"/>
          </a:xfrm>
          <a:prstGeom prst="straightConnector1">
            <a:avLst/>
          </a:prstGeom>
          <a:noFill/>
          <a:ln w="9525" cap="flat" cmpd="sng">
            <a:solidFill>
              <a:srgbClr val="888888"/>
            </a:solidFill>
            <a:prstDash val="solid"/>
            <a:round/>
            <a:headEnd type="none" w="sm" len="sm"/>
            <a:tailEnd type="none" w="sm" len="sm"/>
          </a:ln>
        </p:spPr>
      </p:cxnSp>
      <p:cxnSp>
        <p:nvCxnSpPr>
          <p:cNvPr id="968" name="Google Shape;968;p63"/>
          <p:cNvCxnSpPr/>
          <p:nvPr/>
        </p:nvCxnSpPr>
        <p:spPr>
          <a:xfrm>
            <a:off x="4788600" y="2409463"/>
            <a:ext cx="4012500" cy="0"/>
          </a:xfrm>
          <a:prstGeom prst="straightConnector1">
            <a:avLst/>
          </a:prstGeom>
          <a:noFill/>
          <a:ln w="9525" cap="flat" cmpd="sng">
            <a:solidFill>
              <a:srgbClr val="888888"/>
            </a:solidFill>
            <a:prstDash val="solid"/>
            <a:round/>
            <a:headEnd type="none" w="sm" len="sm"/>
            <a:tailEnd type="none" w="sm" len="sm"/>
          </a:ln>
        </p:spPr>
      </p:cxnSp>
      <p:cxnSp>
        <p:nvCxnSpPr>
          <p:cNvPr id="969" name="Google Shape;969;p63"/>
          <p:cNvCxnSpPr/>
          <p:nvPr/>
        </p:nvCxnSpPr>
        <p:spPr>
          <a:xfrm>
            <a:off x="4788600" y="2612303"/>
            <a:ext cx="4012500" cy="0"/>
          </a:xfrm>
          <a:prstGeom prst="straightConnector1">
            <a:avLst/>
          </a:prstGeom>
          <a:noFill/>
          <a:ln w="9525" cap="flat" cmpd="sng">
            <a:solidFill>
              <a:srgbClr val="888888"/>
            </a:solidFill>
            <a:prstDash val="solid"/>
            <a:round/>
            <a:headEnd type="none" w="sm" len="sm"/>
            <a:tailEnd type="none" w="sm" len="sm"/>
          </a:ln>
        </p:spPr>
      </p:cxnSp>
      <p:cxnSp>
        <p:nvCxnSpPr>
          <p:cNvPr id="970" name="Google Shape;970;p63"/>
          <p:cNvCxnSpPr/>
          <p:nvPr/>
        </p:nvCxnSpPr>
        <p:spPr>
          <a:xfrm>
            <a:off x="4788600" y="2815142"/>
            <a:ext cx="4012500" cy="0"/>
          </a:xfrm>
          <a:prstGeom prst="straightConnector1">
            <a:avLst/>
          </a:prstGeom>
          <a:noFill/>
          <a:ln w="9525" cap="flat" cmpd="sng">
            <a:solidFill>
              <a:srgbClr val="888888"/>
            </a:solidFill>
            <a:prstDash val="solid"/>
            <a:round/>
            <a:headEnd type="none" w="sm" len="sm"/>
            <a:tailEnd type="none" w="sm" len="sm"/>
          </a:ln>
        </p:spPr>
      </p:cxnSp>
      <p:cxnSp>
        <p:nvCxnSpPr>
          <p:cNvPr id="971" name="Google Shape;971;p63"/>
          <p:cNvCxnSpPr/>
          <p:nvPr/>
        </p:nvCxnSpPr>
        <p:spPr>
          <a:xfrm>
            <a:off x="4794352" y="3626501"/>
            <a:ext cx="4012500" cy="0"/>
          </a:xfrm>
          <a:prstGeom prst="straightConnector1">
            <a:avLst/>
          </a:prstGeom>
          <a:noFill/>
          <a:ln w="9525" cap="flat" cmpd="sng">
            <a:solidFill>
              <a:srgbClr val="888888"/>
            </a:solidFill>
            <a:prstDash val="solid"/>
            <a:round/>
            <a:headEnd type="none" w="sm" len="sm"/>
            <a:tailEnd type="none" w="sm" len="sm"/>
          </a:ln>
        </p:spPr>
      </p:cxnSp>
      <p:sp>
        <p:nvSpPr>
          <p:cNvPr id="972" name="Google Shape;972;p63"/>
          <p:cNvSpPr txBox="1"/>
          <p:nvPr/>
        </p:nvSpPr>
        <p:spPr>
          <a:xfrm>
            <a:off x="3412674" y="1913341"/>
            <a:ext cx="939600" cy="173100"/>
          </a:xfrm>
          <a:prstGeom prst="rect">
            <a:avLst/>
          </a:prstGeom>
          <a:noFill/>
          <a:ln>
            <a:noFill/>
          </a:ln>
        </p:spPr>
        <p:txBody>
          <a:bodyPr spcFirstLastPara="1" wrap="square" lIns="68575" tIns="68575" rIns="68575" bIns="6857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solidFill>
                  <a:srgbClr val="595959"/>
                </a:solidFill>
                <a:latin typeface="Calibri" panose="020F0502020204030204" pitchFamily="34" charset="0"/>
                <a:ea typeface="Calibri" panose="020F0502020204030204" pitchFamily="34" charset="0"/>
                <a:cs typeface="Calibri" panose="020F0502020204030204" pitchFamily="34" charset="0"/>
                <a:sym typeface="Calibri"/>
              </a:rPr>
              <a:t>{{WS_CMK_R}}</a:t>
            </a:r>
            <a:endParaRPr sz="800" b="0" i="0" u="none" strike="noStrike" cap="none">
              <a:solidFill>
                <a:srgbClr val="595959"/>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973" name="Google Shape;973;p63"/>
          <p:cNvSpPr txBox="1"/>
          <p:nvPr/>
        </p:nvSpPr>
        <p:spPr>
          <a:xfrm>
            <a:off x="3412674" y="2141150"/>
            <a:ext cx="939600" cy="173100"/>
          </a:xfrm>
          <a:prstGeom prst="rect">
            <a:avLst/>
          </a:prstGeom>
          <a:noFill/>
          <a:ln>
            <a:noFill/>
          </a:ln>
        </p:spPr>
        <p:txBody>
          <a:bodyPr spcFirstLastPara="1" wrap="square" lIns="68575" tIns="68575" rIns="68575" bIns="6857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solidFill>
                  <a:srgbClr val="595959"/>
                </a:solidFill>
                <a:latin typeface="Calibri" panose="020F0502020204030204" pitchFamily="34" charset="0"/>
                <a:ea typeface="Calibri" panose="020F0502020204030204" pitchFamily="34" charset="0"/>
                <a:cs typeface="Calibri" panose="020F0502020204030204" pitchFamily="34" charset="0"/>
                <a:sym typeface="Calibri"/>
              </a:rPr>
              <a:t>{{WS_TVOL_R}}</a:t>
            </a:r>
            <a:endParaRPr sz="800" b="0" i="0" u="none" strike="noStrike" cap="none">
              <a:solidFill>
                <a:srgbClr val="595959"/>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974" name="Google Shape;974;p63"/>
          <p:cNvSpPr txBox="1"/>
          <p:nvPr/>
        </p:nvSpPr>
        <p:spPr>
          <a:xfrm>
            <a:off x="3412674" y="2368960"/>
            <a:ext cx="939600" cy="173100"/>
          </a:xfrm>
          <a:prstGeom prst="rect">
            <a:avLst/>
          </a:prstGeom>
          <a:noFill/>
          <a:ln>
            <a:noFill/>
          </a:ln>
        </p:spPr>
        <p:txBody>
          <a:bodyPr spcFirstLastPara="1" wrap="square" lIns="68575" tIns="68575" rIns="68575" bIns="6857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solidFill>
                  <a:srgbClr val="595959"/>
                </a:solidFill>
                <a:latin typeface="Calibri" panose="020F0502020204030204" pitchFamily="34" charset="0"/>
                <a:ea typeface="Calibri" panose="020F0502020204030204" pitchFamily="34" charset="0"/>
                <a:cs typeface="Calibri" panose="020F0502020204030204" pitchFamily="34" charset="0"/>
                <a:sym typeface="Calibri"/>
              </a:rPr>
              <a:t>{{WS_LSAIL_R}}</a:t>
            </a:r>
            <a:endParaRPr sz="800" b="0" i="0" u="none" strike="noStrike" cap="none">
              <a:solidFill>
                <a:srgbClr val="595959"/>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975" name="Google Shape;975;p63"/>
          <p:cNvSpPr txBox="1"/>
          <p:nvPr/>
        </p:nvSpPr>
        <p:spPr>
          <a:xfrm>
            <a:off x="3412674" y="2596769"/>
            <a:ext cx="939600" cy="173100"/>
          </a:xfrm>
          <a:prstGeom prst="rect">
            <a:avLst/>
          </a:prstGeom>
          <a:noFill/>
          <a:ln>
            <a:noFill/>
          </a:ln>
        </p:spPr>
        <p:txBody>
          <a:bodyPr spcFirstLastPara="1" wrap="square" lIns="68575" tIns="68575" rIns="68575" bIns="6857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solidFill>
                  <a:srgbClr val="595959"/>
                </a:solidFill>
                <a:latin typeface="Calibri" panose="020F0502020204030204" pitchFamily="34" charset="0"/>
                <a:ea typeface="Calibri" panose="020F0502020204030204" pitchFamily="34" charset="0"/>
                <a:cs typeface="Calibri" panose="020F0502020204030204" pitchFamily="34" charset="0"/>
                <a:sym typeface="Calibri"/>
              </a:rPr>
              <a:t>{{WS_LAMB_R}}</a:t>
            </a:r>
            <a:endParaRPr sz="800" b="0" i="0" u="none" strike="noStrike" cap="none">
              <a:solidFill>
                <a:srgbClr val="595959"/>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976" name="Google Shape;976;p63"/>
          <p:cNvSpPr txBox="1"/>
          <p:nvPr/>
        </p:nvSpPr>
        <p:spPr>
          <a:xfrm>
            <a:off x="3412675" y="2824579"/>
            <a:ext cx="939600" cy="173100"/>
          </a:xfrm>
          <a:prstGeom prst="rect">
            <a:avLst/>
          </a:prstGeom>
          <a:noFill/>
          <a:ln>
            <a:noFill/>
          </a:ln>
        </p:spPr>
        <p:txBody>
          <a:bodyPr spcFirstLastPara="1" wrap="square" lIns="68575" tIns="68575" rIns="68575" bIns="6857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solidFill>
                  <a:srgbClr val="595959"/>
                </a:solidFill>
                <a:latin typeface="Calibri" panose="020F0502020204030204" pitchFamily="34" charset="0"/>
                <a:ea typeface="Calibri" panose="020F0502020204030204" pitchFamily="34" charset="0"/>
                <a:cs typeface="Calibri" panose="020F0502020204030204" pitchFamily="34" charset="0"/>
                <a:sym typeface="Calibri"/>
              </a:rPr>
              <a:t>{{WS_TAGS_R}}</a:t>
            </a:r>
            <a:endParaRPr sz="800" b="0" i="0" u="none" strike="noStrike" cap="none">
              <a:solidFill>
                <a:srgbClr val="595959"/>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977" name="Google Shape;977;p63"/>
          <p:cNvSpPr txBox="1"/>
          <p:nvPr/>
        </p:nvSpPr>
        <p:spPr>
          <a:xfrm>
            <a:off x="3412674" y="3512208"/>
            <a:ext cx="939600" cy="173100"/>
          </a:xfrm>
          <a:prstGeom prst="rect">
            <a:avLst/>
          </a:prstGeom>
          <a:noFill/>
          <a:ln>
            <a:noFill/>
          </a:ln>
        </p:spPr>
        <p:txBody>
          <a:bodyPr spcFirstLastPara="1" wrap="square" lIns="68575" tIns="68575" rIns="68575" bIns="6857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solidFill>
                  <a:srgbClr val="595959"/>
                </a:solidFill>
                <a:latin typeface="Calibri" panose="020F0502020204030204" pitchFamily="34" charset="0"/>
                <a:ea typeface="Calibri" panose="020F0502020204030204" pitchFamily="34" charset="0"/>
                <a:cs typeface="Calibri" panose="020F0502020204030204" pitchFamily="34" charset="0"/>
                <a:sym typeface="Calibri"/>
              </a:rPr>
              <a:t>{{WS_ADE1_R}}</a:t>
            </a:r>
            <a:endParaRPr sz="800" b="0" i="0" u="none" strike="noStrike" cap="none">
              <a:solidFill>
                <a:srgbClr val="595959"/>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978" name="Google Shape;978;p63"/>
          <p:cNvSpPr txBox="1"/>
          <p:nvPr/>
        </p:nvSpPr>
        <p:spPr>
          <a:xfrm>
            <a:off x="3412674" y="3740017"/>
            <a:ext cx="939600" cy="173100"/>
          </a:xfrm>
          <a:prstGeom prst="rect">
            <a:avLst/>
          </a:prstGeom>
          <a:noFill/>
          <a:ln>
            <a:noFill/>
          </a:ln>
        </p:spPr>
        <p:txBody>
          <a:bodyPr spcFirstLastPara="1" wrap="square" lIns="68575" tIns="68575" rIns="68575" bIns="6857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solidFill>
                  <a:srgbClr val="595959"/>
                </a:solidFill>
                <a:latin typeface="Calibri" panose="020F0502020204030204" pitchFamily="34" charset="0"/>
                <a:ea typeface="Calibri" panose="020F0502020204030204" pitchFamily="34" charset="0"/>
                <a:cs typeface="Calibri" panose="020F0502020204030204" pitchFamily="34" charset="0"/>
                <a:sym typeface="Calibri"/>
              </a:rPr>
              <a:t>{{WS_ADE2_R}}</a:t>
            </a:r>
            <a:endParaRPr sz="800" b="0" i="0" u="none" strike="noStrike" cap="none">
              <a:solidFill>
                <a:srgbClr val="595959"/>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979" name="Google Shape;979;p63"/>
          <p:cNvSpPr txBox="1"/>
          <p:nvPr/>
        </p:nvSpPr>
        <p:spPr>
          <a:xfrm>
            <a:off x="3412674" y="3967827"/>
            <a:ext cx="939600" cy="173100"/>
          </a:xfrm>
          <a:prstGeom prst="rect">
            <a:avLst/>
          </a:prstGeom>
          <a:noFill/>
          <a:ln>
            <a:noFill/>
          </a:ln>
        </p:spPr>
        <p:txBody>
          <a:bodyPr spcFirstLastPara="1" wrap="square" lIns="68575" tIns="68575" rIns="68575" bIns="6857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solidFill>
                  <a:srgbClr val="595959"/>
                </a:solidFill>
                <a:latin typeface="Calibri" panose="020F0502020204030204" pitchFamily="34" charset="0"/>
                <a:ea typeface="Calibri" panose="020F0502020204030204" pitchFamily="34" charset="0"/>
                <a:cs typeface="Calibri" panose="020F0502020204030204" pitchFamily="34" charset="0"/>
                <a:sym typeface="Calibri"/>
              </a:rPr>
              <a:t>{{WS_NRT_R}}</a:t>
            </a:r>
            <a:endParaRPr sz="800" b="0" i="0" u="none" strike="noStrike" cap="none">
              <a:solidFill>
                <a:srgbClr val="595959"/>
              </a:solidFill>
              <a:latin typeface="Calibri" panose="020F0502020204030204" pitchFamily="34" charset="0"/>
              <a:ea typeface="Calibri" panose="020F0502020204030204" pitchFamily="34" charset="0"/>
              <a:cs typeface="Calibri" panose="020F0502020204030204" pitchFamily="34" charset="0"/>
              <a:sym typeface="Calibri"/>
            </a:endParaRPr>
          </a:p>
        </p:txBody>
      </p:sp>
      <p:cxnSp>
        <p:nvCxnSpPr>
          <p:cNvPr id="980" name="Google Shape;980;p63"/>
          <p:cNvCxnSpPr/>
          <p:nvPr/>
        </p:nvCxnSpPr>
        <p:spPr>
          <a:xfrm>
            <a:off x="4805551" y="1390969"/>
            <a:ext cx="3947400" cy="0"/>
          </a:xfrm>
          <a:prstGeom prst="straightConnector1">
            <a:avLst/>
          </a:prstGeom>
          <a:noFill/>
          <a:ln w="14300" cap="flat" cmpd="sng">
            <a:solidFill>
              <a:srgbClr val="888888"/>
            </a:solidFill>
            <a:prstDash val="solid"/>
            <a:round/>
            <a:headEnd type="none" w="sm" len="sm"/>
            <a:tailEnd type="none" w="sm" len="sm"/>
          </a:ln>
        </p:spPr>
      </p:cxnSp>
      <p:cxnSp>
        <p:nvCxnSpPr>
          <p:cNvPr id="981" name="Google Shape;981;p63"/>
          <p:cNvCxnSpPr/>
          <p:nvPr/>
        </p:nvCxnSpPr>
        <p:spPr>
          <a:xfrm>
            <a:off x="377157" y="1403236"/>
            <a:ext cx="3977700" cy="0"/>
          </a:xfrm>
          <a:prstGeom prst="straightConnector1">
            <a:avLst/>
          </a:prstGeom>
          <a:noFill/>
          <a:ln w="14300" cap="flat" cmpd="sng">
            <a:solidFill>
              <a:srgbClr val="888888"/>
            </a:solidFill>
            <a:prstDash val="solid"/>
            <a:round/>
            <a:headEnd type="none" w="sm" len="sm"/>
            <a:tailEnd type="none" w="sm" len="sm"/>
          </a:ln>
        </p:spPr>
      </p:cxnSp>
      <p:sp>
        <p:nvSpPr>
          <p:cNvPr id="982" name="Google Shape;982;p63"/>
          <p:cNvSpPr/>
          <p:nvPr/>
        </p:nvSpPr>
        <p:spPr>
          <a:xfrm>
            <a:off x="7010768" y="134170"/>
            <a:ext cx="2491200" cy="4347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9CA3AF"/>
              </a:buClr>
              <a:buSzPts val="500"/>
              <a:buFont typeface="Arial"/>
              <a:buNone/>
            </a:pPr>
            <a:r>
              <a:rPr lang="en" sz="800" b="1" i="0" u="none" strike="noStrike" cap="none">
                <a:solidFill>
                  <a:srgbClr val="218C21"/>
                </a:solidFill>
                <a:latin typeface="Calibri" panose="020F0502020204030204" pitchFamily="34" charset="0"/>
                <a:ea typeface="Calibri" panose="020F0502020204030204" pitchFamily="34" charset="0"/>
                <a:cs typeface="Calibri" panose="020F0502020204030204" pitchFamily="34" charset="0"/>
                <a:sym typeface="Calibri"/>
              </a:rPr>
              <a:t>✓ = Aligned with Wiz Recommendation</a:t>
            </a:r>
            <a:br>
              <a:rPr lang="en" sz="800" b="1" i="0" u="none" strike="noStrike" cap="none">
                <a:solidFill>
                  <a:srgbClr val="218C21"/>
                </a:solidFill>
                <a:latin typeface="Calibri" panose="020F0502020204030204" pitchFamily="34" charset="0"/>
                <a:ea typeface="Calibri" panose="020F0502020204030204" pitchFamily="34" charset="0"/>
                <a:cs typeface="Calibri" panose="020F0502020204030204" pitchFamily="34" charset="0"/>
                <a:sym typeface="Calibri"/>
              </a:rPr>
            </a:br>
            <a:r>
              <a:rPr lang="en" sz="800" b="1" i="0" u="none" strike="noStrike" cap="none">
                <a:solidFill>
                  <a:srgbClr val="CC1212"/>
                </a:solidFill>
                <a:latin typeface="Calibri" panose="020F0502020204030204" pitchFamily="34" charset="0"/>
                <a:ea typeface="Calibri" panose="020F0502020204030204" pitchFamily="34" charset="0"/>
                <a:cs typeface="Calibri" panose="020F0502020204030204" pitchFamily="34" charset="0"/>
                <a:sym typeface="Calibri"/>
              </a:rPr>
              <a:t>✗ = May want to revisit configuration </a:t>
            </a:r>
            <a:endParaRPr sz="800" b="1" i="0" u="none" strike="noStrike" cap="none">
              <a:solidFill>
                <a:srgbClr val="CC1212"/>
              </a:solidFill>
              <a:latin typeface="Calibri" panose="020F0502020204030204" pitchFamily="34" charset="0"/>
              <a:ea typeface="Calibri" panose="020F0502020204030204" pitchFamily="34" charset="0"/>
              <a:cs typeface="Calibri" panose="020F0502020204030204" pitchFamily="34" charset="0"/>
              <a:sym typeface="Calibri"/>
            </a:endParaRPr>
          </a:p>
          <a:p>
            <a:pPr marL="0" marR="0" lvl="0" indent="0" algn="l" rtl="0">
              <a:lnSpc>
                <a:spcPct val="100000"/>
              </a:lnSpc>
              <a:spcBef>
                <a:spcPts val="0"/>
              </a:spcBef>
              <a:spcAft>
                <a:spcPts val="0"/>
              </a:spcAft>
              <a:buClr>
                <a:srgbClr val="9CA3AF"/>
              </a:buClr>
              <a:buSzPts val="500"/>
              <a:buFont typeface="Arial"/>
              <a:buNone/>
            </a:pPr>
            <a:r>
              <a:rPr lang="en" sz="800" b="1" i="0" u="none" strike="noStrike" cap="none">
                <a:solidFill>
                  <a:srgbClr val="595959"/>
                </a:solidFill>
                <a:latin typeface="Calibri" panose="020F0502020204030204" pitchFamily="34" charset="0"/>
                <a:ea typeface="Calibri" panose="020F0502020204030204" pitchFamily="34" charset="0"/>
                <a:cs typeface="Calibri" panose="020F0502020204030204" pitchFamily="34" charset="0"/>
                <a:sym typeface="Calibri"/>
              </a:rPr>
              <a:t>N/A = Informational, customer preference</a:t>
            </a:r>
            <a:endParaRPr sz="1000" b="0" i="0" u="none" strike="noStrike" cap="none">
              <a:solidFill>
                <a:srgbClr val="595959"/>
              </a:solidFill>
              <a:latin typeface="Calibri" panose="020F0502020204030204" pitchFamily="34" charset="0"/>
              <a:ea typeface="Calibri" panose="020F0502020204030204" pitchFamily="34" charset="0"/>
              <a:cs typeface="Calibri" panose="020F0502020204030204" pitchFamily="34" charset="0"/>
              <a:sym typeface="Calibri"/>
            </a:endParaRPr>
          </a:p>
        </p:txBody>
      </p:sp>
      <p:cxnSp>
        <p:nvCxnSpPr>
          <p:cNvPr id="983" name="Google Shape;983;p63"/>
          <p:cNvCxnSpPr/>
          <p:nvPr/>
        </p:nvCxnSpPr>
        <p:spPr>
          <a:xfrm>
            <a:off x="4794607" y="3017982"/>
            <a:ext cx="4012500" cy="0"/>
          </a:xfrm>
          <a:prstGeom prst="straightConnector1">
            <a:avLst/>
          </a:prstGeom>
          <a:noFill/>
          <a:ln w="9525" cap="flat" cmpd="sng">
            <a:solidFill>
              <a:srgbClr val="888888"/>
            </a:solidFill>
            <a:prstDash val="solid"/>
            <a:round/>
            <a:headEnd type="none" w="sm" len="sm"/>
            <a:tailEnd type="none" w="sm" len="sm"/>
          </a:ln>
        </p:spPr>
      </p:cxnSp>
      <p:cxnSp>
        <p:nvCxnSpPr>
          <p:cNvPr id="984" name="Google Shape;984;p63"/>
          <p:cNvCxnSpPr/>
          <p:nvPr/>
        </p:nvCxnSpPr>
        <p:spPr>
          <a:xfrm>
            <a:off x="4794607" y="3220821"/>
            <a:ext cx="4012500" cy="0"/>
          </a:xfrm>
          <a:prstGeom prst="straightConnector1">
            <a:avLst/>
          </a:prstGeom>
          <a:noFill/>
          <a:ln w="9525" cap="flat" cmpd="sng">
            <a:solidFill>
              <a:srgbClr val="888888"/>
            </a:solidFill>
            <a:prstDash val="solid"/>
            <a:round/>
            <a:headEnd type="none" w="sm" len="sm"/>
            <a:tailEnd type="none" w="sm" len="sm"/>
          </a:ln>
        </p:spPr>
      </p:cxnSp>
      <p:cxnSp>
        <p:nvCxnSpPr>
          <p:cNvPr id="985" name="Google Shape;985;p63"/>
          <p:cNvCxnSpPr/>
          <p:nvPr/>
        </p:nvCxnSpPr>
        <p:spPr>
          <a:xfrm>
            <a:off x="4800614" y="3423661"/>
            <a:ext cx="4012500" cy="0"/>
          </a:xfrm>
          <a:prstGeom prst="straightConnector1">
            <a:avLst/>
          </a:prstGeom>
          <a:noFill/>
          <a:ln w="9525" cap="flat" cmpd="sng">
            <a:solidFill>
              <a:srgbClr val="888888"/>
            </a:solidFill>
            <a:prstDash val="solid"/>
            <a:round/>
            <a:headEnd type="none" w="sm" len="sm"/>
            <a:tailEnd type="none" w="sm" len="sm"/>
          </a:ln>
        </p:spPr>
      </p:cxnSp>
      <p:cxnSp>
        <p:nvCxnSpPr>
          <p:cNvPr id="986" name="Google Shape;986;p63"/>
          <p:cNvCxnSpPr/>
          <p:nvPr/>
        </p:nvCxnSpPr>
        <p:spPr>
          <a:xfrm>
            <a:off x="4783871" y="3829340"/>
            <a:ext cx="4012500" cy="0"/>
          </a:xfrm>
          <a:prstGeom prst="straightConnector1">
            <a:avLst/>
          </a:prstGeom>
          <a:noFill/>
          <a:ln w="9525" cap="flat" cmpd="sng">
            <a:solidFill>
              <a:srgbClr val="888888"/>
            </a:solidFill>
            <a:prstDash val="solid"/>
            <a:round/>
            <a:headEnd type="none" w="sm" len="sm"/>
            <a:tailEnd type="none" w="sm" len="sm"/>
          </a:ln>
        </p:spPr>
      </p:cxnSp>
      <p:cxnSp>
        <p:nvCxnSpPr>
          <p:cNvPr id="987" name="Google Shape;987;p63"/>
          <p:cNvCxnSpPr/>
          <p:nvPr/>
        </p:nvCxnSpPr>
        <p:spPr>
          <a:xfrm>
            <a:off x="4778376" y="4032180"/>
            <a:ext cx="4012500" cy="0"/>
          </a:xfrm>
          <a:prstGeom prst="straightConnector1">
            <a:avLst/>
          </a:prstGeom>
          <a:noFill/>
          <a:ln w="9525" cap="flat" cmpd="sng">
            <a:solidFill>
              <a:srgbClr val="888888"/>
            </a:solidFill>
            <a:prstDash val="solid"/>
            <a:round/>
            <a:headEnd type="none" w="sm" len="sm"/>
            <a:tailEnd type="none" w="sm" len="sm"/>
          </a:ln>
        </p:spPr>
      </p:cxnSp>
      <p:cxnSp>
        <p:nvCxnSpPr>
          <p:cNvPr id="988" name="Google Shape;988;p63"/>
          <p:cNvCxnSpPr/>
          <p:nvPr/>
        </p:nvCxnSpPr>
        <p:spPr>
          <a:xfrm>
            <a:off x="4776331" y="4235019"/>
            <a:ext cx="4012500" cy="0"/>
          </a:xfrm>
          <a:prstGeom prst="straightConnector1">
            <a:avLst/>
          </a:prstGeom>
          <a:noFill/>
          <a:ln w="9525" cap="flat" cmpd="sng">
            <a:solidFill>
              <a:srgbClr val="888888"/>
            </a:solidFill>
            <a:prstDash val="solid"/>
            <a:round/>
            <a:headEnd type="none" w="sm" len="sm"/>
            <a:tailEnd type="none" w="sm" len="sm"/>
          </a:ln>
        </p:spPr>
      </p:cxnSp>
      <p:cxnSp>
        <p:nvCxnSpPr>
          <p:cNvPr id="989" name="Google Shape;989;p63"/>
          <p:cNvCxnSpPr/>
          <p:nvPr/>
        </p:nvCxnSpPr>
        <p:spPr>
          <a:xfrm>
            <a:off x="4774287" y="4437859"/>
            <a:ext cx="4012500" cy="0"/>
          </a:xfrm>
          <a:prstGeom prst="straightConnector1">
            <a:avLst/>
          </a:prstGeom>
          <a:noFill/>
          <a:ln w="9525" cap="flat" cmpd="sng">
            <a:solidFill>
              <a:srgbClr val="888888"/>
            </a:solidFill>
            <a:prstDash val="solid"/>
            <a:round/>
            <a:headEnd type="none" w="sm" len="sm"/>
            <a:tailEnd type="none" w="sm" len="sm"/>
          </a:ln>
        </p:spPr>
      </p:cxnSp>
      <p:sp>
        <p:nvSpPr>
          <p:cNvPr id="990" name="Google Shape;990;p63"/>
          <p:cNvSpPr/>
          <p:nvPr/>
        </p:nvSpPr>
        <p:spPr>
          <a:xfrm>
            <a:off x="2516118" y="4183303"/>
            <a:ext cx="875100" cy="2307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56DB"/>
              </a:buClr>
              <a:buSzPts val="700"/>
              <a:buFont typeface="Arial"/>
              <a:buNone/>
            </a:pPr>
            <a:r>
              <a:rPr lang="en" sz="700" b="0" i="0" u="none" strike="noStrike" cap="none">
                <a:solidFill>
                  <a:srgbClr val="1A56DB"/>
                </a:solidFill>
                <a:latin typeface="Calibri" panose="020F0502020204030204" pitchFamily="34" charset="0"/>
                <a:ea typeface="Calibri" panose="020F0502020204030204" pitchFamily="34" charset="0"/>
                <a:cs typeface="Calibri" panose="020F0502020204030204" pitchFamily="34" charset="0"/>
                <a:sym typeface="Calibri"/>
              </a:rPr>
              <a:t>{{WS_NRTW}}</a:t>
            </a:r>
            <a:endParaRPr sz="700"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991" name="Google Shape;991;p63"/>
          <p:cNvSpPr txBox="1"/>
          <p:nvPr/>
        </p:nvSpPr>
        <p:spPr>
          <a:xfrm>
            <a:off x="3408069" y="4195636"/>
            <a:ext cx="939600" cy="173100"/>
          </a:xfrm>
          <a:prstGeom prst="rect">
            <a:avLst/>
          </a:prstGeom>
          <a:noFill/>
          <a:ln>
            <a:noFill/>
          </a:ln>
        </p:spPr>
        <p:txBody>
          <a:bodyPr spcFirstLastPara="1" wrap="square" lIns="68575" tIns="68575" rIns="68575" bIns="6857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solidFill>
                  <a:srgbClr val="595959"/>
                </a:solidFill>
                <a:latin typeface="Calibri" panose="020F0502020204030204" pitchFamily="34" charset="0"/>
                <a:ea typeface="Calibri" panose="020F0502020204030204" pitchFamily="34" charset="0"/>
                <a:cs typeface="Calibri" panose="020F0502020204030204" pitchFamily="34" charset="0"/>
                <a:sym typeface="Calibri"/>
              </a:rPr>
              <a:t>{{WS_NRTW_R}}</a:t>
            </a:r>
            <a:endParaRPr sz="800" b="0" i="0" u="none" strike="noStrike" cap="none">
              <a:solidFill>
                <a:srgbClr val="595959"/>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992" name="Google Shape;992;p63"/>
          <p:cNvSpPr/>
          <p:nvPr/>
        </p:nvSpPr>
        <p:spPr>
          <a:xfrm>
            <a:off x="2519847" y="4414097"/>
            <a:ext cx="878700" cy="2259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56DB"/>
              </a:buClr>
              <a:buSzPts val="700"/>
              <a:buFont typeface="Arial"/>
              <a:buNone/>
            </a:pPr>
            <a:r>
              <a:rPr lang="en" sz="700" b="0" i="0" u="none" strike="noStrike" cap="none">
                <a:solidFill>
                  <a:srgbClr val="1A56DB"/>
                </a:solidFill>
                <a:latin typeface="Calibri" panose="020F0502020204030204" pitchFamily="34" charset="0"/>
                <a:ea typeface="Calibri" panose="020F0502020204030204" pitchFamily="34" charset="0"/>
                <a:cs typeface="Calibri" panose="020F0502020204030204" pitchFamily="34" charset="0"/>
                <a:sym typeface="Calibri"/>
              </a:rPr>
              <a:t>{{WS_AFIM}}</a:t>
            </a:r>
            <a:endParaRPr sz="686" b="0" i="0" u="none" strike="noStrike" cap="none">
              <a:solidFill>
                <a:srgbClr val="1A56DB"/>
              </a:solidFill>
              <a:latin typeface="Calibri" panose="020F0502020204030204" pitchFamily="34" charset="0"/>
              <a:ea typeface="Calibri" panose="020F0502020204030204" pitchFamily="34" charset="0"/>
              <a:cs typeface="Calibri" panose="020F0502020204030204" pitchFamily="34" charset="0"/>
              <a:sym typeface="Calibri"/>
            </a:endParaRPr>
          </a:p>
        </p:txBody>
      </p:sp>
      <p:cxnSp>
        <p:nvCxnSpPr>
          <p:cNvPr id="993" name="Google Shape;993;p63"/>
          <p:cNvCxnSpPr/>
          <p:nvPr/>
        </p:nvCxnSpPr>
        <p:spPr>
          <a:xfrm>
            <a:off x="362488" y="4634025"/>
            <a:ext cx="3993600" cy="0"/>
          </a:xfrm>
          <a:prstGeom prst="straightConnector1">
            <a:avLst/>
          </a:prstGeom>
          <a:noFill/>
          <a:ln w="9525" cap="flat" cmpd="sng">
            <a:solidFill>
              <a:srgbClr val="888888"/>
            </a:solidFill>
            <a:prstDash val="solid"/>
            <a:round/>
            <a:headEnd type="none" w="sm" len="sm"/>
            <a:tailEnd type="none" w="sm" len="sm"/>
          </a:ln>
        </p:spPr>
      </p:cxnSp>
      <p:cxnSp>
        <p:nvCxnSpPr>
          <p:cNvPr id="994" name="Google Shape;994;p63"/>
          <p:cNvCxnSpPr/>
          <p:nvPr/>
        </p:nvCxnSpPr>
        <p:spPr>
          <a:xfrm>
            <a:off x="364163" y="4404042"/>
            <a:ext cx="3993600" cy="0"/>
          </a:xfrm>
          <a:prstGeom prst="straightConnector1">
            <a:avLst/>
          </a:prstGeom>
          <a:noFill/>
          <a:ln w="9525" cap="flat" cmpd="sng">
            <a:solidFill>
              <a:srgbClr val="888888"/>
            </a:solidFill>
            <a:prstDash val="solid"/>
            <a:round/>
            <a:headEnd type="none" w="sm" len="sm"/>
            <a:tailEnd type="none" w="sm" len="sm"/>
          </a:ln>
        </p:spPr>
      </p:cxnSp>
      <p:sp>
        <p:nvSpPr>
          <p:cNvPr id="995" name="Google Shape;995;p63"/>
          <p:cNvSpPr txBox="1"/>
          <p:nvPr/>
        </p:nvSpPr>
        <p:spPr>
          <a:xfrm>
            <a:off x="3403463" y="4423446"/>
            <a:ext cx="939600" cy="173100"/>
          </a:xfrm>
          <a:prstGeom prst="rect">
            <a:avLst/>
          </a:prstGeom>
          <a:noFill/>
          <a:ln>
            <a:noFill/>
          </a:ln>
        </p:spPr>
        <p:txBody>
          <a:bodyPr spcFirstLastPara="1" wrap="square" lIns="68575" tIns="68575" rIns="68575" bIns="6857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solidFill>
                  <a:srgbClr val="595959"/>
                </a:solidFill>
                <a:latin typeface="Calibri" panose="020F0502020204030204" pitchFamily="34" charset="0"/>
                <a:ea typeface="Calibri" panose="020F0502020204030204" pitchFamily="34" charset="0"/>
                <a:cs typeface="Calibri" panose="020F0502020204030204" pitchFamily="34" charset="0"/>
                <a:sym typeface="Calibri"/>
              </a:rPr>
              <a:t>{{WS_AFIM_R}}</a:t>
            </a:r>
            <a:endParaRPr sz="800" b="0" i="0" u="none" strike="noStrike" cap="none">
              <a:solidFill>
                <a:srgbClr val="595959"/>
              </a:solidFill>
              <a:latin typeface="Calibri" panose="020F0502020204030204" pitchFamily="34" charset="0"/>
              <a:ea typeface="Calibri" panose="020F0502020204030204" pitchFamily="34" charset="0"/>
              <a:cs typeface="Calibri" panose="020F0502020204030204" pitchFamily="34" charset="0"/>
              <a:sym typeface="Calibri"/>
            </a:endParaRPr>
          </a:p>
        </p:txBody>
      </p:sp>
      <p:pic>
        <p:nvPicPr>
          <p:cNvPr id="996" name="Google Shape;996;p63"/>
          <p:cNvPicPr preferRelativeResize="0"/>
          <p:nvPr/>
        </p:nvPicPr>
        <p:blipFill rotWithShape="1">
          <a:blip r:embed="rId8">
            <a:alphaModFix/>
          </a:blip>
          <a:srcRect/>
          <a:stretch/>
        </p:blipFill>
        <p:spPr>
          <a:xfrm>
            <a:off x="8285539" y="4822005"/>
            <a:ext cx="733511" cy="212512"/>
          </a:xfrm>
          <a:prstGeom prst="rect">
            <a:avLst/>
          </a:prstGeom>
          <a:noFill/>
          <a:ln>
            <a:noFill/>
          </a:ln>
        </p:spPr>
      </p:pic>
      <p:cxnSp>
        <p:nvCxnSpPr>
          <p:cNvPr id="997" name="Google Shape;997;p63"/>
          <p:cNvCxnSpPr/>
          <p:nvPr/>
        </p:nvCxnSpPr>
        <p:spPr>
          <a:xfrm>
            <a:off x="4771650" y="4641518"/>
            <a:ext cx="4012500" cy="0"/>
          </a:xfrm>
          <a:prstGeom prst="straightConnector1">
            <a:avLst/>
          </a:prstGeom>
          <a:noFill/>
          <a:ln w="9525" cap="flat" cmpd="sng">
            <a:solidFill>
              <a:srgbClr val="888888"/>
            </a:solidFill>
            <a:prstDash val="solid"/>
            <a:round/>
            <a:headEnd type="none" w="sm" len="sm"/>
            <a:tailEnd type="none" w="sm" len="sm"/>
          </a:ln>
        </p:spPr>
      </p:cxnSp>
      <p:sp>
        <p:nvSpPr>
          <p:cNvPr id="998" name="Google Shape;998;p63"/>
          <p:cNvSpPr/>
          <p:nvPr/>
        </p:nvSpPr>
        <p:spPr>
          <a:xfrm>
            <a:off x="4852708" y="4446568"/>
            <a:ext cx="1987200" cy="195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645"/>
              <a:buFont typeface="DM Sans"/>
              <a:buNone/>
            </a:pPr>
            <a:r>
              <a:rPr lang="en" sz="737" b="0" i="0" u="none" strike="noStrike" cap="none">
                <a:solidFill>
                  <a:srgbClr val="1F2937"/>
                </a:solidFill>
                <a:latin typeface="Calibri" panose="020F0502020204030204" pitchFamily="34" charset="0"/>
                <a:ea typeface="Calibri" panose="020F0502020204030204" pitchFamily="34" charset="0"/>
                <a:cs typeface="Calibri" panose="020F0502020204030204" pitchFamily="34" charset="0"/>
                <a:sym typeface="Calibri"/>
              </a:rPr>
              <a:t>Risk: Secret Findings Detection</a:t>
            </a:r>
            <a:endParaRPr sz="737" b="0" i="0" u="none" strike="noStrike" cap="none">
              <a:solidFill>
                <a:srgbClr val="1F2937"/>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999" name="Google Shape;999;p63"/>
          <p:cNvSpPr/>
          <p:nvPr/>
        </p:nvSpPr>
        <p:spPr>
          <a:xfrm>
            <a:off x="4850663" y="4649529"/>
            <a:ext cx="1987200" cy="195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645"/>
              <a:buFont typeface="DM Sans"/>
              <a:buNone/>
            </a:pPr>
            <a:r>
              <a:rPr lang="en" sz="737" b="0" i="0" u="none" strike="noStrike" cap="none">
                <a:solidFill>
                  <a:srgbClr val="1F2937"/>
                </a:solidFill>
                <a:latin typeface="Calibri" panose="020F0502020204030204" pitchFamily="34" charset="0"/>
                <a:ea typeface="Calibri" panose="020F0502020204030204" pitchFamily="34" charset="0"/>
                <a:cs typeface="Calibri" panose="020F0502020204030204" pitchFamily="34" charset="0"/>
                <a:sym typeface="Calibri"/>
              </a:rPr>
              <a:t>Risk: Secret Validation</a:t>
            </a:r>
            <a:endParaRPr sz="737" b="0" i="0" u="none" strike="noStrike" cap="none">
              <a:solidFill>
                <a:srgbClr val="1F2937"/>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1000" name="Google Shape;1000;p63"/>
          <p:cNvSpPr txBox="1"/>
          <p:nvPr/>
        </p:nvSpPr>
        <p:spPr>
          <a:xfrm>
            <a:off x="7752775" y="4481811"/>
            <a:ext cx="1031700" cy="140400"/>
          </a:xfrm>
          <a:prstGeom prst="rect">
            <a:avLst/>
          </a:prstGeom>
          <a:noFill/>
          <a:ln>
            <a:noFill/>
          </a:ln>
        </p:spPr>
        <p:txBody>
          <a:bodyPr spcFirstLastPara="1" wrap="square" lIns="63150" tIns="63150" rIns="63150" bIns="63150" anchor="ctr" anchorCtr="0">
            <a:noAutofit/>
          </a:bodyPr>
          <a:lstStyle/>
          <a:p>
            <a:pPr marL="0" marR="0" lvl="0" indent="0" algn="ctr" rtl="0">
              <a:lnSpc>
                <a:spcPct val="100000"/>
              </a:lnSpc>
              <a:spcBef>
                <a:spcPts val="0"/>
              </a:spcBef>
              <a:spcAft>
                <a:spcPts val="0"/>
              </a:spcAft>
              <a:buClr>
                <a:srgbClr val="000000"/>
              </a:buClr>
              <a:buSzPts val="737"/>
              <a:buFont typeface="Arial"/>
              <a:buNone/>
            </a:pPr>
            <a:r>
              <a:rPr lang="en" sz="737" b="0" i="0" u="none" strike="noStrike" cap="none">
                <a:solidFill>
                  <a:srgbClr val="595959"/>
                </a:solidFill>
                <a:latin typeface="Calibri" panose="020F0502020204030204" pitchFamily="34" charset="0"/>
                <a:ea typeface="Calibri" panose="020F0502020204030204" pitchFamily="34" charset="0"/>
                <a:cs typeface="Calibri" panose="020F0502020204030204" pitchFamily="34" charset="0"/>
                <a:sym typeface="Calibri"/>
              </a:rPr>
              <a:t>{{ASM_SEC_R}}</a:t>
            </a:r>
            <a:endParaRPr sz="737" b="0" i="0" u="none" strike="noStrike" cap="none">
              <a:solidFill>
                <a:srgbClr val="595959"/>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1001" name="Google Shape;1001;p63"/>
          <p:cNvSpPr txBox="1"/>
          <p:nvPr/>
        </p:nvSpPr>
        <p:spPr>
          <a:xfrm>
            <a:off x="7750731" y="4685015"/>
            <a:ext cx="1031700" cy="140400"/>
          </a:xfrm>
          <a:prstGeom prst="rect">
            <a:avLst/>
          </a:prstGeom>
          <a:noFill/>
          <a:ln>
            <a:noFill/>
          </a:ln>
        </p:spPr>
        <p:txBody>
          <a:bodyPr spcFirstLastPara="1" wrap="square" lIns="63150" tIns="63150" rIns="63150" bIns="63150" anchor="ctr" anchorCtr="0">
            <a:noAutofit/>
          </a:bodyPr>
          <a:lstStyle/>
          <a:p>
            <a:pPr marL="0" marR="0" lvl="0" indent="0" algn="ctr" rtl="0">
              <a:lnSpc>
                <a:spcPct val="100000"/>
              </a:lnSpc>
              <a:spcBef>
                <a:spcPts val="0"/>
              </a:spcBef>
              <a:spcAft>
                <a:spcPts val="0"/>
              </a:spcAft>
              <a:buClr>
                <a:srgbClr val="000000"/>
              </a:buClr>
              <a:buSzPts val="737"/>
              <a:buFont typeface="Arial"/>
              <a:buNone/>
            </a:pPr>
            <a:r>
              <a:rPr lang="en" sz="737" b="0" i="0" u="none" strike="noStrike" cap="none">
                <a:solidFill>
                  <a:srgbClr val="595959"/>
                </a:solidFill>
                <a:latin typeface="Calibri" panose="020F0502020204030204" pitchFamily="34" charset="0"/>
                <a:ea typeface="Calibri" panose="020F0502020204030204" pitchFamily="34" charset="0"/>
                <a:cs typeface="Calibri" panose="020F0502020204030204" pitchFamily="34" charset="0"/>
                <a:sym typeface="Calibri"/>
              </a:rPr>
              <a:t>{{ASM_SV_R}}</a:t>
            </a:r>
            <a:endParaRPr sz="737" b="0" i="0" u="none" strike="noStrike" cap="none">
              <a:solidFill>
                <a:srgbClr val="595959"/>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1002" name="Google Shape;1002;p63"/>
          <p:cNvSpPr/>
          <p:nvPr/>
        </p:nvSpPr>
        <p:spPr>
          <a:xfrm>
            <a:off x="6899000" y="4446366"/>
            <a:ext cx="882000" cy="1953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56DB"/>
              </a:buClr>
              <a:buSzPts val="645"/>
              <a:buFont typeface="Arial"/>
              <a:buNone/>
            </a:pPr>
            <a:r>
              <a:rPr lang="en" sz="645" b="0" i="0" u="none" strike="noStrike" cap="none">
                <a:solidFill>
                  <a:srgbClr val="1A56DB"/>
                </a:solidFill>
                <a:latin typeface="Calibri" panose="020F0502020204030204" pitchFamily="34" charset="0"/>
                <a:ea typeface="Calibri" panose="020F0502020204030204" pitchFamily="34" charset="0"/>
                <a:cs typeface="Calibri" panose="020F0502020204030204" pitchFamily="34" charset="0"/>
                <a:sym typeface="Calibri"/>
              </a:rPr>
              <a:t>{{ASM_SEC}}</a:t>
            </a:r>
            <a:endParaRPr sz="645"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1003" name="Google Shape;1003;p63"/>
          <p:cNvSpPr/>
          <p:nvPr/>
        </p:nvSpPr>
        <p:spPr>
          <a:xfrm>
            <a:off x="6896955" y="4649311"/>
            <a:ext cx="882000" cy="1953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56DB"/>
              </a:buClr>
              <a:buSzPts val="645"/>
              <a:buFont typeface="Arial"/>
              <a:buNone/>
            </a:pPr>
            <a:r>
              <a:rPr lang="en" sz="645" b="0" i="0" u="none" strike="noStrike" cap="none">
                <a:solidFill>
                  <a:srgbClr val="1A56DB"/>
                </a:solidFill>
                <a:latin typeface="Calibri" panose="020F0502020204030204" pitchFamily="34" charset="0"/>
                <a:ea typeface="Calibri" panose="020F0502020204030204" pitchFamily="34" charset="0"/>
                <a:cs typeface="Calibri" panose="020F0502020204030204" pitchFamily="34" charset="0"/>
                <a:sym typeface="Calibri"/>
              </a:rPr>
              <a:t>{{ASM_SV}}</a:t>
            </a:r>
            <a:endParaRPr sz="645"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p:txBody>
      </p:sp>
      <p:cxnSp>
        <p:nvCxnSpPr>
          <p:cNvPr id="1004" name="Google Shape;1004;p63"/>
          <p:cNvCxnSpPr/>
          <p:nvPr/>
        </p:nvCxnSpPr>
        <p:spPr>
          <a:xfrm rot="10800000" flipH="1">
            <a:off x="4779864" y="4844405"/>
            <a:ext cx="4011300" cy="13800"/>
          </a:xfrm>
          <a:prstGeom prst="straightConnector1">
            <a:avLst/>
          </a:prstGeom>
          <a:noFill/>
          <a:ln w="9525" cap="flat" cmpd="sng">
            <a:solidFill>
              <a:srgbClr val="888888"/>
            </a:solidFill>
            <a:prstDash val="solid"/>
            <a:round/>
            <a:headEnd type="none" w="sm" len="sm"/>
            <a:tailEnd type="none" w="sm" len="sm"/>
          </a:ln>
        </p:spPr>
      </p:cxnSp>
      <p:sp>
        <p:nvSpPr>
          <p:cNvPr id="1005" name="Google Shape;1005;p63"/>
          <p:cNvSpPr/>
          <p:nvPr/>
        </p:nvSpPr>
        <p:spPr>
          <a:xfrm>
            <a:off x="4849232" y="4864397"/>
            <a:ext cx="1987200" cy="195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645"/>
              <a:buFont typeface="DM Sans"/>
              <a:buNone/>
            </a:pPr>
            <a:r>
              <a:rPr lang="en" sz="737" b="0" i="0" u="none" strike="noStrike" cap="none">
                <a:solidFill>
                  <a:srgbClr val="1F2937"/>
                </a:solidFill>
                <a:latin typeface="Calibri" panose="020F0502020204030204" pitchFamily="34" charset="0"/>
                <a:ea typeface="Calibri" panose="020F0502020204030204" pitchFamily="34" charset="0"/>
                <a:cs typeface="Calibri" panose="020F0502020204030204" pitchFamily="34" charset="0"/>
                <a:sym typeface="Calibri"/>
              </a:rPr>
              <a:t>Application Endpoint Exposure Level</a:t>
            </a:r>
            <a:endParaRPr sz="737" b="0" i="0" u="none" strike="noStrike" cap="none">
              <a:solidFill>
                <a:srgbClr val="1F2937"/>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1006" name="Google Shape;1006;p63"/>
          <p:cNvSpPr txBox="1"/>
          <p:nvPr/>
        </p:nvSpPr>
        <p:spPr>
          <a:xfrm>
            <a:off x="7761860" y="4899639"/>
            <a:ext cx="1031700" cy="140400"/>
          </a:xfrm>
          <a:prstGeom prst="rect">
            <a:avLst/>
          </a:prstGeom>
          <a:noFill/>
          <a:ln>
            <a:noFill/>
          </a:ln>
        </p:spPr>
        <p:txBody>
          <a:bodyPr spcFirstLastPara="1" wrap="square" lIns="63150" tIns="63150" rIns="63150" bIns="63150" anchor="ctr" anchorCtr="0">
            <a:noAutofit/>
          </a:bodyPr>
          <a:lstStyle/>
          <a:p>
            <a:pPr marL="0" marR="0" lvl="0" indent="0" algn="ctr" rtl="0">
              <a:lnSpc>
                <a:spcPct val="100000"/>
              </a:lnSpc>
              <a:spcBef>
                <a:spcPts val="0"/>
              </a:spcBef>
              <a:spcAft>
                <a:spcPts val="0"/>
              </a:spcAft>
              <a:buClr>
                <a:srgbClr val="000000"/>
              </a:buClr>
              <a:buSzPts val="737"/>
              <a:buFont typeface="Arial"/>
              <a:buNone/>
            </a:pPr>
            <a:r>
              <a:rPr lang="en" sz="737" b="0" i="0" u="none" strike="noStrike" cap="none">
                <a:solidFill>
                  <a:srgbClr val="595959"/>
                </a:solidFill>
                <a:latin typeface="Calibri" panose="020F0502020204030204" pitchFamily="34" charset="0"/>
                <a:ea typeface="Calibri" panose="020F0502020204030204" pitchFamily="34" charset="0"/>
                <a:cs typeface="Calibri" panose="020F0502020204030204" pitchFamily="34" charset="0"/>
                <a:sym typeface="Calibri"/>
              </a:rPr>
              <a:t>{{ASM_EXPL_R}}</a:t>
            </a:r>
            <a:endParaRPr sz="737" b="0" i="0" u="none" strike="noStrike" cap="none">
              <a:solidFill>
                <a:srgbClr val="595959"/>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1007" name="Google Shape;1007;p63"/>
          <p:cNvSpPr/>
          <p:nvPr/>
        </p:nvSpPr>
        <p:spPr>
          <a:xfrm>
            <a:off x="6895524" y="4864194"/>
            <a:ext cx="882000" cy="1953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56DB"/>
              </a:buClr>
              <a:buSzPts val="645"/>
              <a:buFont typeface="Arial"/>
              <a:buNone/>
            </a:pPr>
            <a:r>
              <a:rPr lang="en" sz="645" b="0" i="0" u="none" strike="noStrike" cap="none">
                <a:solidFill>
                  <a:srgbClr val="1A56DB"/>
                </a:solidFill>
                <a:latin typeface="Calibri" panose="020F0502020204030204" pitchFamily="34" charset="0"/>
                <a:ea typeface="Calibri" panose="020F0502020204030204" pitchFamily="34" charset="0"/>
                <a:cs typeface="Calibri" panose="020F0502020204030204" pitchFamily="34" charset="0"/>
                <a:sym typeface="Calibri"/>
              </a:rPr>
              <a:t>{{ASM_EXPL}}</a:t>
            </a:r>
            <a:endParaRPr sz="645"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1008" name="Google Shape;1008;p63"/>
          <p:cNvSpPr/>
          <p:nvPr/>
        </p:nvSpPr>
        <p:spPr>
          <a:xfrm>
            <a:off x="239233" y="867612"/>
            <a:ext cx="4224479" cy="414676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Calibri" panose="020F0502020204030204" pitchFamily="34" charset="0"/>
              <a:ea typeface="Calibri" panose="020F0502020204030204" pitchFamily="34" charset="0"/>
              <a:cs typeface="Calibri" panose="020F0502020204030204" pitchFamily="34" charset="0"/>
              <a:sym typeface="Arial"/>
            </a:endParaRPr>
          </a:p>
        </p:txBody>
      </p:sp>
      <p:sp>
        <p:nvSpPr>
          <p:cNvPr id="1009" name="Google Shape;1009;p63"/>
          <p:cNvSpPr/>
          <p:nvPr/>
        </p:nvSpPr>
        <p:spPr>
          <a:xfrm>
            <a:off x="4676033" y="867086"/>
            <a:ext cx="4224479" cy="41940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Calibri" panose="020F0502020204030204" pitchFamily="34" charset="0"/>
              <a:ea typeface="Calibri" panose="020F0502020204030204" pitchFamily="34" charset="0"/>
              <a:cs typeface="Calibri" panose="020F0502020204030204" pitchFamily="34" charset="0"/>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014"/>
        <p:cNvGrpSpPr/>
        <p:nvPr/>
      </p:nvGrpSpPr>
      <p:grpSpPr>
        <a:xfrm>
          <a:off x="0" y="0"/>
          <a:ext cx="0" cy="0"/>
          <a:chOff x="0" y="0"/>
          <a:chExt cx="0" cy="0"/>
        </a:xfrm>
      </p:grpSpPr>
      <p:pic>
        <p:nvPicPr>
          <p:cNvPr id="1015" name="Google Shape;1015;p64"/>
          <p:cNvPicPr preferRelativeResize="0"/>
          <p:nvPr/>
        </p:nvPicPr>
        <p:blipFill rotWithShape="1">
          <a:blip r:embed="rId3">
            <a:alphaModFix/>
          </a:blip>
          <a:srcRect/>
          <a:stretch/>
        </p:blipFill>
        <p:spPr>
          <a:xfrm>
            <a:off x="8048746" y="4692300"/>
            <a:ext cx="943800" cy="381270"/>
          </a:xfrm>
          <a:prstGeom prst="rect">
            <a:avLst/>
          </a:prstGeom>
          <a:noFill/>
          <a:ln>
            <a:noFill/>
          </a:ln>
        </p:spPr>
      </p:pic>
      <p:sp>
        <p:nvSpPr>
          <p:cNvPr id="1016" name="Google Shape;1016;p64"/>
          <p:cNvSpPr/>
          <p:nvPr/>
        </p:nvSpPr>
        <p:spPr>
          <a:xfrm>
            <a:off x="0" y="0"/>
            <a:ext cx="9144000" cy="54900"/>
          </a:xfrm>
          <a:prstGeom prst="rect">
            <a:avLst/>
          </a:prstGeom>
          <a:solidFill>
            <a:srgbClr val="1A56DB"/>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1017" name="Google Shape;1017;p64"/>
          <p:cNvSpPr/>
          <p:nvPr/>
        </p:nvSpPr>
        <p:spPr>
          <a:xfrm>
            <a:off x="457200" y="164588"/>
            <a:ext cx="6944400" cy="3657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56DB"/>
              </a:buClr>
              <a:buSzPts val="1600"/>
              <a:buFont typeface="DM Sans"/>
              <a:buNone/>
            </a:pPr>
            <a:r>
              <a:rPr lang="en" sz="2000" b="0" i="0" u="none" strike="noStrike" cap="none">
                <a:solidFill>
                  <a:schemeClr val="dk2"/>
                </a:solidFill>
                <a:latin typeface="Calibri" panose="020F0502020204030204" pitchFamily="34" charset="0"/>
                <a:ea typeface="Calibri" panose="020F0502020204030204" pitchFamily="34" charset="0"/>
                <a:cs typeface="Calibri" panose="020F0502020204030204" pitchFamily="34" charset="0"/>
                <a:sym typeface="Calibri"/>
              </a:rPr>
              <a:t>Scanner Configuration — Vulnerability &amp; Data Security</a:t>
            </a:r>
            <a:endParaRPr sz="2000" b="0" i="0" u="none" strike="noStrike" cap="none">
              <a:solidFill>
                <a:schemeClr val="dk2"/>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1018" name="Google Shape;1018;p64"/>
          <p:cNvSpPr/>
          <p:nvPr/>
        </p:nvSpPr>
        <p:spPr>
          <a:xfrm>
            <a:off x="457200" y="548640"/>
            <a:ext cx="7315200" cy="2286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B7280"/>
              </a:buClr>
              <a:buSzPts val="900"/>
              <a:buFont typeface="DM Sans"/>
              <a:buNone/>
            </a:pPr>
            <a:r>
              <a:rPr lang="en" sz="1100" b="0" i="0" u="none" strike="noStrike" cap="none">
                <a:solidFill>
                  <a:srgbClr val="595959"/>
                </a:solidFill>
                <a:latin typeface="Calibri" panose="020F0502020204030204" pitchFamily="34" charset="0"/>
                <a:ea typeface="Calibri" panose="020F0502020204030204" pitchFamily="34" charset="0"/>
                <a:cs typeface="Calibri" panose="020F0502020204030204" pitchFamily="34" charset="0"/>
                <a:sym typeface="Calibri"/>
              </a:rPr>
              <a:t>Current vulnerability scanner tuning and data security scanning coverage.</a:t>
            </a:r>
            <a:endParaRPr sz="1100" b="0" i="0" u="none" strike="noStrike" cap="none">
              <a:solidFill>
                <a:srgbClr val="595959"/>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1019" name="Google Shape;1019;p64"/>
          <p:cNvSpPr/>
          <p:nvPr/>
        </p:nvSpPr>
        <p:spPr>
          <a:xfrm>
            <a:off x="239233" y="868680"/>
            <a:ext cx="4224479" cy="274200"/>
          </a:xfrm>
          <a:prstGeom prst="rect">
            <a:avLst/>
          </a:prstGeom>
          <a:solidFill>
            <a:srgbClr val="EFE6C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1020" name="Google Shape;1020;p64"/>
          <p:cNvSpPr/>
          <p:nvPr/>
        </p:nvSpPr>
        <p:spPr>
          <a:xfrm>
            <a:off x="243492" y="868680"/>
            <a:ext cx="93336" cy="274200"/>
          </a:xfrm>
          <a:prstGeom prst="rect">
            <a:avLst/>
          </a:prstGeom>
          <a:solidFill>
            <a:srgbClr val="D9770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1021" name="Google Shape;1021;p64"/>
          <p:cNvSpPr/>
          <p:nvPr/>
        </p:nvSpPr>
        <p:spPr>
          <a:xfrm>
            <a:off x="502920" y="847856"/>
            <a:ext cx="3794700" cy="274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D97706"/>
              </a:buClr>
              <a:buSzPts val="1000"/>
              <a:buFont typeface="DM Sans"/>
              <a:buNone/>
            </a:pPr>
            <a:r>
              <a:rPr lang="en" sz="1100" b="1" i="0" u="sng" strike="noStrike" cap="none">
                <a:solidFill>
                  <a:schemeClr val="hlink"/>
                </a:solidFill>
                <a:latin typeface="Calibri" panose="020F0502020204030204" pitchFamily="34" charset="0"/>
                <a:ea typeface="Calibri" panose="020F0502020204030204" pitchFamily="34" charset="0"/>
                <a:cs typeface="Calibri" panose="020F0502020204030204" pitchFamily="34" charset="0"/>
                <a:sym typeface="Calibri"/>
                <a:hlinkClick r:id="rId4"/>
              </a:rPr>
              <a:t>VULNERABILITY SCANNER</a:t>
            </a:r>
            <a:r>
              <a:rPr lang="en" sz="1100" b="0" i="0" u="none" strike="noStrike" cap="none">
                <a:solidFill>
                  <a:srgbClr val="D97706"/>
                </a:solidFill>
                <a:latin typeface="Calibri" panose="020F0502020204030204" pitchFamily="34" charset="0"/>
                <a:ea typeface="Calibri" panose="020F0502020204030204" pitchFamily="34" charset="0"/>
                <a:cs typeface="Calibri" panose="020F0502020204030204" pitchFamily="34" charset="0"/>
                <a:sym typeface="Calibri"/>
              </a:rPr>
              <a:t> </a:t>
            </a:r>
            <a:r>
              <a:rPr lang="en" sz="1300" b="0" i="0" u="none" strike="noStrike" cap="none">
                <a:solidFill>
                  <a:schemeClr val="hlink"/>
                </a:solidFill>
                <a:uFill>
                  <a:noFill/>
                </a:uFill>
                <a:latin typeface="Calibri" panose="020F0502020204030204" pitchFamily="34" charset="0"/>
                <a:ea typeface="Calibri" panose="020F0502020204030204" pitchFamily="34" charset="0"/>
                <a:cs typeface="Calibri" panose="020F0502020204030204" pitchFamily="34" charset="0"/>
                <a:sym typeface="Calibri"/>
                <a:hlinkClick r:id="rId5"/>
              </a:rPr>
              <a:t>↗</a:t>
            </a:r>
            <a:endParaRPr sz="900" b="0" i="0" u="none" strike="noStrike" cap="none">
              <a:solidFill>
                <a:srgbClr val="D97706"/>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1022" name="Google Shape;1022;p64"/>
          <p:cNvSpPr/>
          <p:nvPr/>
        </p:nvSpPr>
        <p:spPr>
          <a:xfrm>
            <a:off x="371458" y="1191602"/>
            <a:ext cx="3977700" cy="2409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1023" name="Google Shape;1023;p64"/>
          <p:cNvSpPr/>
          <p:nvPr/>
        </p:nvSpPr>
        <p:spPr>
          <a:xfrm>
            <a:off x="371454" y="1180568"/>
            <a:ext cx="1988700" cy="2409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B7280"/>
              </a:buClr>
              <a:buSzPts val="700"/>
              <a:buFont typeface="DM Sans"/>
              <a:buNone/>
            </a:pPr>
            <a:r>
              <a:rPr lang="en" sz="1000" b="1" i="0" u="none" strike="noStrike" cap="none">
                <a:solidFill>
                  <a:srgbClr val="6B7280"/>
                </a:solidFill>
                <a:latin typeface="Calibri" panose="020F0502020204030204" pitchFamily="34" charset="0"/>
                <a:ea typeface="Calibri" panose="020F0502020204030204" pitchFamily="34" charset="0"/>
                <a:cs typeface="Calibri" panose="020F0502020204030204" pitchFamily="34" charset="0"/>
                <a:sym typeface="Calibri"/>
              </a:rPr>
              <a:t>Setting</a:t>
            </a:r>
            <a:endParaRPr sz="1000"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1024" name="Google Shape;1024;p64"/>
          <p:cNvSpPr/>
          <p:nvPr/>
        </p:nvSpPr>
        <p:spPr>
          <a:xfrm>
            <a:off x="2537260" y="1191602"/>
            <a:ext cx="875100" cy="2409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B7280"/>
              </a:buClr>
              <a:buSzPts val="700"/>
              <a:buFont typeface="DM Sans"/>
              <a:buNone/>
            </a:pPr>
            <a:r>
              <a:rPr lang="en" sz="1000" b="1" i="0" u="none" strike="noStrike" cap="none">
                <a:solidFill>
                  <a:srgbClr val="6B7280"/>
                </a:solidFill>
                <a:latin typeface="Calibri" panose="020F0502020204030204" pitchFamily="34" charset="0"/>
                <a:ea typeface="Calibri" panose="020F0502020204030204" pitchFamily="34" charset="0"/>
                <a:cs typeface="Calibri" panose="020F0502020204030204" pitchFamily="34" charset="0"/>
                <a:sym typeface="Calibri"/>
              </a:rPr>
              <a:t>Status</a:t>
            </a:r>
            <a:endParaRPr sz="1000"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1025" name="Google Shape;1025;p64"/>
          <p:cNvSpPr/>
          <p:nvPr/>
        </p:nvSpPr>
        <p:spPr>
          <a:xfrm>
            <a:off x="3429612" y="1186270"/>
            <a:ext cx="1034100" cy="2409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B7280"/>
              </a:buClr>
              <a:buSzPts val="700"/>
              <a:buFont typeface="DM Sans"/>
              <a:buNone/>
            </a:pPr>
            <a:r>
              <a:rPr lang="en" sz="1000" b="1" i="0" u="none" strike="noStrike" cap="none">
                <a:solidFill>
                  <a:srgbClr val="6B7280"/>
                </a:solidFill>
                <a:latin typeface="Calibri" panose="020F0502020204030204" pitchFamily="34" charset="0"/>
                <a:ea typeface="Calibri" panose="020F0502020204030204" pitchFamily="34" charset="0"/>
                <a:cs typeface="Calibri" panose="020F0502020204030204" pitchFamily="34" charset="0"/>
                <a:sym typeface="Calibri"/>
              </a:rPr>
              <a:t>Recommended</a:t>
            </a:r>
            <a:endParaRPr sz="1000"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1026" name="Google Shape;1026;p64"/>
          <p:cNvSpPr/>
          <p:nvPr/>
        </p:nvSpPr>
        <p:spPr>
          <a:xfrm>
            <a:off x="371449" y="1431983"/>
            <a:ext cx="3977700" cy="2460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panose="020F0502020204030204" pitchFamily="34" charset="0"/>
              <a:ea typeface="Calibri" panose="020F0502020204030204" pitchFamily="34" charset="0"/>
              <a:cs typeface="Calibri" panose="020F0502020204030204" pitchFamily="34" charset="0"/>
              <a:sym typeface="Calibri"/>
            </a:endParaRPr>
          </a:p>
        </p:txBody>
      </p:sp>
      <p:cxnSp>
        <p:nvCxnSpPr>
          <p:cNvPr id="1027" name="Google Shape;1027;p64"/>
          <p:cNvCxnSpPr/>
          <p:nvPr/>
        </p:nvCxnSpPr>
        <p:spPr>
          <a:xfrm>
            <a:off x="371449" y="1678076"/>
            <a:ext cx="3977700" cy="0"/>
          </a:xfrm>
          <a:prstGeom prst="straightConnector1">
            <a:avLst/>
          </a:prstGeom>
          <a:noFill/>
          <a:ln w="9525" cap="flat" cmpd="sng">
            <a:solidFill>
              <a:srgbClr val="E5E7EB"/>
            </a:solidFill>
            <a:prstDash val="solid"/>
            <a:round/>
            <a:headEnd type="none" w="sm" len="sm"/>
            <a:tailEnd type="none" w="sm" len="sm"/>
          </a:ln>
        </p:spPr>
      </p:cxnSp>
      <p:sp>
        <p:nvSpPr>
          <p:cNvPr id="1028" name="Google Shape;1028;p64"/>
          <p:cNvSpPr/>
          <p:nvPr/>
        </p:nvSpPr>
        <p:spPr>
          <a:xfrm>
            <a:off x="371445" y="1431975"/>
            <a:ext cx="2061600" cy="246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Calibri" panose="020F0502020204030204" pitchFamily="34" charset="0"/>
                <a:ea typeface="Calibri" panose="020F0502020204030204" pitchFamily="34" charset="0"/>
                <a:cs typeface="Calibri" panose="020F0502020204030204" pitchFamily="34" charset="0"/>
                <a:sym typeface="Calibri"/>
              </a:rPr>
              <a:t>OS-Package Managed Code Libraries</a:t>
            </a:r>
            <a:endParaRPr sz="800"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1029" name="Google Shape;1029;p64"/>
          <p:cNvSpPr/>
          <p:nvPr/>
        </p:nvSpPr>
        <p:spPr>
          <a:xfrm>
            <a:off x="2569586" y="1431983"/>
            <a:ext cx="875100" cy="246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56DB"/>
              </a:buClr>
              <a:buSzPts val="700"/>
              <a:buFont typeface="Arial"/>
              <a:buNone/>
            </a:pPr>
            <a:r>
              <a:rPr lang="en" sz="700" b="0" i="0" u="none" strike="noStrike" cap="none">
                <a:solidFill>
                  <a:srgbClr val="1A56DB"/>
                </a:solidFill>
                <a:latin typeface="Calibri" panose="020F0502020204030204" pitchFamily="34" charset="0"/>
                <a:ea typeface="Calibri" panose="020F0502020204030204" pitchFamily="34" charset="0"/>
                <a:cs typeface="Calibri" panose="020F0502020204030204" pitchFamily="34" charset="0"/>
                <a:sym typeface="Calibri"/>
              </a:rPr>
              <a:t>{{VS_OSPKG}}</a:t>
            </a:r>
            <a:endParaRPr sz="700"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1030" name="Google Shape;1030;p64"/>
          <p:cNvSpPr/>
          <p:nvPr/>
        </p:nvSpPr>
        <p:spPr>
          <a:xfrm>
            <a:off x="371449" y="1678076"/>
            <a:ext cx="3977700" cy="246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panose="020F0502020204030204" pitchFamily="34" charset="0"/>
              <a:ea typeface="Calibri" panose="020F0502020204030204" pitchFamily="34" charset="0"/>
              <a:cs typeface="Calibri" panose="020F0502020204030204" pitchFamily="34" charset="0"/>
              <a:sym typeface="Calibri"/>
            </a:endParaRPr>
          </a:p>
        </p:txBody>
      </p:sp>
      <p:cxnSp>
        <p:nvCxnSpPr>
          <p:cNvPr id="1031" name="Google Shape;1031;p64"/>
          <p:cNvCxnSpPr/>
          <p:nvPr/>
        </p:nvCxnSpPr>
        <p:spPr>
          <a:xfrm>
            <a:off x="355736" y="1916264"/>
            <a:ext cx="3977700" cy="0"/>
          </a:xfrm>
          <a:prstGeom prst="straightConnector1">
            <a:avLst/>
          </a:prstGeom>
          <a:noFill/>
          <a:ln w="9525" cap="flat" cmpd="sng">
            <a:solidFill>
              <a:srgbClr val="888888"/>
            </a:solidFill>
            <a:prstDash val="solid"/>
            <a:round/>
            <a:headEnd type="none" w="sm" len="sm"/>
            <a:tailEnd type="none" w="sm" len="sm"/>
          </a:ln>
        </p:spPr>
      </p:cxnSp>
      <p:sp>
        <p:nvSpPr>
          <p:cNvPr id="1032" name="Google Shape;1032;p64"/>
          <p:cNvSpPr/>
          <p:nvPr/>
        </p:nvSpPr>
        <p:spPr>
          <a:xfrm>
            <a:off x="371445" y="1678069"/>
            <a:ext cx="2061600" cy="246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Calibri" panose="020F0502020204030204" pitchFamily="34" charset="0"/>
                <a:ea typeface="Calibri" panose="020F0502020204030204" pitchFamily="34" charset="0"/>
                <a:cs typeface="Calibri" panose="020F0502020204030204" pitchFamily="34" charset="0"/>
                <a:sym typeface="Calibri"/>
              </a:rPr>
              <a:t>Windows App Bundled Libraries</a:t>
            </a:r>
            <a:endParaRPr sz="800"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1033" name="Google Shape;1033;p64"/>
          <p:cNvSpPr/>
          <p:nvPr/>
        </p:nvSpPr>
        <p:spPr>
          <a:xfrm>
            <a:off x="2569586" y="1678076"/>
            <a:ext cx="875100" cy="246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56DB"/>
              </a:buClr>
              <a:buSzPts val="700"/>
              <a:buFont typeface="Arial"/>
              <a:buNone/>
            </a:pPr>
            <a:r>
              <a:rPr lang="en" sz="700" b="0" i="0" u="none" strike="noStrike" cap="none">
                <a:solidFill>
                  <a:srgbClr val="1A56DB"/>
                </a:solidFill>
                <a:latin typeface="Calibri" panose="020F0502020204030204" pitchFamily="34" charset="0"/>
                <a:ea typeface="Calibri" panose="020F0502020204030204" pitchFamily="34" charset="0"/>
                <a:cs typeface="Calibri" panose="020F0502020204030204" pitchFamily="34" charset="0"/>
                <a:sym typeface="Calibri"/>
              </a:rPr>
              <a:t>{{VS_WINB}}</a:t>
            </a:r>
            <a:endParaRPr sz="700"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1034" name="Google Shape;1034;p64"/>
          <p:cNvSpPr/>
          <p:nvPr/>
        </p:nvSpPr>
        <p:spPr>
          <a:xfrm>
            <a:off x="371449" y="1924169"/>
            <a:ext cx="3977700" cy="2460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panose="020F0502020204030204" pitchFamily="34" charset="0"/>
              <a:ea typeface="Calibri" panose="020F0502020204030204" pitchFamily="34" charset="0"/>
              <a:cs typeface="Calibri" panose="020F0502020204030204" pitchFamily="34" charset="0"/>
              <a:sym typeface="Calibri"/>
            </a:endParaRPr>
          </a:p>
        </p:txBody>
      </p:sp>
      <p:cxnSp>
        <p:nvCxnSpPr>
          <p:cNvPr id="1035" name="Google Shape;1035;p64"/>
          <p:cNvCxnSpPr/>
          <p:nvPr/>
        </p:nvCxnSpPr>
        <p:spPr>
          <a:xfrm>
            <a:off x="371449" y="2170262"/>
            <a:ext cx="3977700" cy="0"/>
          </a:xfrm>
          <a:prstGeom prst="straightConnector1">
            <a:avLst/>
          </a:prstGeom>
          <a:noFill/>
          <a:ln w="9525" cap="flat" cmpd="sng">
            <a:solidFill>
              <a:srgbClr val="E5E7EB"/>
            </a:solidFill>
            <a:prstDash val="solid"/>
            <a:round/>
            <a:headEnd type="none" w="sm" len="sm"/>
            <a:tailEnd type="none" w="sm" len="sm"/>
          </a:ln>
        </p:spPr>
      </p:cxnSp>
      <p:sp>
        <p:nvSpPr>
          <p:cNvPr id="1036" name="Google Shape;1036;p64"/>
          <p:cNvSpPr/>
          <p:nvPr/>
        </p:nvSpPr>
        <p:spPr>
          <a:xfrm>
            <a:off x="371445" y="1924162"/>
            <a:ext cx="2061600" cy="246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Calibri" panose="020F0502020204030204" pitchFamily="34" charset="0"/>
                <a:ea typeface="Calibri" panose="020F0502020204030204" pitchFamily="34" charset="0"/>
                <a:cs typeface="Calibri" panose="020F0502020204030204" pitchFamily="34" charset="0"/>
                <a:sym typeface="Calibri"/>
              </a:rPr>
              <a:t>Go Standard Library</a:t>
            </a:r>
            <a:endParaRPr sz="800"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1037" name="Google Shape;1037;p64"/>
          <p:cNvSpPr/>
          <p:nvPr/>
        </p:nvSpPr>
        <p:spPr>
          <a:xfrm>
            <a:off x="2569586" y="1924169"/>
            <a:ext cx="875100" cy="246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56DB"/>
              </a:buClr>
              <a:buSzPts val="700"/>
              <a:buFont typeface="Arial"/>
              <a:buNone/>
            </a:pPr>
            <a:r>
              <a:rPr lang="en" sz="700" b="0" i="0" u="none" strike="noStrike" cap="none">
                <a:solidFill>
                  <a:srgbClr val="1A56DB"/>
                </a:solidFill>
                <a:latin typeface="Calibri" panose="020F0502020204030204" pitchFamily="34" charset="0"/>
                <a:ea typeface="Calibri" panose="020F0502020204030204" pitchFamily="34" charset="0"/>
                <a:cs typeface="Calibri" panose="020F0502020204030204" pitchFamily="34" charset="0"/>
                <a:sym typeface="Calibri"/>
              </a:rPr>
              <a:t>{{VS_GOSTD}}</a:t>
            </a:r>
            <a:endParaRPr sz="700"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1038" name="Google Shape;1038;p64"/>
          <p:cNvSpPr/>
          <p:nvPr/>
        </p:nvSpPr>
        <p:spPr>
          <a:xfrm>
            <a:off x="371449" y="2170262"/>
            <a:ext cx="3977700" cy="246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panose="020F0502020204030204" pitchFamily="34" charset="0"/>
              <a:ea typeface="Calibri" panose="020F0502020204030204" pitchFamily="34" charset="0"/>
              <a:cs typeface="Calibri" panose="020F0502020204030204" pitchFamily="34" charset="0"/>
              <a:sym typeface="Calibri"/>
            </a:endParaRPr>
          </a:p>
        </p:txBody>
      </p:sp>
      <p:cxnSp>
        <p:nvCxnSpPr>
          <p:cNvPr id="1039" name="Google Shape;1039;p64"/>
          <p:cNvCxnSpPr/>
          <p:nvPr/>
        </p:nvCxnSpPr>
        <p:spPr>
          <a:xfrm>
            <a:off x="358777" y="2406445"/>
            <a:ext cx="3977700" cy="0"/>
          </a:xfrm>
          <a:prstGeom prst="straightConnector1">
            <a:avLst/>
          </a:prstGeom>
          <a:noFill/>
          <a:ln w="9525" cap="flat" cmpd="sng">
            <a:solidFill>
              <a:srgbClr val="888888"/>
            </a:solidFill>
            <a:prstDash val="solid"/>
            <a:round/>
            <a:headEnd type="none" w="sm" len="sm"/>
            <a:tailEnd type="none" w="sm" len="sm"/>
          </a:ln>
        </p:spPr>
      </p:cxnSp>
      <p:sp>
        <p:nvSpPr>
          <p:cNvPr id="1040" name="Google Shape;1040;p64"/>
          <p:cNvSpPr/>
          <p:nvPr/>
        </p:nvSpPr>
        <p:spPr>
          <a:xfrm>
            <a:off x="371445" y="2170256"/>
            <a:ext cx="2061600" cy="246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Calibri" panose="020F0502020204030204" pitchFamily="34" charset="0"/>
                <a:ea typeface="Calibri" panose="020F0502020204030204" pitchFamily="34" charset="0"/>
                <a:cs typeface="Calibri" panose="020F0502020204030204" pitchFamily="34" charset="0"/>
                <a:sym typeface="Calibri"/>
              </a:rPr>
              <a:t>Code Library Exclusion Paths (Legacy)</a:t>
            </a:r>
            <a:endParaRPr sz="800"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1041" name="Google Shape;1041;p64"/>
          <p:cNvSpPr/>
          <p:nvPr/>
        </p:nvSpPr>
        <p:spPr>
          <a:xfrm>
            <a:off x="2569586" y="2170262"/>
            <a:ext cx="875100" cy="246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56DB"/>
              </a:buClr>
              <a:buSzPts val="700"/>
              <a:buFont typeface="Arial"/>
              <a:buNone/>
            </a:pPr>
            <a:r>
              <a:rPr lang="en" sz="700" b="0" i="0" u="none" strike="noStrike" cap="none">
                <a:solidFill>
                  <a:srgbClr val="1A56DB"/>
                </a:solidFill>
                <a:latin typeface="Calibri" panose="020F0502020204030204" pitchFamily="34" charset="0"/>
                <a:ea typeface="Calibri" panose="020F0502020204030204" pitchFamily="34" charset="0"/>
                <a:cs typeface="Calibri" panose="020F0502020204030204" pitchFamily="34" charset="0"/>
                <a:sym typeface="Calibri"/>
              </a:rPr>
              <a:t>{{VS_EXCL}}</a:t>
            </a:r>
            <a:endParaRPr sz="700"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1042" name="Google Shape;1042;p64"/>
          <p:cNvSpPr/>
          <p:nvPr/>
        </p:nvSpPr>
        <p:spPr>
          <a:xfrm>
            <a:off x="371449" y="2416355"/>
            <a:ext cx="3977700" cy="2460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panose="020F0502020204030204" pitchFamily="34" charset="0"/>
              <a:ea typeface="Calibri" panose="020F0502020204030204" pitchFamily="34" charset="0"/>
              <a:cs typeface="Calibri" panose="020F0502020204030204" pitchFamily="34" charset="0"/>
              <a:sym typeface="Calibri"/>
            </a:endParaRPr>
          </a:p>
        </p:txBody>
      </p:sp>
      <p:cxnSp>
        <p:nvCxnSpPr>
          <p:cNvPr id="1043" name="Google Shape;1043;p64"/>
          <p:cNvCxnSpPr/>
          <p:nvPr/>
        </p:nvCxnSpPr>
        <p:spPr>
          <a:xfrm>
            <a:off x="361818" y="2665905"/>
            <a:ext cx="3977700" cy="0"/>
          </a:xfrm>
          <a:prstGeom prst="straightConnector1">
            <a:avLst/>
          </a:prstGeom>
          <a:noFill/>
          <a:ln w="9525" cap="flat" cmpd="sng">
            <a:solidFill>
              <a:srgbClr val="E5E7EB"/>
            </a:solidFill>
            <a:prstDash val="solid"/>
            <a:round/>
            <a:headEnd type="none" w="sm" len="sm"/>
            <a:tailEnd type="none" w="sm" len="sm"/>
          </a:ln>
        </p:spPr>
      </p:cxnSp>
      <p:sp>
        <p:nvSpPr>
          <p:cNvPr id="1044" name="Google Shape;1044;p64"/>
          <p:cNvSpPr/>
          <p:nvPr/>
        </p:nvSpPr>
        <p:spPr>
          <a:xfrm>
            <a:off x="371445" y="2416350"/>
            <a:ext cx="2061600" cy="246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Calibri" panose="020F0502020204030204" pitchFamily="34" charset="0"/>
                <a:ea typeface="Calibri" panose="020F0502020204030204" pitchFamily="34" charset="0"/>
                <a:cs typeface="Calibri" panose="020F0502020204030204" pitchFamily="34" charset="0"/>
                <a:sym typeface="Calibri"/>
              </a:rPr>
              <a:t>Ignore Red Hat OpenShift Vulns</a:t>
            </a:r>
            <a:endParaRPr sz="800"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1045" name="Google Shape;1045;p64"/>
          <p:cNvSpPr/>
          <p:nvPr/>
        </p:nvSpPr>
        <p:spPr>
          <a:xfrm>
            <a:off x="2569586" y="2416355"/>
            <a:ext cx="875100" cy="246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56DB"/>
              </a:buClr>
              <a:buSzPts val="700"/>
              <a:buFont typeface="Arial"/>
              <a:buNone/>
            </a:pPr>
            <a:r>
              <a:rPr lang="en" sz="700" b="0" i="0" u="none" strike="noStrike" cap="none">
                <a:solidFill>
                  <a:srgbClr val="1A56DB"/>
                </a:solidFill>
                <a:latin typeface="Calibri" panose="020F0502020204030204" pitchFamily="34" charset="0"/>
                <a:ea typeface="Calibri" panose="020F0502020204030204" pitchFamily="34" charset="0"/>
                <a:cs typeface="Calibri" panose="020F0502020204030204" pitchFamily="34" charset="0"/>
                <a:sym typeface="Calibri"/>
              </a:rPr>
              <a:t>{{VS_RHOS}}</a:t>
            </a:r>
            <a:endParaRPr sz="700"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1046" name="Google Shape;1046;p64"/>
          <p:cNvSpPr/>
          <p:nvPr/>
        </p:nvSpPr>
        <p:spPr>
          <a:xfrm>
            <a:off x="371449" y="2662448"/>
            <a:ext cx="3977700" cy="246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panose="020F0502020204030204" pitchFamily="34" charset="0"/>
              <a:ea typeface="Calibri" panose="020F0502020204030204" pitchFamily="34" charset="0"/>
              <a:cs typeface="Calibri" panose="020F0502020204030204" pitchFamily="34" charset="0"/>
              <a:sym typeface="Calibri"/>
            </a:endParaRPr>
          </a:p>
        </p:txBody>
      </p:sp>
      <p:cxnSp>
        <p:nvCxnSpPr>
          <p:cNvPr id="1047" name="Google Shape;1047;p64"/>
          <p:cNvCxnSpPr/>
          <p:nvPr/>
        </p:nvCxnSpPr>
        <p:spPr>
          <a:xfrm>
            <a:off x="364860" y="2898661"/>
            <a:ext cx="3977700" cy="0"/>
          </a:xfrm>
          <a:prstGeom prst="straightConnector1">
            <a:avLst/>
          </a:prstGeom>
          <a:noFill/>
          <a:ln w="9525" cap="flat" cmpd="sng">
            <a:solidFill>
              <a:srgbClr val="888888"/>
            </a:solidFill>
            <a:prstDash val="solid"/>
            <a:round/>
            <a:headEnd type="none" w="sm" len="sm"/>
            <a:tailEnd type="none" w="sm" len="sm"/>
          </a:ln>
        </p:spPr>
      </p:cxnSp>
      <p:sp>
        <p:nvSpPr>
          <p:cNvPr id="1048" name="Google Shape;1048;p64"/>
          <p:cNvSpPr/>
          <p:nvPr/>
        </p:nvSpPr>
        <p:spPr>
          <a:xfrm>
            <a:off x="371445" y="2662444"/>
            <a:ext cx="2061600" cy="246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Calibri" panose="020F0502020204030204" pitchFamily="34" charset="0"/>
                <a:ea typeface="Calibri" panose="020F0502020204030204" pitchFamily="34" charset="0"/>
                <a:cs typeface="Calibri" panose="020F0502020204030204" pitchFamily="34" charset="0"/>
                <a:sym typeface="Calibri"/>
              </a:rPr>
              <a:t>Manifest Files</a:t>
            </a:r>
            <a:endParaRPr sz="800"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1049" name="Google Shape;1049;p64"/>
          <p:cNvSpPr/>
          <p:nvPr/>
        </p:nvSpPr>
        <p:spPr>
          <a:xfrm>
            <a:off x="2569586" y="2662448"/>
            <a:ext cx="875100" cy="246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56DB"/>
              </a:buClr>
              <a:buSzPts val="700"/>
              <a:buFont typeface="Arial"/>
              <a:buNone/>
            </a:pPr>
            <a:r>
              <a:rPr lang="en" sz="700" b="0" i="0" u="none" strike="noStrike" cap="none">
                <a:solidFill>
                  <a:srgbClr val="1A56DB"/>
                </a:solidFill>
                <a:latin typeface="Calibri" panose="020F0502020204030204" pitchFamily="34" charset="0"/>
                <a:ea typeface="Calibri" panose="020F0502020204030204" pitchFamily="34" charset="0"/>
                <a:cs typeface="Calibri" panose="020F0502020204030204" pitchFamily="34" charset="0"/>
                <a:sym typeface="Calibri"/>
              </a:rPr>
              <a:t>{{VS_MANIF}}</a:t>
            </a:r>
            <a:endParaRPr sz="700"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1050" name="Google Shape;1050;p64"/>
          <p:cNvSpPr/>
          <p:nvPr/>
        </p:nvSpPr>
        <p:spPr>
          <a:xfrm>
            <a:off x="3395224" y="2698429"/>
            <a:ext cx="956400" cy="185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9CA3AF"/>
              </a:buClr>
              <a:buSzPts val="500"/>
              <a:buFont typeface="Arial"/>
              <a:buNone/>
            </a:pPr>
            <a:r>
              <a:rPr lang="en" sz="800" b="0" i="0" u="none" strike="noStrike" cap="none">
                <a:solidFill>
                  <a:srgbClr val="595959"/>
                </a:solidFill>
                <a:latin typeface="Calibri" panose="020F0502020204030204" pitchFamily="34" charset="0"/>
                <a:ea typeface="Calibri" panose="020F0502020204030204" pitchFamily="34" charset="0"/>
                <a:cs typeface="Calibri" panose="020F0502020204030204" pitchFamily="34" charset="0"/>
                <a:sym typeface="Calibri"/>
              </a:rPr>
              <a:t>{{VS_MANIF_R}}</a:t>
            </a:r>
            <a:endParaRPr sz="800" b="0" i="0" u="none" strike="noStrike" cap="none">
              <a:solidFill>
                <a:srgbClr val="595959"/>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1051" name="Google Shape;1051;p64"/>
          <p:cNvSpPr/>
          <p:nvPr/>
        </p:nvSpPr>
        <p:spPr>
          <a:xfrm>
            <a:off x="371449" y="2908541"/>
            <a:ext cx="3977700" cy="2460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panose="020F0502020204030204" pitchFamily="34" charset="0"/>
              <a:ea typeface="Calibri" panose="020F0502020204030204" pitchFamily="34" charset="0"/>
              <a:cs typeface="Calibri" panose="020F0502020204030204" pitchFamily="34" charset="0"/>
              <a:sym typeface="Calibri"/>
            </a:endParaRPr>
          </a:p>
        </p:txBody>
      </p:sp>
      <p:cxnSp>
        <p:nvCxnSpPr>
          <p:cNvPr id="1052" name="Google Shape;1052;p64"/>
          <p:cNvCxnSpPr/>
          <p:nvPr/>
        </p:nvCxnSpPr>
        <p:spPr>
          <a:xfrm>
            <a:off x="367901" y="3157103"/>
            <a:ext cx="3977700" cy="0"/>
          </a:xfrm>
          <a:prstGeom prst="straightConnector1">
            <a:avLst/>
          </a:prstGeom>
          <a:noFill/>
          <a:ln w="9525" cap="flat" cmpd="sng">
            <a:solidFill>
              <a:srgbClr val="E5E7EB"/>
            </a:solidFill>
            <a:prstDash val="solid"/>
            <a:round/>
            <a:headEnd type="none" w="sm" len="sm"/>
            <a:tailEnd type="none" w="sm" len="sm"/>
          </a:ln>
        </p:spPr>
      </p:cxnSp>
      <p:sp>
        <p:nvSpPr>
          <p:cNvPr id="1053" name="Google Shape;1053;p64"/>
          <p:cNvSpPr/>
          <p:nvPr/>
        </p:nvSpPr>
        <p:spPr>
          <a:xfrm>
            <a:off x="371445" y="2908538"/>
            <a:ext cx="2061600" cy="246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Calibri" panose="020F0502020204030204" pitchFamily="34" charset="0"/>
                <a:ea typeface="Calibri" panose="020F0502020204030204" pitchFamily="34" charset="0"/>
                <a:cs typeface="Calibri" panose="020F0502020204030204" pitchFamily="34" charset="0"/>
                <a:sym typeface="Calibri"/>
              </a:rPr>
              <a:t>Lock Files</a:t>
            </a:r>
            <a:endParaRPr sz="800"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1054" name="Google Shape;1054;p64"/>
          <p:cNvSpPr/>
          <p:nvPr/>
        </p:nvSpPr>
        <p:spPr>
          <a:xfrm>
            <a:off x="2569586" y="2908541"/>
            <a:ext cx="875100" cy="246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56DB"/>
              </a:buClr>
              <a:buSzPts val="700"/>
              <a:buFont typeface="Arial"/>
              <a:buNone/>
            </a:pPr>
            <a:r>
              <a:rPr lang="en" sz="700" b="0" i="0" u="none" strike="noStrike" cap="none">
                <a:solidFill>
                  <a:srgbClr val="1A56DB"/>
                </a:solidFill>
                <a:latin typeface="Calibri" panose="020F0502020204030204" pitchFamily="34" charset="0"/>
                <a:ea typeface="Calibri" panose="020F0502020204030204" pitchFamily="34" charset="0"/>
                <a:cs typeface="Calibri" panose="020F0502020204030204" pitchFamily="34" charset="0"/>
                <a:sym typeface="Calibri"/>
              </a:rPr>
              <a:t>{{VS_LOCK}}</a:t>
            </a:r>
            <a:endParaRPr sz="700"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1055" name="Google Shape;1055;p64"/>
          <p:cNvSpPr/>
          <p:nvPr/>
        </p:nvSpPr>
        <p:spPr>
          <a:xfrm>
            <a:off x="3395224" y="2947594"/>
            <a:ext cx="956400" cy="185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9CA3AF"/>
              </a:buClr>
              <a:buSzPts val="500"/>
              <a:buFont typeface="Arial"/>
              <a:buNone/>
            </a:pPr>
            <a:r>
              <a:rPr lang="en" sz="800" b="0" i="0" u="none" strike="noStrike" cap="none">
                <a:solidFill>
                  <a:srgbClr val="595959"/>
                </a:solidFill>
                <a:latin typeface="Calibri" panose="020F0502020204030204" pitchFamily="34" charset="0"/>
                <a:ea typeface="Calibri" panose="020F0502020204030204" pitchFamily="34" charset="0"/>
                <a:cs typeface="Calibri" panose="020F0502020204030204" pitchFamily="34" charset="0"/>
                <a:sym typeface="Calibri"/>
              </a:rPr>
              <a:t>{{VS_LOCK_R}}</a:t>
            </a:r>
            <a:endParaRPr sz="800" b="0" i="0" u="none" strike="noStrike" cap="none">
              <a:solidFill>
                <a:srgbClr val="595959"/>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1056" name="Google Shape;1056;p64"/>
          <p:cNvSpPr/>
          <p:nvPr/>
        </p:nvSpPr>
        <p:spPr>
          <a:xfrm>
            <a:off x="371449" y="3154634"/>
            <a:ext cx="3977700" cy="246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panose="020F0502020204030204" pitchFamily="34" charset="0"/>
              <a:ea typeface="Calibri" panose="020F0502020204030204" pitchFamily="34" charset="0"/>
              <a:cs typeface="Calibri" panose="020F0502020204030204" pitchFamily="34" charset="0"/>
              <a:sym typeface="Calibri"/>
            </a:endParaRPr>
          </a:p>
        </p:txBody>
      </p:sp>
      <p:cxnSp>
        <p:nvCxnSpPr>
          <p:cNvPr id="1057" name="Google Shape;1057;p64"/>
          <p:cNvCxnSpPr/>
          <p:nvPr/>
        </p:nvCxnSpPr>
        <p:spPr>
          <a:xfrm>
            <a:off x="370942" y="3389859"/>
            <a:ext cx="3977700" cy="0"/>
          </a:xfrm>
          <a:prstGeom prst="straightConnector1">
            <a:avLst/>
          </a:prstGeom>
          <a:noFill/>
          <a:ln w="9525" cap="flat" cmpd="sng">
            <a:solidFill>
              <a:srgbClr val="888888"/>
            </a:solidFill>
            <a:prstDash val="solid"/>
            <a:round/>
            <a:headEnd type="none" w="sm" len="sm"/>
            <a:tailEnd type="none" w="sm" len="sm"/>
          </a:ln>
        </p:spPr>
      </p:cxnSp>
      <p:sp>
        <p:nvSpPr>
          <p:cNvPr id="1058" name="Google Shape;1058;p64"/>
          <p:cNvSpPr/>
          <p:nvPr/>
        </p:nvSpPr>
        <p:spPr>
          <a:xfrm>
            <a:off x="371445" y="3154632"/>
            <a:ext cx="2061600" cy="246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Calibri" panose="020F0502020204030204" pitchFamily="34" charset="0"/>
                <a:ea typeface="Calibri" panose="020F0502020204030204" pitchFamily="34" charset="0"/>
                <a:cs typeface="Calibri" panose="020F0502020204030204" pitchFamily="34" charset="0"/>
                <a:sym typeface="Calibri"/>
              </a:rPr>
              <a:t>Artifacts</a:t>
            </a:r>
            <a:endParaRPr sz="800"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1059" name="Google Shape;1059;p64"/>
          <p:cNvSpPr/>
          <p:nvPr/>
        </p:nvSpPr>
        <p:spPr>
          <a:xfrm>
            <a:off x="2569586" y="3154634"/>
            <a:ext cx="875100" cy="246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56DB"/>
              </a:buClr>
              <a:buSzPts val="700"/>
              <a:buFont typeface="Arial"/>
              <a:buNone/>
            </a:pPr>
            <a:r>
              <a:rPr lang="en" sz="700" b="0" i="0" u="none" strike="noStrike" cap="none">
                <a:solidFill>
                  <a:srgbClr val="1A56DB"/>
                </a:solidFill>
                <a:latin typeface="Calibri" panose="020F0502020204030204" pitchFamily="34" charset="0"/>
                <a:ea typeface="Calibri" panose="020F0502020204030204" pitchFamily="34" charset="0"/>
                <a:cs typeface="Calibri" panose="020F0502020204030204" pitchFamily="34" charset="0"/>
                <a:sym typeface="Calibri"/>
              </a:rPr>
              <a:t>{{VS_ARTIF}}</a:t>
            </a:r>
            <a:endParaRPr sz="700"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1060" name="Google Shape;1060;p64"/>
          <p:cNvSpPr/>
          <p:nvPr/>
        </p:nvSpPr>
        <p:spPr>
          <a:xfrm>
            <a:off x="3395224" y="3196759"/>
            <a:ext cx="956400" cy="185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9CA3AF"/>
              </a:buClr>
              <a:buSzPts val="500"/>
              <a:buFont typeface="Arial"/>
              <a:buNone/>
            </a:pPr>
            <a:r>
              <a:rPr lang="en" sz="800" b="0" i="0" u="none" strike="noStrike" cap="none">
                <a:solidFill>
                  <a:srgbClr val="595959"/>
                </a:solidFill>
                <a:latin typeface="Calibri" panose="020F0502020204030204" pitchFamily="34" charset="0"/>
                <a:ea typeface="Calibri" panose="020F0502020204030204" pitchFamily="34" charset="0"/>
                <a:cs typeface="Calibri" panose="020F0502020204030204" pitchFamily="34" charset="0"/>
                <a:sym typeface="Calibri"/>
              </a:rPr>
              <a:t>{{VS_ARTIF_R}}</a:t>
            </a:r>
            <a:endParaRPr sz="800" b="0" i="0" u="none" strike="noStrike" cap="none">
              <a:solidFill>
                <a:srgbClr val="595959"/>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1061" name="Google Shape;1061;p64"/>
          <p:cNvSpPr/>
          <p:nvPr/>
        </p:nvSpPr>
        <p:spPr>
          <a:xfrm>
            <a:off x="371449" y="3400727"/>
            <a:ext cx="3977700" cy="2460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panose="020F0502020204030204" pitchFamily="34" charset="0"/>
              <a:ea typeface="Calibri" panose="020F0502020204030204" pitchFamily="34" charset="0"/>
              <a:cs typeface="Calibri" panose="020F0502020204030204" pitchFamily="34" charset="0"/>
              <a:sym typeface="Calibri"/>
            </a:endParaRPr>
          </a:p>
        </p:txBody>
      </p:sp>
      <p:cxnSp>
        <p:nvCxnSpPr>
          <p:cNvPr id="1062" name="Google Shape;1062;p64"/>
          <p:cNvCxnSpPr/>
          <p:nvPr/>
        </p:nvCxnSpPr>
        <p:spPr>
          <a:xfrm>
            <a:off x="371449" y="3646820"/>
            <a:ext cx="3977700" cy="0"/>
          </a:xfrm>
          <a:prstGeom prst="straightConnector1">
            <a:avLst/>
          </a:prstGeom>
          <a:noFill/>
          <a:ln w="9525" cap="flat" cmpd="sng">
            <a:solidFill>
              <a:srgbClr val="E5E7EB"/>
            </a:solidFill>
            <a:prstDash val="solid"/>
            <a:round/>
            <a:headEnd type="none" w="sm" len="sm"/>
            <a:tailEnd type="none" w="sm" len="sm"/>
          </a:ln>
        </p:spPr>
      </p:cxnSp>
      <p:sp>
        <p:nvSpPr>
          <p:cNvPr id="1063" name="Google Shape;1063;p64"/>
          <p:cNvSpPr/>
          <p:nvPr/>
        </p:nvSpPr>
        <p:spPr>
          <a:xfrm>
            <a:off x="371445" y="3400726"/>
            <a:ext cx="2061600" cy="246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Calibri" panose="020F0502020204030204" pitchFamily="34" charset="0"/>
                <a:ea typeface="Calibri" panose="020F0502020204030204" pitchFamily="34" charset="0"/>
                <a:cs typeface="Calibri" panose="020F0502020204030204" pitchFamily="34" charset="0"/>
                <a:sym typeface="Calibri"/>
              </a:rPr>
              <a:t>Dependency Scopes: Maven</a:t>
            </a:r>
            <a:endParaRPr sz="800"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1064" name="Google Shape;1064;p64"/>
          <p:cNvSpPr/>
          <p:nvPr/>
        </p:nvSpPr>
        <p:spPr>
          <a:xfrm>
            <a:off x="2569586" y="3400727"/>
            <a:ext cx="875100" cy="246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56DB"/>
              </a:buClr>
              <a:buSzPts val="700"/>
              <a:buFont typeface="Arial"/>
              <a:buNone/>
            </a:pPr>
            <a:r>
              <a:rPr lang="en" sz="700" b="0" i="0" u="none" strike="noStrike" cap="none">
                <a:solidFill>
                  <a:srgbClr val="1A56DB"/>
                </a:solidFill>
                <a:latin typeface="Calibri" panose="020F0502020204030204" pitchFamily="34" charset="0"/>
                <a:ea typeface="Calibri" panose="020F0502020204030204" pitchFamily="34" charset="0"/>
                <a:cs typeface="Calibri" panose="020F0502020204030204" pitchFamily="34" charset="0"/>
                <a:sym typeface="Calibri"/>
              </a:rPr>
              <a:t>{{VS_MAVEN}}</a:t>
            </a:r>
            <a:endParaRPr sz="700"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1065" name="Google Shape;1065;p64"/>
          <p:cNvSpPr/>
          <p:nvPr/>
        </p:nvSpPr>
        <p:spPr>
          <a:xfrm>
            <a:off x="371449" y="3646820"/>
            <a:ext cx="3977700" cy="246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panose="020F0502020204030204" pitchFamily="34" charset="0"/>
              <a:ea typeface="Calibri" panose="020F0502020204030204" pitchFamily="34" charset="0"/>
              <a:cs typeface="Calibri" panose="020F0502020204030204" pitchFamily="34" charset="0"/>
              <a:sym typeface="Calibri"/>
            </a:endParaRPr>
          </a:p>
        </p:txBody>
      </p:sp>
      <p:cxnSp>
        <p:nvCxnSpPr>
          <p:cNvPr id="1066" name="Google Shape;1066;p64"/>
          <p:cNvCxnSpPr/>
          <p:nvPr/>
        </p:nvCxnSpPr>
        <p:spPr>
          <a:xfrm>
            <a:off x="373984" y="3874636"/>
            <a:ext cx="3977700" cy="0"/>
          </a:xfrm>
          <a:prstGeom prst="straightConnector1">
            <a:avLst/>
          </a:prstGeom>
          <a:noFill/>
          <a:ln w="9525" cap="flat" cmpd="sng">
            <a:solidFill>
              <a:srgbClr val="888888"/>
            </a:solidFill>
            <a:prstDash val="solid"/>
            <a:round/>
            <a:headEnd type="none" w="sm" len="sm"/>
            <a:tailEnd type="none" w="sm" len="sm"/>
          </a:ln>
        </p:spPr>
      </p:cxnSp>
      <p:sp>
        <p:nvSpPr>
          <p:cNvPr id="1067" name="Google Shape;1067;p64"/>
          <p:cNvSpPr/>
          <p:nvPr/>
        </p:nvSpPr>
        <p:spPr>
          <a:xfrm>
            <a:off x="371450" y="3646825"/>
            <a:ext cx="2165700" cy="246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Calibri" panose="020F0502020204030204" pitchFamily="34" charset="0"/>
                <a:ea typeface="Calibri" panose="020F0502020204030204" pitchFamily="34" charset="0"/>
                <a:cs typeface="Calibri" panose="020F0502020204030204" pitchFamily="34" charset="0"/>
                <a:sym typeface="Calibri"/>
              </a:rPr>
              <a:t>Dependency Scopes: JS (npm/pnpm/Yarn)</a:t>
            </a:r>
            <a:endParaRPr sz="800"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1068" name="Google Shape;1068;p64"/>
          <p:cNvSpPr/>
          <p:nvPr/>
        </p:nvSpPr>
        <p:spPr>
          <a:xfrm>
            <a:off x="2569586" y="3646820"/>
            <a:ext cx="875100" cy="246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56DB"/>
              </a:buClr>
              <a:buSzPts val="700"/>
              <a:buFont typeface="Arial"/>
              <a:buNone/>
            </a:pPr>
            <a:r>
              <a:rPr lang="en" sz="700" b="0" i="0" u="none" strike="noStrike" cap="none">
                <a:solidFill>
                  <a:srgbClr val="1A56DB"/>
                </a:solidFill>
                <a:latin typeface="Calibri" panose="020F0502020204030204" pitchFamily="34" charset="0"/>
                <a:ea typeface="Calibri" panose="020F0502020204030204" pitchFamily="34" charset="0"/>
                <a:cs typeface="Calibri" panose="020F0502020204030204" pitchFamily="34" charset="0"/>
                <a:sym typeface="Calibri"/>
              </a:rPr>
              <a:t>{{VS_JSDEP}}</a:t>
            </a:r>
            <a:endParaRPr sz="700"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1069" name="Google Shape;1069;p64"/>
          <p:cNvSpPr/>
          <p:nvPr/>
        </p:nvSpPr>
        <p:spPr>
          <a:xfrm>
            <a:off x="371449" y="3892913"/>
            <a:ext cx="3977700" cy="2460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panose="020F0502020204030204" pitchFamily="34" charset="0"/>
              <a:ea typeface="Calibri" panose="020F0502020204030204" pitchFamily="34" charset="0"/>
              <a:cs typeface="Calibri" panose="020F0502020204030204" pitchFamily="34" charset="0"/>
              <a:sym typeface="Calibri"/>
            </a:endParaRPr>
          </a:p>
        </p:txBody>
      </p:sp>
      <p:cxnSp>
        <p:nvCxnSpPr>
          <p:cNvPr id="1070" name="Google Shape;1070;p64"/>
          <p:cNvCxnSpPr/>
          <p:nvPr/>
        </p:nvCxnSpPr>
        <p:spPr>
          <a:xfrm>
            <a:off x="371449" y="4139007"/>
            <a:ext cx="3977700" cy="0"/>
          </a:xfrm>
          <a:prstGeom prst="straightConnector1">
            <a:avLst/>
          </a:prstGeom>
          <a:noFill/>
          <a:ln w="9525" cap="flat" cmpd="sng">
            <a:solidFill>
              <a:srgbClr val="E5E7EB"/>
            </a:solidFill>
            <a:prstDash val="solid"/>
            <a:round/>
            <a:headEnd type="none" w="sm" len="sm"/>
            <a:tailEnd type="none" w="sm" len="sm"/>
          </a:ln>
        </p:spPr>
      </p:cxnSp>
      <p:sp>
        <p:nvSpPr>
          <p:cNvPr id="1071" name="Google Shape;1071;p64"/>
          <p:cNvSpPr/>
          <p:nvPr/>
        </p:nvSpPr>
        <p:spPr>
          <a:xfrm>
            <a:off x="371445" y="3892914"/>
            <a:ext cx="2061600" cy="246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Calibri" panose="020F0502020204030204" pitchFamily="34" charset="0"/>
                <a:ea typeface="Calibri" panose="020F0502020204030204" pitchFamily="34" charset="0"/>
                <a:cs typeface="Calibri" panose="020F0502020204030204" pitchFamily="34" charset="0"/>
                <a:sym typeface="Calibri"/>
              </a:rPr>
              <a:t>Dependency Scopes: Gradle</a:t>
            </a:r>
            <a:endParaRPr sz="800"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1072" name="Google Shape;1072;p64"/>
          <p:cNvSpPr/>
          <p:nvPr/>
        </p:nvSpPr>
        <p:spPr>
          <a:xfrm>
            <a:off x="2569586" y="3892913"/>
            <a:ext cx="875100" cy="246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56DB"/>
              </a:buClr>
              <a:buSzPts val="700"/>
              <a:buFont typeface="Arial"/>
              <a:buNone/>
            </a:pPr>
            <a:r>
              <a:rPr lang="en" sz="700" b="0" i="0" u="none" strike="noStrike" cap="none">
                <a:solidFill>
                  <a:srgbClr val="1A56DB"/>
                </a:solidFill>
                <a:latin typeface="Calibri" panose="020F0502020204030204" pitchFamily="34" charset="0"/>
                <a:ea typeface="Calibri" panose="020F0502020204030204" pitchFamily="34" charset="0"/>
                <a:cs typeface="Calibri" panose="020F0502020204030204" pitchFamily="34" charset="0"/>
                <a:sym typeface="Calibri"/>
              </a:rPr>
              <a:t>{{VS_GRADL}}</a:t>
            </a:r>
            <a:endParaRPr sz="700"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1073" name="Google Shape;1073;p64"/>
          <p:cNvSpPr/>
          <p:nvPr/>
        </p:nvSpPr>
        <p:spPr>
          <a:xfrm>
            <a:off x="371449" y="4139007"/>
            <a:ext cx="3977700" cy="246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panose="020F0502020204030204" pitchFamily="34" charset="0"/>
              <a:ea typeface="Calibri" panose="020F0502020204030204" pitchFamily="34" charset="0"/>
              <a:cs typeface="Calibri" panose="020F0502020204030204" pitchFamily="34" charset="0"/>
              <a:sym typeface="Calibri"/>
            </a:endParaRPr>
          </a:p>
        </p:txBody>
      </p:sp>
      <p:cxnSp>
        <p:nvCxnSpPr>
          <p:cNvPr id="1074" name="Google Shape;1074;p64"/>
          <p:cNvCxnSpPr/>
          <p:nvPr/>
        </p:nvCxnSpPr>
        <p:spPr>
          <a:xfrm>
            <a:off x="377025" y="4385100"/>
            <a:ext cx="3977700" cy="0"/>
          </a:xfrm>
          <a:prstGeom prst="straightConnector1">
            <a:avLst/>
          </a:prstGeom>
          <a:noFill/>
          <a:ln w="9525" cap="flat" cmpd="sng">
            <a:solidFill>
              <a:srgbClr val="888888"/>
            </a:solidFill>
            <a:prstDash val="solid"/>
            <a:round/>
            <a:headEnd type="none" w="sm" len="sm"/>
            <a:tailEnd type="none" w="sm" len="sm"/>
          </a:ln>
        </p:spPr>
      </p:cxnSp>
      <p:sp>
        <p:nvSpPr>
          <p:cNvPr id="1075" name="Google Shape;1075;p64"/>
          <p:cNvSpPr/>
          <p:nvPr/>
        </p:nvSpPr>
        <p:spPr>
          <a:xfrm>
            <a:off x="371445" y="4139008"/>
            <a:ext cx="2061600" cy="246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Calibri" panose="020F0502020204030204" pitchFamily="34" charset="0"/>
                <a:ea typeface="Calibri" panose="020F0502020204030204" pitchFamily="34" charset="0"/>
                <a:cs typeface="Calibri" panose="020F0502020204030204" pitchFamily="34" charset="0"/>
                <a:sym typeface="Calibri"/>
              </a:rPr>
              <a:t>End of Life Detection</a:t>
            </a:r>
            <a:endParaRPr sz="800"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1076" name="Google Shape;1076;p64"/>
          <p:cNvSpPr/>
          <p:nvPr/>
        </p:nvSpPr>
        <p:spPr>
          <a:xfrm>
            <a:off x="2569586" y="4139007"/>
            <a:ext cx="875100" cy="246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56DB"/>
              </a:buClr>
              <a:buSzPts val="700"/>
              <a:buFont typeface="Arial"/>
              <a:buNone/>
            </a:pPr>
            <a:r>
              <a:rPr lang="en" sz="700" b="0" i="0" u="none" strike="noStrike" cap="none">
                <a:solidFill>
                  <a:srgbClr val="1A56DB"/>
                </a:solidFill>
                <a:latin typeface="Calibri" panose="020F0502020204030204" pitchFamily="34" charset="0"/>
                <a:ea typeface="Calibri" panose="020F0502020204030204" pitchFamily="34" charset="0"/>
                <a:cs typeface="Calibri" panose="020F0502020204030204" pitchFamily="34" charset="0"/>
                <a:sym typeface="Calibri"/>
              </a:rPr>
              <a:t>{{VS_EOL}}</a:t>
            </a:r>
            <a:endParaRPr sz="700"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1077" name="Google Shape;1077;p64"/>
          <p:cNvSpPr/>
          <p:nvPr/>
        </p:nvSpPr>
        <p:spPr>
          <a:xfrm>
            <a:off x="4671607" y="799572"/>
            <a:ext cx="4224479" cy="274200"/>
          </a:xfrm>
          <a:prstGeom prst="rect">
            <a:avLst/>
          </a:prstGeom>
          <a:solidFill>
            <a:srgbClr val="E6DDF7"/>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1078" name="Google Shape;1078;p64"/>
          <p:cNvSpPr/>
          <p:nvPr/>
        </p:nvSpPr>
        <p:spPr>
          <a:xfrm flipH="1">
            <a:off x="4672397" y="799572"/>
            <a:ext cx="92559" cy="274200"/>
          </a:xfrm>
          <a:prstGeom prst="rect">
            <a:avLst/>
          </a:prstGeom>
          <a:solidFill>
            <a:srgbClr val="7C3AE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1079" name="Google Shape;1079;p64"/>
          <p:cNvSpPr/>
          <p:nvPr/>
        </p:nvSpPr>
        <p:spPr>
          <a:xfrm>
            <a:off x="4937760" y="778748"/>
            <a:ext cx="3794700" cy="274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7C3AED"/>
              </a:buClr>
              <a:buSzPts val="1000"/>
              <a:buFont typeface="DM Sans"/>
              <a:buNone/>
            </a:pPr>
            <a:r>
              <a:rPr lang="en" sz="1100" b="1" i="0" u="sng" strike="noStrike" cap="none">
                <a:solidFill>
                  <a:schemeClr val="hlink"/>
                </a:solidFill>
                <a:latin typeface="Calibri" panose="020F0502020204030204" pitchFamily="34" charset="0"/>
                <a:ea typeface="Calibri" panose="020F0502020204030204" pitchFamily="34" charset="0"/>
                <a:cs typeface="Calibri" panose="020F0502020204030204" pitchFamily="34" charset="0"/>
                <a:sym typeface="Calibri"/>
                <a:hlinkClick r:id="rId6"/>
              </a:rPr>
              <a:t>DATA SECURITY SCANNER</a:t>
            </a:r>
            <a:r>
              <a:rPr lang="en" sz="1100" b="0" i="0" u="none" strike="noStrike" cap="none">
                <a:solidFill>
                  <a:srgbClr val="9900FF"/>
                </a:solidFill>
                <a:latin typeface="Calibri" panose="020F0502020204030204" pitchFamily="34" charset="0"/>
                <a:ea typeface="Calibri" panose="020F0502020204030204" pitchFamily="34" charset="0"/>
                <a:cs typeface="Calibri" panose="020F0502020204030204" pitchFamily="34" charset="0"/>
                <a:sym typeface="Calibri"/>
              </a:rPr>
              <a:t> </a:t>
            </a:r>
            <a:r>
              <a:rPr lang="en" sz="1300" b="0" i="0" u="none" strike="noStrike" cap="none">
                <a:solidFill>
                  <a:schemeClr val="hlink"/>
                </a:solidFill>
                <a:uFill>
                  <a:noFill/>
                </a:uFill>
                <a:latin typeface="Calibri" panose="020F0502020204030204" pitchFamily="34" charset="0"/>
                <a:ea typeface="Calibri" panose="020F0502020204030204" pitchFamily="34" charset="0"/>
                <a:cs typeface="Calibri" panose="020F0502020204030204" pitchFamily="34" charset="0"/>
                <a:sym typeface="Calibri"/>
                <a:hlinkClick r:id="rId5"/>
              </a:rPr>
              <a:t>↗</a:t>
            </a:r>
            <a:r>
              <a:rPr lang="en" sz="1200" b="0" i="0" u="none" strike="noStrike" cap="none">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 </a:t>
            </a:r>
            <a:endParaRPr sz="1100" b="0" i="0" u="none" strike="noStrike" cap="none">
              <a:solidFill>
                <a:srgbClr val="9900FF"/>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1080" name="Google Shape;1080;p64"/>
          <p:cNvSpPr/>
          <p:nvPr/>
        </p:nvSpPr>
        <p:spPr>
          <a:xfrm>
            <a:off x="4800600" y="1132096"/>
            <a:ext cx="3977700" cy="2013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1081" name="Google Shape;1081;p64"/>
          <p:cNvSpPr/>
          <p:nvPr/>
        </p:nvSpPr>
        <p:spPr>
          <a:xfrm>
            <a:off x="4892040" y="1132096"/>
            <a:ext cx="1988700" cy="2013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B7280"/>
              </a:buClr>
              <a:buSzPts val="700"/>
              <a:buFont typeface="DM Sans"/>
              <a:buNone/>
            </a:pPr>
            <a:r>
              <a:rPr lang="en" sz="1000" b="1" i="0" u="none" strike="noStrike" cap="none">
                <a:solidFill>
                  <a:srgbClr val="6B7280"/>
                </a:solidFill>
                <a:latin typeface="Calibri" panose="020F0502020204030204" pitchFamily="34" charset="0"/>
                <a:ea typeface="Calibri" panose="020F0502020204030204" pitchFamily="34" charset="0"/>
                <a:cs typeface="Calibri" panose="020F0502020204030204" pitchFamily="34" charset="0"/>
                <a:sym typeface="Calibri"/>
              </a:rPr>
              <a:t>Setting</a:t>
            </a:r>
            <a:endParaRPr sz="1000"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1082" name="Google Shape;1082;p64"/>
          <p:cNvSpPr/>
          <p:nvPr/>
        </p:nvSpPr>
        <p:spPr>
          <a:xfrm>
            <a:off x="6916585" y="1132096"/>
            <a:ext cx="875100" cy="2013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B7280"/>
              </a:buClr>
              <a:buSzPts val="700"/>
              <a:buFont typeface="DM Sans"/>
              <a:buNone/>
            </a:pPr>
            <a:r>
              <a:rPr lang="en" sz="1000" b="1" i="0" u="none" strike="noStrike" cap="none">
                <a:solidFill>
                  <a:srgbClr val="6B7280"/>
                </a:solidFill>
                <a:latin typeface="Calibri" panose="020F0502020204030204" pitchFamily="34" charset="0"/>
                <a:ea typeface="Calibri" panose="020F0502020204030204" pitchFamily="34" charset="0"/>
                <a:cs typeface="Calibri" panose="020F0502020204030204" pitchFamily="34" charset="0"/>
                <a:sym typeface="Calibri"/>
              </a:rPr>
              <a:t>Status</a:t>
            </a:r>
            <a:endParaRPr sz="1000"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1083" name="Google Shape;1083;p64"/>
          <p:cNvSpPr/>
          <p:nvPr/>
        </p:nvSpPr>
        <p:spPr>
          <a:xfrm>
            <a:off x="7869988" y="1132096"/>
            <a:ext cx="1034100" cy="2013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B7280"/>
              </a:buClr>
              <a:buSzPts val="700"/>
              <a:buFont typeface="DM Sans"/>
              <a:buNone/>
            </a:pPr>
            <a:r>
              <a:rPr lang="en" sz="1000" b="1" i="0" u="none" strike="noStrike" cap="none">
                <a:solidFill>
                  <a:srgbClr val="6B7280"/>
                </a:solidFill>
                <a:latin typeface="Calibri" panose="020F0502020204030204" pitchFamily="34" charset="0"/>
                <a:ea typeface="Calibri" panose="020F0502020204030204" pitchFamily="34" charset="0"/>
                <a:cs typeface="Calibri" panose="020F0502020204030204" pitchFamily="34" charset="0"/>
                <a:sym typeface="Calibri"/>
              </a:rPr>
              <a:t>Recommended</a:t>
            </a:r>
            <a:endParaRPr sz="1000"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1084" name="Google Shape;1084;p64"/>
          <p:cNvSpPr/>
          <p:nvPr/>
        </p:nvSpPr>
        <p:spPr>
          <a:xfrm>
            <a:off x="4800600" y="1333264"/>
            <a:ext cx="3977700" cy="1881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panose="020F0502020204030204" pitchFamily="34" charset="0"/>
              <a:ea typeface="Calibri" panose="020F0502020204030204" pitchFamily="34" charset="0"/>
              <a:cs typeface="Calibri" panose="020F0502020204030204" pitchFamily="34" charset="0"/>
              <a:sym typeface="Calibri"/>
            </a:endParaRPr>
          </a:p>
        </p:txBody>
      </p:sp>
      <p:cxnSp>
        <p:nvCxnSpPr>
          <p:cNvPr id="1085" name="Google Shape;1085;p64"/>
          <p:cNvCxnSpPr/>
          <p:nvPr/>
        </p:nvCxnSpPr>
        <p:spPr>
          <a:xfrm>
            <a:off x="4800600" y="1521418"/>
            <a:ext cx="3977700" cy="0"/>
          </a:xfrm>
          <a:prstGeom prst="straightConnector1">
            <a:avLst/>
          </a:prstGeom>
          <a:noFill/>
          <a:ln w="9525" cap="flat" cmpd="sng">
            <a:solidFill>
              <a:srgbClr val="888888"/>
            </a:solidFill>
            <a:prstDash val="solid"/>
            <a:round/>
            <a:headEnd type="none" w="sm" len="sm"/>
            <a:tailEnd type="none" w="sm" len="sm"/>
          </a:ln>
        </p:spPr>
      </p:cxnSp>
      <p:sp>
        <p:nvSpPr>
          <p:cNvPr id="1086" name="Google Shape;1086;p64"/>
          <p:cNvSpPr/>
          <p:nvPr/>
        </p:nvSpPr>
        <p:spPr>
          <a:xfrm>
            <a:off x="4892040" y="1333264"/>
            <a:ext cx="1970400" cy="188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Calibri" panose="020F0502020204030204" pitchFamily="34" charset="0"/>
                <a:ea typeface="Calibri" panose="020F0502020204030204" pitchFamily="34" charset="0"/>
                <a:cs typeface="Calibri" panose="020F0502020204030204" pitchFamily="34" charset="0"/>
                <a:sym typeface="Calibri"/>
              </a:rPr>
              <a:t>Data Security Scanner</a:t>
            </a:r>
            <a:endParaRPr sz="800"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1087" name="Google Shape;1087;p64"/>
          <p:cNvSpPr/>
          <p:nvPr/>
        </p:nvSpPr>
        <p:spPr>
          <a:xfrm>
            <a:off x="6883223" y="1333264"/>
            <a:ext cx="875100" cy="188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56DB"/>
              </a:buClr>
              <a:buSzPts val="700"/>
              <a:buFont typeface="Arial"/>
              <a:buNone/>
            </a:pPr>
            <a:r>
              <a:rPr lang="en" sz="700" b="0" i="0" u="none" strike="noStrike" cap="none">
                <a:solidFill>
                  <a:srgbClr val="1A56DB"/>
                </a:solidFill>
                <a:latin typeface="Calibri" panose="020F0502020204030204" pitchFamily="34" charset="0"/>
                <a:ea typeface="Calibri" panose="020F0502020204030204" pitchFamily="34" charset="0"/>
                <a:cs typeface="Calibri" panose="020F0502020204030204" pitchFamily="34" charset="0"/>
                <a:sym typeface="Calibri"/>
              </a:rPr>
              <a:t>{{DSS_ON}}</a:t>
            </a:r>
            <a:endParaRPr sz="700"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1088" name="Google Shape;1088;p64"/>
          <p:cNvSpPr/>
          <p:nvPr/>
        </p:nvSpPr>
        <p:spPr>
          <a:xfrm>
            <a:off x="4800600" y="1521418"/>
            <a:ext cx="3977700" cy="1881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panose="020F0502020204030204" pitchFamily="34" charset="0"/>
              <a:ea typeface="Calibri" panose="020F0502020204030204" pitchFamily="34" charset="0"/>
              <a:cs typeface="Calibri" panose="020F0502020204030204" pitchFamily="34" charset="0"/>
              <a:sym typeface="Calibri"/>
            </a:endParaRPr>
          </a:p>
        </p:txBody>
      </p:sp>
      <p:cxnSp>
        <p:nvCxnSpPr>
          <p:cNvPr id="1089" name="Google Shape;1089;p64"/>
          <p:cNvCxnSpPr/>
          <p:nvPr/>
        </p:nvCxnSpPr>
        <p:spPr>
          <a:xfrm>
            <a:off x="4800600" y="1773843"/>
            <a:ext cx="3977700" cy="0"/>
          </a:xfrm>
          <a:prstGeom prst="straightConnector1">
            <a:avLst/>
          </a:prstGeom>
          <a:noFill/>
          <a:ln w="9525" cap="flat" cmpd="sng">
            <a:solidFill>
              <a:srgbClr val="888888"/>
            </a:solidFill>
            <a:prstDash val="solid"/>
            <a:round/>
            <a:headEnd type="none" w="sm" len="sm"/>
            <a:tailEnd type="none" w="sm" len="sm"/>
          </a:ln>
        </p:spPr>
      </p:cxnSp>
      <p:sp>
        <p:nvSpPr>
          <p:cNvPr id="1090" name="Google Shape;1090;p64"/>
          <p:cNvSpPr/>
          <p:nvPr/>
        </p:nvSpPr>
        <p:spPr>
          <a:xfrm>
            <a:off x="4892044" y="1523856"/>
            <a:ext cx="1970400" cy="2676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Calibri" panose="020F0502020204030204" pitchFamily="34" charset="0"/>
                <a:ea typeface="Calibri" panose="020F0502020204030204" pitchFamily="34" charset="0"/>
                <a:cs typeface="Calibri" panose="020F0502020204030204" pitchFamily="34" charset="0"/>
                <a:sym typeface="Calibri"/>
              </a:rPr>
              <a:t>Buckets (Public &amp; Private)</a:t>
            </a:r>
            <a:endParaRPr sz="800"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1091" name="Google Shape;1091;p64"/>
          <p:cNvSpPr/>
          <p:nvPr/>
        </p:nvSpPr>
        <p:spPr>
          <a:xfrm>
            <a:off x="6883221" y="1523417"/>
            <a:ext cx="1091197" cy="2676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56DB"/>
              </a:buClr>
              <a:buSzPts val="700"/>
              <a:buFont typeface="Arial"/>
              <a:buNone/>
            </a:pPr>
            <a:r>
              <a:rPr lang="en" sz="700" b="0" i="0" u="none" strike="noStrike" cap="none">
                <a:solidFill>
                  <a:srgbClr val="1A56DB"/>
                </a:solidFill>
                <a:latin typeface="Calibri" panose="020F0502020204030204" pitchFamily="34" charset="0"/>
                <a:ea typeface="Calibri" panose="020F0502020204030204" pitchFamily="34" charset="0"/>
                <a:cs typeface="Calibri" panose="020F0502020204030204" pitchFamily="34" charset="0"/>
                <a:sym typeface="Calibri"/>
              </a:rPr>
              <a:t>{{DSS_BUCK}}</a:t>
            </a:r>
            <a:endParaRPr sz="700"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1092" name="Google Shape;1092;p64"/>
          <p:cNvSpPr/>
          <p:nvPr/>
        </p:nvSpPr>
        <p:spPr>
          <a:xfrm>
            <a:off x="7864530" y="1527427"/>
            <a:ext cx="943800" cy="2607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9CA3AF"/>
              </a:buClr>
              <a:buSzPts val="500"/>
              <a:buFont typeface="Arial"/>
              <a:buNone/>
            </a:pPr>
            <a:r>
              <a:rPr lang="en" sz="800" b="0" i="0" u="none" strike="noStrike" cap="none">
                <a:solidFill>
                  <a:srgbClr val="595959"/>
                </a:solidFill>
                <a:latin typeface="Calibri" panose="020F0502020204030204" pitchFamily="34" charset="0"/>
                <a:ea typeface="Calibri" panose="020F0502020204030204" pitchFamily="34" charset="0"/>
                <a:cs typeface="Calibri" panose="020F0502020204030204" pitchFamily="34" charset="0"/>
                <a:sym typeface="Calibri"/>
              </a:rPr>
              <a:t>{{DSS_BUCK_R}}</a:t>
            </a:r>
            <a:endParaRPr sz="800" b="0" i="0" u="none" strike="noStrike" cap="none">
              <a:solidFill>
                <a:srgbClr val="595959"/>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1093" name="Google Shape;1093;p64"/>
          <p:cNvSpPr/>
          <p:nvPr/>
        </p:nvSpPr>
        <p:spPr>
          <a:xfrm>
            <a:off x="4800600" y="1795107"/>
            <a:ext cx="3977700" cy="1881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panose="020F0502020204030204" pitchFamily="34" charset="0"/>
              <a:ea typeface="Calibri" panose="020F0502020204030204" pitchFamily="34" charset="0"/>
              <a:cs typeface="Calibri" panose="020F0502020204030204" pitchFamily="34" charset="0"/>
              <a:sym typeface="Calibri"/>
            </a:endParaRPr>
          </a:p>
        </p:txBody>
      </p:sp>
      <p:cxnSp>
        <p:nvCxnSpPr>
          <p:cNvPr id="1094" name="Google Shape;1094;p64"/>
          <p:cNvCxnSpPr/>
          <p:nvPr/>
        </p:nvCxnSpPr>
        <p:spPr>
          <a:xfrm>
            <a:off x="4800600" y="1983260"/>
            <a:ext cx="3977700" cy="0"/>
          </a:xfrm>
          <a:prstGeom prst="straightConnector1">
            <a:avLst/>
          </a:prstGeom>
          <a:noFill/>
          <a:ln w="9525" cap="flat" cmpd="sng">
            <a:solidFill>
              <a:srgbClr val="888888"/>
            </a:solidFill>
            <a:prstDash val="solid"/>
            <a:round/>
            <a:headEnd type="none" w="sm" len="sm"/>
            <a:tailEnd type="none" w="sm" len="sm"/>
          </a:ln>
        </p:spPr>
      </p:cxnSp>
      <p:sp>
        <p:nvSpPr>
          <p:cNvPr id="1095" name="Google Shape;1095;p64"/>
          <p:cNvSpPr/>
          <p:nvPr/>
        </p:nvSpPr>
        <p:spPr>
          <a:xfrm>
            <a:off x="4892040" y="1793948"/>
            <a:ext cx="1970400" cy="188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Calibri" panose="020F0502020204030204" pitchFamily="34" charset="0"/>
                <a:ea typeface="Calibri" panose="020F0502020204030204" pitchFamily="34" charset="0"/>
                <a:cs typeface="Calibri" panose="020F0502020204030204" pitchFamily="34" charset="0"/>
                <a:sym typeface="Calibri"/>
              </a:rPr>
              <a:t>Storage: Azure PE (Disabled Public)</a:t>
            </a:r>
            <a:endParaRPr sz="800"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1096" name="Google Shape;1096;p64"/>
          <p:cNvSpPr/>
          <p:nvPr/>
        </p:nvSpPr>
        <p:spPr>
          <a:xfrm>
            <a:off x="6883223" y="1795107"/>
            <a:ext cx="875100" cy="188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56DB"/>
              </a:buClr>
              <a:buSzPts val="700"/>
              <a:buFont typeface="Arial"/>
              <a:buNone/>
            </a:pPr>
            <a:r>
              <a:rPr lang="en" sz="700" b="0" i="0" u="none" strike="noStrike" cap="none">
                <a:solidFill>
                  <a:srgbClr val="1A56DB"/>
                </a:solidFill>
                <a:latin typeface="Calibri" panose="020F0502020204030204" pitchFamily="34" charset="0"/>
                <a:ea typeface="Calibri" panose="020F0502020204030204" pitchFamily="34" charset="0"/>
                <a:cs typeface="Calibri" panose="020F0502020204030204" pitchFamily="34" charset="0"/>
                <a:sym typeface="Calibri"/>
              </a:rPr>
              <a:t>{{DSS_AZ1}}</a:t>
            </a:r>
            <a:endParaRPr sz="700"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1097" name="Google Shape;1097;p64"/>
          <p:cNvSpPr/>
          <p:nvPr/>
        </p:nvSpPr>
        <p:spPr>
          <a:xfrm>
            <a:off x="4800600" y="1983260"/>
            <a:ext cx="3977700" cy="1881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panose="020F0502020204030204" pitchFamily="34" charset="0"/>
              <a:ea typeface="Calibri" panose="020F0502020204030204" pitchFamily="34" charset="0"/>
              <a:cs typeface="Calibri" panose="020F0502020204030204" pitchFamily="34" charset="0"/>
              <a:sym typeface="Calibri"/>
            </a:endParaRPr>
          </a:p>
        </p:txBody>
      </p:sp>
      <p:cxnSp>
        <p:nvCxnSpPr>
          <p:cNvPr id="1098" name="Google Shape;1098;p64"/>
          <p:cNvCxnSpPr/>
          <p:nvPr/>
        </p:nvCxnSpPr>
        <p:spPr>
          <a:xfrm>
            <a:off x="4800600" y="2171414"/>
            <a:ext cx="3977700" cy="0"/>
          </a:xfrm>
          <a:prstGeom prst="straightConnector1">
            <a:avLst/>
          </a:prstGeom>
          <a:noFill/>
          <a:ln w="9525" cap="flat" cmpd="sng">
            <a:solidFill>
              <a:srgbClr val="888888"/>
            </a:solidFill>
            <a:prstDash val="solid"/>
            <a:round/>
            <a:headEnd type="none" w="sm" len="sm"/>
            <a:tailEnd type="none" w="sm" len="sm"/>
          </a:ln>
        </p:spPr>
      </p:cxnSp>
      <p:sp>
        <p:nvSpPr>
          <p:cNvPr id="1099" name="Google Shape;1099;p64"/>
          <p:cNvSpPr/>
          <p:nvPr/>
        </p:nvSpPr>
        <p:spPr>
          <a:xfrm>
            <a:off x="4892040" y="1984540"/>
            <a:ext cx="1970400" cy="188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Calibri" panose="020F0502020204030204" pitchFamily="34" charset="0"/>
                <a:ea typeface="Calibri" panose="020F0502020204030204" pitchFamily="34" charset="0"/>
                <a:cs typeface="Calibri" panose="020F0502020204030204" pitchFamily="34" charset="0"/>
                <a:sym typeface="Calibri"/>
              </a:rPr>
              <a:t>Storage: Azure PE (Selected VNets)</a:t>
            </a:r>
            <a:endParaRPr sz="800"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1100" name="Google Shape;1100;p64"/>
          <p:cNvSpPr/>
          <p:nvPr/>
        </p:nvSpPr>
        <p:spPr>
          <a:xfrm>
            <a:off x="6883223" y="1983260"/>
            <a:ext cx="875100" cy="188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56DB"/>
              </a:buClr>
              <a:buSzPts val="700"/>
              <a:buFont typeface="Arial"/>
              <a:buNone/>
            </a:pPr>
            <a:r>
              <a:rPr lang="en" sz="700" b="0" i="0" u="none" strike="noStrike" cap="none">
                <a:solidFill>
                  <a:srgbClr val="1A56DB"/>
                </a:solidFill>
                <a:latin typeface="Calibri" panose="020F0502020204030204" pitchFamily="34" charset="0"/>
                <a:ea typeface="Calibri" panose="020F0502020204030204" pitchFamily="34" charset="0"/>
                <a:cs typeface="Calibri" panose="020F0502020204030204" pitchFamily="34" charset="0"/>
                <a:sym typeface="Calibri"/>
              </a:rPr>
              <a:t>{{DSS_AZ2}}</a:t>
            </a:r>
            <a:endParaRPr sz="700"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1101" name="Google Shape;1101;p64"/>
          <p:cNvSpPr/>
          <p:nvPr/>
        </p:nvSpPr>
        <p:spPr>
          <a:xfrm>
            <a:off x="4800600" y="2553470"/>
            <a:ext cx="3977700" cy="1881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panose="020F0502020204030204" pitchFamily="34" charset="0"/>
              <a:ea typeface="Calibri" panose="020F0502020204030204" pitchFamily="34" charset="0"/>
              <a:cs typeface="Calibri" panose="020F0502020204030204" pitchFamily="34" charset="0"/>
              <a:sym typeface="Calibri"/>
            </a:endParaRPr>
          </a:p>
        </p:txBody>
      </p:sp>
      <p:cxnSp>
        <p:nvCxnSpPr>
          <p:cNvPr id="1102" name="Google Shape;1102;p64"/>
          <p:cNvCxnSpPr/>
          <p:nvPr/>
        </p:nvCxnSpPr>
        <p:spPr>
          <a:xfrm>
            <a:off x="4800600" y="2741624"/>
            <a:ext cx="3977700" cy="0"/>
          </a:xfrm>
          <a:prstGeom prst="straightConnector1">
            <a:avLst/>
          </a:prstGeom>
          <a:noFill/>
          <a:ln w="9525" cap="flat" cmpd="sng">
            <a:solidFill>
              <a:srgbClr val="888888"/>
            </a:solidFill>
            <a:prstDash val="solid"/>
            <a:round/>
            <a:headEnd type="none" w="sm" len="sm"/>
            <a:tailEnd type="none" w="sm" len="sm"/>
          </a:ln>
        </p:spPr>
      </p:cxnSp>
      <p:sp>
        <p:nvSpPr>
          <p:cNvPr id="1103" name="Google Shape;1103;p64"/>
          <p:cNvSpPr/>
          <p:nvPr/>
        </p:nvSpPr>
        <p:spPr>
          <a:xfrm>
            <a:off x="4892040" y="2556316"/>
            <a:ext cx="1970400" cy="188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Calibri" panose="020F0502020204030204" pitchFamily="34" charset="0"/>
                <a:ea typeface="Calibri" panose="020F0502020204030204" pitchFamily="34" charset="0"/>
                <a:cs typeface="Calibri" panose="020F0502020204030204" pitchFamily="34" charset="0"/>
                <a:sym typeface="Calibri"/>
              </a:rPr>
              <a:t>Virtual Drives</a:t>
            </a:r>
            <a:endParaRPr sz="800"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1104" name="Google Shape;1104;p64"/>
          <p:cNvSpPr/>
          <p:nvPr/>
        </p:nvSpPr>
        <p:spPr>
          <a:xfrm>
            <a:off x="6883223" y="2553470"/>
            <a:ext cx="875100" cy="188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56DB"/>
              </a:buClr>
              <a:buSzPts val="700"/>
              <a:buFont typeface="Arial"/>
              <a:buNone/>
            </a:pPr>
            <a:r>
              <a:rPr lang="en" sz="700" b="0" i="0" u="none" strike="noStrike" cap="none">
                <a:solidFill>
                  <a:srgbClr val="1A56DB"/>
                </a:solidFill>
                <a:latin typeface="Calibri" panose="020F0502020204030204" pitchFamily="34" charset="0"/>
                <a:ea typeface="Calibri" panose="020F0502020204030204" pitchFamily="34" charset="0"/>
                <a:cs typeface="Calibri" panose="020F0502020204030204" pitchFamily="34" charset="0"/>
                <a:sym typeface="Calibri"/>
              </a:rPr>
              <a:t>{{DSS_VDRV}}</a:t>
            </a:r>
            <a:endParaRPr sz="700"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1105" name="Google Shape;1105;p64"/>
          <p:cNvSpPr/>
          <p:nvPr/>
        </p:nvSpPr>
        <p:spPr>
          <a:xfrm>
            <a:off x="7864530" y="2578982"/>
            <a:ext cx="943800" cy="1578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9CA3AF"/>
              </a:buClr>
              <a:buSzPts val="500"/>
              <a:buFont typeface="Arial"/>
              <a:buNone/>
            </a:pPr>
            <a:r>
              <a:rPr lang="en" sz="800" b="0" i="0" u="none" strike="noStrike" cap="none">
                <a:solidFill>
                  <a:srgbClr val="595959"/>
                </a:solidFill>
                <a:latin typeface="Calibri" panose="020F0502020204030204" pitchFamily="34" charset="0"/>
                <a:ea typeface="Calibri" panose="020F0502020204030204" pitchFamily="34" charset="0"/>
                <a:cs typeface="Calibri" panose="020F0502020204030204" pitchFamily="34" charset="0"/>
                <a:sym typeface="Calibri"/>
              </a:rPr>
              <a:t>{{DSS_VDRV_R}}</a:t>
            </a:r>
            <a:endParaRPr sz="800" b="0" i="0" u="none" strike="noStrike" cap="none">
              <a:solidFill>
                <a:srgbClr val="595959"/>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1106" name="Google Shape;1106;p64"/>
          <p:cNvSpPr/>
          <p:nvPr/>
        </p:nvSpPr>
        <p:spPr>
          <a:xfrm>
            <a:off x="4800600" y="2741624"/>
            <a:ext cx="3977700" cy="1881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panose="020F0502020204030204" pitchFamily="34" charset="0"/>
              <a:ea typeface="Calibri" panose="020F0502020204030204" pitchFamily="34" charset="0"/>
              <a:cs typeface="Calibri" panose="020F0502020204030204" pitchFamily="34" charset="0"/>
              <a:sym typeface="Calibri"/>
            </a:endParaRPr>
          </a:p>
        </p:txBody>
      </p:sp>
      <p:cxnSp>
        <p:nvCxnSpPr>
          <p:cNvPr id="1107" name="Google Shape;1107;p64"/>
          <p:cNvCxnSpPr/>
          <p:nvPr/>
        </p:nvCxnSpPr>
        <p:spPr>
          <a:xfrm>
            <a:off x="4800600" y="2929777"/>
            <a:ext cx="3977700" cy="0"/>
          </a:xfrm>
          <a:prstGeom prst="straightConnector1">
            <a:avLst/>
          </a:prstGeom>
          <a:noFill/>
          <a:ln w="9525" cap="flat" cmpd="sng">
            <a:solidFill>
              <a:srgbClr val="888888"/>
            </a:solidFill>
            <a:prstDash val="solid"/>
            <a:round/>
            <a:headEnd type="none" w="sm" len="sm"/>
            <a:tailEnd type="none" w="sm" len="sm"/>
          </a:ln>
        </p:spPr>
      </p:cxnSp>
      <p:sp>
        <p:nvSpPr>
          <p:cNvPr id="1108" name="Google Shape;1108;p64"/>
          <p:cNvSpPr/>
          <p:nvPr/>
        </p:nvSpPr>
        <p:spPr>
          <a:xfrm>
            <a:off x="4892040" y="2746908"/>
            <a:ext cx="1970400" cy="188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Calibri" panose="020F0502020204030204" pitchFamily="34" charset="0"/>
                <a:ea typeface="Calibri" panose="020F0502020204030204" pitchFamily="34" charset="0"/>
                <a:cs typeface="Calibri" panose="020F0502020204030204" pitchFamily="34" charset="0"/>
                <a:sym typeface="Calibri"/>
              </a:rPr>
              <a:t>Cloud Managed Databases (PaaS)</a:t>
            </a:r>
            <a:endParaRPr sz="800"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1109" name="Google Shape;1109;p64"/>
          <p:cNvSpPr/>
          <p:nvPr/>
        </p:nvSpPr>
        <p:spPr>
          <a:xfrm>
            <a:off x="6883223" y="2741624"/>
            <a:ext cx="875100" cy="188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56DB"/>
              </a:buClr>
              <a:buSzPts val="700"/>
              <a:buFont typeface="Arial"/>
              <a:buNone/>
            </a:pPr>
            <a:r>
              <a:rPr lang="en" sz="700" b="0" i="0" u="none" strike="noStrike" cap="none">
                <a:solidFill>
                  <a:srgbClr val="1A56DB"/>
                </a:solidFill>
                <a:latin typeface="Calibri" panose="020F0502020204030204" pitchFamily="34" charset="0"/>
                <a:ea typeface="Calibri" panose="020F0502020204030204" pitchFamily="34" charset="0"/>
                <a:cs typeface="Calibri" panose="020F0502020204030204" pitchFamily="34" charset="0"/>
                <a:sym typeface="Calibri"/>
              </a:rPr>
              <a:t>{{DSS_PAAS}}</a:t>
            </a:r>
            <a:endParaRPr sz="700"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1110" name="Google Shape;1110;p64"/>
          <p:cNvSpPr/>
          <p:nvPr/>
        </p:nvSpPr>
        <p:spPr>
          <a:xfrm>
            <a:off x="4800600" y="2929777"/>
            <a:ext cx="3977700" cy="1881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panose="020F0502020204030204" pitchFamily="34" charset="0"/>
              <a:ea typeface="Calibri" panose="020F0502020204030204" pitchFamily="34" charset="0"/>
              <a:cs typeface="Calibri" panose="020F0502020204030204" pitchFamily="34" charset="0"/>
              <a:sym typeface="Calibri"/>
            </a:endParaRPr>
          </a:p>
        </p:txBody>
      </p:sp>
      <p:cxnSp>
        <p:nvCxnSpPr>
          <p:cNvPr id="1111" name="Google Shape;1111;p64"/>
          <p:cNvCxnSpPr/>
          <p:nvPr/>
        </p:nvCxnSpPr>
        <p:spPr>
          <a:xfrm>
            <a:off x="4800600" y="3117931"/>
            <a:ext cx="3977700" cy="0"/>
          </a:xfrm>
          <a:prstGeom prst="straightConnector1">
            <a:avLst/>
          </a:prstGeom>
          <a:noFill/>
          <a:ln w="9525" cap="flat" cmpd="sng">
            <a:solidFill>
              <a:srgbClr val="888888"/>
            </a:solidFill>
            <a:prstDash val="solid"/>
            <a:round/>
            <a:headEnd type="none" w="sm" len="sm"/>
            <a:tailEnd type="none" w="sm" len="sm"/>
          </a:ln>
        </p:spPr>
      </p:cxnSp>
      <p:sp>
        <p:nvSpPr>
          <p:cNvPr id="1112" name="Google Shape;1112;p64"/>
          <p:cNvSpPr/>
          <p:nvPr/>
        </p:nvSpPr>
        <p:spPr>
          <a:xfrm>
            <a:off x="4892040" y="2937500"/>
            <a:ext cx="1970400" cy="188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Calibri" panose="020F0502020204030204" pitchFamily="34" charset="0"/>
                <a:ea typeface="Calibri" panose="020F0502020204030204" pitchFamily="34" charset="0"/>
                <a:cs typeface="Calibri" panose="020F0502020204030204" pitchFamily="34" charset="0"/>
                <a:sym typeface="Calibri"/>
              </a:rPr>
              <a:t>Data Warehouses</a:t>
            </a:r>
            <a:endParaRPr sz="800"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1113" name="Google Shape;1113;p64"/>
          <p:cNvSpPr/>
          <p:nvPr/>
        </p:nvSpPr>
        <p:spPr>
          <a:xfrm>
            <a:off x="6883223" y="2929777"/>
            <a:ext cx="875100" cy="188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56DB"/>
              </a:buClr>
              <a:buSzPts val="700"/>
              <a:buFont typeface="Arial"/>
              <a:buNone/>
            </a:pPr>
            <a:r>
              <a:rPr lang="en" sz="700" b="0" i="0" u="none" strike="noStrike" cap="none">
                <a:solidFill>
                  <a:srgbClr val="1A56DB"/>
                </a:solidFill>
                <a:latin typeface="Calibri" panose="020F0502020204030204" pitchFamily="34" charset="0"/>
                <a:ea typeface="Calibri" panose="020F0502020204030204" pitchFamily="34" charset="0"/>
                <a:cs typeface="Calibri" panose="020F0502020204030204" pitchFamily="34" charset="0"/>
                <a:sym typeface="Calibri"/>
              </a:rPr>
              <a:t>{{DSS_DW}}</a:t>
            </a:r>
            <a:endParaRPr sz="700"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1114" name="Google Shape;1114;p64"/>
          <p:cNvSpPr/>
          <p:nvPr/>
        </p:nvSpPr>
        <p:spPr>
          <a:xfrm>
            <a:off x="4800600" y="3117931"/>
            <a:ext cx="3977700" cy="1881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panose="020F0502020204030204" pitchFamily="34" charset="0"/>
              <a:ea typeface="Calibri" panose="020F0502020204030204" pitchFamily="34" charset="0"/>
              <a:cs typeface="Calibri" panose="020F0502020204030204" pitchFamily="34" charset="0"/>
              <a:sym typeface="Calibri"/>
            </a:endParaRPr>
          </a:p>
        </p:txBody>
      </p:sp>
      <p:cxnSp>
        <p:nvCxnSpPr>
          <p:cNvPr id="1115" name="Google Shape;1115;p64"/>
          <p:cNvCxnSpPr/>
          <p:nvPr/>
        </p:nvCxnSpPr>
        <p:spPr>
          <a:xfrm>
            <a:off x="4800600" y="3306084"/>
            <a:ext cx="3977700" cy="0"/>
          </a:xfrm>
          <a:prstGeom prst="straightConnector1">
            <a:avLst/>
          </a:prstGeom>
          <a:noFill/>
          <a:ln w="9525" cap="flat" cmpd="sng">
            <a:solidFill>
              <a:srgbClr val="888888"/>
            </a:solidFill>
            <a:prstDash val="solid"/>
            <a:round/>
            <a:headEnd type="none" w="sm" len="sm"/>
            <a:tailEnd type="none" w="sm" len="sm"/>
          </a:ln>
        </p:spPr>
      </p:cxnSp>
      <p:sp>
        <p:nvSpPr>
          <p:cNvPr id="1116" name="Google Shape;1116;p64"/>
          <p:cNvSpPr/>
          <p:nvPr/>
        </p:nvSpPr>
        <p:spPr>
          <a:xfrm>
            <a:off x="4892040" y="3128092"/>
            <a:ext cx="1970400" cy="188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Calibri" panose="020F0502020204030204" pitchFamily="34" charset="0"/>
                <a:ea typeface="Calibri" panose="020F0502020204030204" pitchFamily="34" charset="0"/>
                <a:cs typeface="Calibri" panose="020F0502020204030204" pitchFamily="34" charset="0"/>
                <a:sym typeface="Calibri"/>
              </a:rPr>
              <a:t>Google BigQuery</a:t>
            </a:r>
            <a:endParaRPr sz="800"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1117" name="Google Shape;1117;p64"/>
          <p:cNvSpPr/>
          <p:nvPr/>
        </p:nvSpPr>
        <p:spPr>
          <a:xfrm>
            <a:off x="6883223" y="3117931"/>
            <a:ext cx="875100" cy="188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56DB"/>
              </a:buClr>
              <a:buSzPts val="700"/>
              <a:buFont typeface="Arial"/>
              <a:buNone/>
            </a:pPr>
            <a:r>
              <a:rPr lang="en" sz="700" b="0" i="0" u="none" strike="noStrike" cap="none">
                <a:solidFill>
                  <a:srgbClr val="1A56DB"/>
                </a:solidFill>
                <a:latin typeface="Calibri" panose="020F0502020204030204" pitchFamily="34" charset="0"/>
                <a:ea typeface="Calibri" panose="020F0502020204030204" pitchFamily="34" charset="0"/>
                <a:cs typeface="Calibri" panose="020F0502020204030204" pitchFamily="34" charset="0"/>
                <a:sym typeface="Calibri"/>
              </a:rPr>
              <a:t>{{DSS_BQ}}</a:t>
            </a:r>
            <a:endParaRPr sz="700"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1118" name="Google Shape;1118;p64"/>
          <p:cNvSpPr/>
          <p:nvPr/>
        </p:nvSpPr>
        <p:spPr>
          <a:xfrm>
            <a:off x="4800600" y="3306084"/>
            <a:ext cx="3977700" cy="1881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panose="020F0502020204030204" pitchFamily="34" charset="0"/>
              <a:ea typeface="Calibri" panose="020F0502020204030204" pitchFamily="34" charset="0"/>
              <a:cs typeface="Calibri" panose="020F0502020204030204" pitchFamily="34" charset="0"/>
              <a:sym typeface="Calibri"/>
            </a:endParaRPr>
          </a:p>
        </p:txBody>
      </p:sp>
      <p:cxnSp>
        <p:nvCxnSpPr>
          <p:cNvPr id="1119" name="Google Shape;1119;p64"/>
          <p:cNvCxnSpPr/>
          <p:nvPr/>
        </p:nvCxnSpPr>
        <p:spPr>
          <a:xfrm>
            <a:off x="4800600" y="3494238"/>
            <a:ext cx="3977700" cy="0"/>
          </a:xfrm>
          <a:prstGeom prst="straightConnector1">
            <a:avLst/>
          </a:prstGeom>
          <a:noFill/>
          <a:ln w="9525" cap="flat" cmpd="sng">
            <a:solidFill>
              <a:srgbClr val="888888"/>
            </a:solidFill>
            <a:prstDash val="solid"/>
            <a:round/>
            <a:headEnd type="none" w="sm" len="sm"/>
            <a:tailEnd type="none" w="sm" len="sm"/>
          </a:ln>
        </p:spPr>
      </p:cxnSp>
      <p:sp>
        <p:nvSpPr>
          <p:cNvPr id="1120" name="Google Shape;1120;p64"/>
          <p:cNvSpPr/>
          <p:nvPr/>
        </p:nvSpPr>
        <p:spPr>
          <a:xfrm>
            <a:off x="4892040" y="3318684"/>
            <a:ext cx="1970400" cy="188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Calibri" panose="020F0502020204030204" pitchFamily="34" charset="0"/>
                <a:ea typeface="Calibri" panose="020F0502020204030204" pitchFamily="34" charset="0"/>
                <a:cs typeface="Calibri" panose="020F0502020204030204" pitchFamily="34" charset="0"/>
                <a:sym typeface="Calibri"/>
              </a:rPr>
              <a:t>Amazon DynamoDB</a:t>
            </a:r>
            <a:endParaRPr sz="800"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1121" name="Google Shape;1121;p64"/>
          <p:cNvSpPr/>
          <p:nvPr/>
        </p:nvSpPr>
        <p:spPr>
          <a:xfrm>
            <a:off x="6883223" y="3306084"/>
            <a:ext cx="875100" cy="188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56DB"/>
              </a:buClr>
              <a:buSzPts val="700"/>
              <a:buFont typeface="Arial"/>
              <a:buNone/>
            </a:pPr>
            <a:r>
              <a:rPr lang="en" sz="700" b="0" i="0" u="none" strike="noStrike" cap="none">
                <a:solidFill>
                  <a:srgbClr val="1A56DB"/>
                </a:solidFill>
                <a:latin typeface="Calibri" panose="020F0502020204030204" pitchFamily="34" charset="0"/>
                <a:ea typeface="Calibri" panose="020F0502020204030204" pitchFamily="34" charset="0"/>
                <a:cs typeface="Calibri" panose="020F0502020204030204" pitchFamily="34" charset="0"/>
                <a:sym typeface="Calibri"/>
              </a:rPr>
              <a:t>{{DSS_DDB}}</a:t>
            </a:r>
            <a:endParaRPr sz="700"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1122" name="Google Shape;1122;p64"/>
          <p:cNvSpPr/>
          <p:nvPr/>
        </p:nvSpPr>
        <p:spPr>
          <a:xfrm>
            <a:off x="4800600" y="3494238"/>
            <a:ext cx="3977700" cy="1881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panose="020F0502020204030204" pitchFamily="34" charset="0"/>
              <a:ea typeface="Calibri" panose="020F0502020204030204" pitchFamily="34" charset="0"/>
              <a:cs typeface="Calibri" panose="020F0502020204030204" pitchFamily="34" charset="0"/>
              <a:sym typeface="Calibri"/>
            </a:endParaRPr>
          </a:p>
        </p:txBody>
      </p:sp>
      <p:cxnSp>
        <p:nvCxnSpPr>
          <p:cNvPr id="1123" name="Google Shape;1123;p64"/>
          <p:cNvCxnSpPr/>
          <p:nvPr/>
        </p:nvCxnSpPr>
        <p:spPr>
          <a:xfrm>
            <a:off x="4800600" y="3682392"/>
            <a:ext cx="3977700" cy="0"/>
          </a:xfrm>
          <a:prstGeom prst="straightConnector1">
            <a:avLst/>
          </a:prstGeom>
          <a:noFill/>
          <a:ln w="9525" cap="flat" cmpd="sng">
            <a:solidFill>
              <a:srgbClr val="888888"/>
            </a:solidFill>
            <a:prstDash val="solid"/>
            <a:round/>
            <a:headEnd type="none" w="sm" len="sm"/>
            <a:tailEnd type="none" w="sm" len="sm"/>
          </a:ln>
        </p:spPr>
      </p:cxnSp>
      <p:sp>
        <p:nvSpPr>
          <p:cNvPr id="1124" name="Google Shape;1124;p64"/>
          <p:cNvSpPr/>
          <p:nvPr/>
        </p:nvSpPr>
        <p:spPr>
          <a:xfrm>
            <a:off x="4892040" y="3509276"/>
            <a:ext cx="1970400" cy="188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Calibri" panose="020F0502020204030204" pitchFamily="34" charset="0"/>
                <a:ea typeface="Calibri" panose="020F0502020204030204" pitchFamily="34" charset="0"/>
                <a:cs typeface="Calibri" panose="020F0502020204030204" pitchFamily="34" charset="0"/>
                <a:sym typeface="Calibri"/>
              </a:rPr>
              <a:t>Snowflake</a:t>
            </a:r>
            <a:endParaRPr sz="800"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1125" name="Google Shape;1125;p64"/>
          <p:cNvSpPr/>
          <p:nvPr/>
        </p:nvSpPr>
        <p:spPr>
          <a:xfrm>
            <a:off x="6883223" y="3494238"/>
            <a:ext cx="875100" cy="188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56DB"/>
              </a:buClr>
              <a:buSzPts val="700"/>
              <a:buFont typeface="Arial"/>
              <a:buNone/>
            </a:pPr>
            <a:r>
              <a:rPr lang="en" sz="700" b="0" i="0" u="none" strike="noStrike" cap="none">
                <a:solidFill>
                  <a:srgbClr val="1A56DB"/>
                </a:solidFill>
                <a:latin typeface="Calibri" panose="020F0502020204030204" pitchFamily="34" charset="0"/>
                <a:ea typeface="Calibri" panose="020F0502020204030204" pitchFamily="34" charset="0"/>
                <a:cs typeface="Calibri" panose="020F0502020204030204" pitchFamily="34" charset="0"/>
                <a:sym typeface="Calibri"/>
              </a:rPr>
              <a:t>{{DSS_SNOW}}</a:t>
            </a:r>
            <a:endParaRPr sz="700"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1126" name="Google Shape;1126;p64"/>
          <p:cNvSpPr/>
          <p:nvPr/>
        </p:nvSpPr>
        <p:spPr>
          <a:xfrm>
            <a:off x="4800600" y="3682392"/>
            <a:ext cx="3977700" cy="1881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panose="020F0502020204030204" pitchFamily="34" charset="0"/>
              <a:ea typeface="Calibri" panose="020F0502020204030204" pitchFamily="34" charset="0"/>
              <a:cs typeface="Calibri" panose="020F0502020204030204" pitchFamily="34" charset="0"/>
              <a:sym typeface="Calibri"/>
            </a:endParaRPr>
          </a:p>
        </p:txBody>
      </p:sp>
      <p:cxnSp>
        <p:nvCxnSpPr>
          <p:cNvPr id="1127" name="Google Shape;1127;p64"/>
          <p:cNvCxnSpPr/>
          <p:nvPr/>
        </p:nvCxnSpPr>
        <p:spPr>
          <a:xfrm>
            <a:off x="4800600" y="3870545"/>
            <a:ext cx="3977700" cy="0"/>
          </a:xfrm>
          <a:prstGeom prst="straightConnector1">
            <a:avLst/>
          </a:prstGeom>
          <a:noFill/>
          <a:ln w="9525" cap="flat" cmpd="sng">
            <a:solidFill>
              <a:srgbClr val="888888"/>
            </a:solidFill>
            <a:prstDash val="solid"/>
            <a:round/>
            <a:headEnd type="none" w="sm" len="sm"/>
            <a:tailEnd type="none" w="sm" len="sm"/>
          </a:ln>
        </p:spPr>
      </p:cxnSp>
      <p:sp>
        <p:nvSpPr>
          <p:cNvPr id="1128" name="Google Shape;1128;p64"/>
          <p:cNvSpPr/>
          <p:nvPr/>
        </p:nvSpPr>
        <p:spPr>
          <a:xfrm>
            <a:off x="4892040" y="3699868"/>
            <a:ext cx="1970400" cy="188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Calibri" panose="020F0502020204030204" pitchFamily="34" charset="0"/>
                <a:ea typeface="Calibri" panose="020F0502020204030204" pitchFamily="34" charset="0"/>
                <a:cs typeface="Calibri" panose="020F0502020204030204" pitchFamily="34" charset="0"/>
                <a:sym typeface="Calibri"/>
              </a:rPr>
              <a:t>Hosted Databases (IaaS)</a:t>
            </a:r>
            <a:endParaRPr sz="800"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1129" name="Google Shape;1129;p64"/>
          <p:cNvSpPr/>
          <p:nvPr/>
        </p:nvSpPr>
        <p:spPr>
          <a:xfrm>
            <a:off x="6883223" y="3682392"/>
            <a:ext cx="875100" cy="188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56DB"/>
              </a:buClr>
              <a:buSzPts val="700"/>
              <a:buFont typeface="Arial"/>
              <a:buNone/>
            </a:pPr>
            <a:r>
              <a:rPr lang="en" sz="700" b="0" i="0" u="none" strike="noStrike" cap="none">
                <a:solidFill>
                  <a:srgbClr val="1A56DB"/>
                </a:solidFill>
                <a:latin typeface="Calibri" panose="020F0502020204030204" pitchFamily="34" charset="0"/>
                <a:ea typeface="Calibri" panose="020F0502020204030204" pitchFamily="34" charset="0"/>
                <a:cs typeface="Calibri" panose="020F0502020204030204" pitchFamily="34" charset="0"/>
                <a:sym typeface="Calibri"/>
              </a:rPr>
              <a:t>{{DSS_IAAS}}</a:t>
            </a:r>
            <a:endParaRPr sz="700"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1130" name="Google Shape;1130;p64"/>
          <p:cNvSpPr/>
          <p:nvPr/>
        </p:nvSpPr>
        <p:spPr>
          <a:xfrm>
            <a:off x="4800600" y="3870545"/>
            <a:ext cx="3977700" cy="1881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panose="020F0502020204030204" pitchFamily="34" charset="0"/>
              <a:ea typeface="Calibri" panose="020F0502020204030204" pitchFamily="34" charset="0"/>
              <a:cs typeface="Calibri" panose="020F0502020204030204" pitchFamily="34" charset="0"/>
              <a:sym typeface="Calibri"/>
            </a:endParaRPr>
          </a:p>
        </p:txBody>
      </p:sp>
      <p:cxnSp>
        <p:nvCxnSpPr>
          <p:cNvPr id="1131" name="Google Shape;1131;p64"/>
          <p:cNvCxnSpPr/>
          <p:nvPr/>
        </p:nvCxnSpPr>
        <p:spPr>
          <a:xfrm>
            <a:off x="4800600" y="4058699"/>
            <a:ext cx="3977700" cy="0"/>
          </a:xfrm>
          <a:prstGeom prst="straightConnector1">
            <a:avLst/>
          </a:prstGeom>
          <a:noFill/>
          <a:ln w="9525" cap="flat" cmpd="sng">
            <a:solidFill>
              <a:srgbClr val="888888"/>
            </a:solidFill>
            <a:prstDash val="solid"/>
            <a:round/>
            <a:headEnd type="none" w="sm" len="sm"/>
            <a:tailEnd type="none" w="sm" len="sm"/>
          </a:ln>
        </p:spPr>
      </p:cxnSp>
      <p:sp>
        <p:nvSpPr>
          <p:cNvPr id="1132" name="Google Shape;1132;p64"/>
          <p:cNvSpPr/>
          <p:nvPr/>
        </p:nvSpPr>
        <p:spPr>
          <a:xfrm>
            <a:off x="4892040" y="3890460"/>
            <a:ext cx="1970400" cy="188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Calibri" panose="020F0502020204030204" pitchFamily="34" charset="0"/>
                <a:ea typeface="Calibri" panose="020F0502020204030204" pitchFamily="34" charset="0"/>
                <a:cs typeface="Calibri" panose="020F0502020204030204" pitchFamily="34" charset="0"/>
                <a:sym typeface="Calibri"/>
              </a:rPr>
              <a:t>VM Disks (OS and non-OS)</a:t>
            </a:r>
            <a:endParaRPr sz="800"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1133" name="Google Shape;1133;p64"/>
          <p:cNvSpPr/>
          <p:nvPr/>
        </p:nvSpPr>
        <p:spPr>
          <a:xfrm>
            <a:off x="6883223" y="3870545"/>
            <a:ext cx="875100" cy="188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56DB"/>
              </a:buClr>
              <a:buSzPts val="700"/>
              <a:buFont typeface="Arial"/>
              <a:buNone/>
            </a:pPr>
            <a:r>
              <a:rPr lang="en" sz="700" b="0" i="0" u="none" strike="noStrike" cap="none">
                <a:solidFill>
                  <a:srgbClr val="1A56DB"/>
                </a:solidFill>
                <a:latin typeface="Calibri" panose="020F0502020204030204" pitchFamily="34" charset="0"/>
                <a:ea typeface="Calibri" panose="020F0502020204030204" pitchFamily="34" charset="0"/>
                <a:cs typeface="Calibri" panose="020F0502020204030204" pitchFamily="34" charset="0"/>
                <a:sym typeface="Calibri"/>
              </a:rPr>
              <a:t>{{DSS_VMD}}</a:t>
            </a:r>
            <a:endParaRPr sz="700"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1134" name="Google Shape;1134;p64"/>
          <p:cNvSpPr/>
          <p:nvPr/>
        </p:nvSpPr>
        <p:spPr>
          <a:xfrm>
            <a:off x="4800600" y="4058699"/>
            <a:ext cx="3977700" cy="1881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panose="020F0502020204030204" pitchFamily="34" charset="0"/>
              <a:ea typeface="Calibri" panose="020F0502020204030204" pitchFamily="34" charset="0"/>
              <a:cs typeface="Calibri" panose="020F0502020204030204" pitchFamily="34" charset="0"/>
              <a:sym typeface="Calibri"/>
            </a:endParaRPr>
          </a:p>
        </p:txBody>
      </p:sp>
      <p:cxnSp>
        <p:nvCxnSpPr>
          <p:cNvPr id="1135" name="Google Shape;1135;p64"/>
          <p:cNvCxnSpPr/>
          <p:nvPr/>
        </p:nvCxnSpPr>
        <p:spPr>
          <a:xfrm>
            <a:off x="4800600" y="4246852"/>
            <a:ext cx="3977700" cy="0"/>
          </a:xfrm>
          <a:prstGeom prst="straightConnector1">
            <a:avLst/>
          </a:prstGeom>
          <a:noFill/>
          <a:ln w="9525" cap="flat" cmpd="sng">
            <a:solidFill>
              <a:srgbClr val="888888"/>
            </a:solidFill>
            <a:prstDash val="solid"/>
            <a:round/>
            <a:headEnd type="none" w="sm" len="sm"/>
            <a:tailEnd type="none" w="sm" len="sm"/>
          </a:ln>
        </p:spPr>
      </p:cxnSp>
      <p:sp>
        <p:nvSpPr>
          <p:cNvPr id="1136" name="Google Shape;1136;p64"/>
          <p:cNvSpPr/>
          <p:nvPr/>
        </p:nvSpPr>
        <p:spPr>
          <a:xfrm>
            <a:off x="4892040" y="4081051"/>
            <a:ext cx="1970400" cy="188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Calibri" panose="020F0502020204030204" pitchFamily="34" charset="0"/>
                <a:ea typeface="Calibri" panose="020F0502020204030204" pitchFamily="34" charset="0"/>
                <a:cs typeface="Calibri" panose="020F0502020204030204" pitchFamily="34" charset="0"/>
                <a:sym typeface="Calibri"/>
              </a:rPr>
              <a:t>Serverless Functions</a:t>
            </a:r>
            <a:endParaRPr sz="800"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1137" name="Google Shape;1137;p64"/>
          <p:cNvSpPr/>
          <p:nvPr/>
        </p:nvSpPr>
        <p:spPr>
          <a:xfrm>
            <a:off x="6883223" y="4058699"/>
            <a:ext cx="875100" cy="188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56DB"/>
              </a:buClr>
              <a:buSzPts val="700"/>
              <a:buFont typeface="Arial"/>
              <a:buNone/>
            </a:pPr>
            <a:r>
              <a:rPr lang="en" sz="700" b="0" i="0" u="none" strike="noStrike" cap="none">
                <a:solidFill>
                  <a:srgbClr val="1A56DB"/>
                </a:solidFill>
                <a:latin typeface="Calibri" panose="020F0502020204030204" pitchFamily="34" charset="0"/>
                <a:ea typeface="Calibri" panose="020F0502020204030204" pitchFamily="34" charset="0"/>
                <a:cs typeface="Calibri" panose="020F0502020204030204" pitchFamily="34" charset="0"/>
                <a:sym typeface="Calibri"/>
              </a:rPr>
              <a:t>{{DSS_SLS}}</a:t>
            </a:r>
            <a:endParaRPr sz="700"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1138" name="Google Shape;1138;p64"/>
          <p:cNvSpPr/>
          <p:nvPr/>
        </p:nvSpPr>
        <p:spPr>
          <a:xfrm>
            <a:off x="4800600" y="4246852"/>
            <a:ext cx="3977700" cy="1881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panose="020F0502020204030204" pitchFamily="34" charset="0"/>
              <a:ea typeface="Calibri" panose="020F0502020204030204" pitchFamily="34" charset="0"/>
              <a:cs typeface="Calibri" panose="020F0502020204030204" pitchFamily="34" charset="0"/>
              <a:sym typeface="Calibri"/>
            </a:endParaRPr>
          </a:p>
        </p:txBody>
      </p:sp>
      <p:cxnSp>
        <p:nvCxnSpPr>
          <p:cNvPr id="1139" name="Google Shape;1139;p64"/>
          <p:cNvCxnSpPr/>
          <p:nvPr/>
        </p:nvCxnSpPr>
        <p:spPr>
          <a:xfrm>
            <a:off x="4800600" y="4435006"/>
            <a:ext cx="3977700" cy="0"/>
          </a:xfrm>
          <a:prstGeom prst="straightConnector1">
            <a:avLst/>
          </a:prstGeom>
          <a:noFill/>
          <a:ln w="9525" cap="flat" cmpd="sng">
            <a:solidFill>
              <a:srgbClr val="888888"/>
            </a:solidFill>
            <a:prstDash val="solid"/>
            <a:round/>
            <a:headEnd type="none" w="sm" len="sm"/>
            <a:tailEnd type="none" w="sm" len="sm"/>
          </a:ln>
        </p:spPr>
      </p:cxnSp>
      <p:sp>
        <p:nvSpPr>
          <p:cNvPr id="1140" name="Google Shape;1140;p64"/>
          <p:cNvSpPr/>
          <p:nvPr/>
        </p:nvSpPr>
        <p:spPr>
          <a:xfrm>
            <a:off x="4892040" y="4271643"/>
            <a:ext cx="1970400" cy="188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Calibri" panose="020F0502020204030204" pitchFamily="34" charset="0"/>
                <a:ea typeface="Calibri" panose="020F0502020204030204" pitchFamily="34" charset="0"/>
                <a:cs typeface="Calibri" panose="020F0502020204030204" pitchFamily="34" charset="0"/>
                <a:sym typeface="Calibri"/>
              </a:rPr>
              <a:t>Vertex AI</a:t>
            </a:r>
            <a:endParaRPr sz="800"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1141" name="Google Shape;1141;p64"/>
          <p:cNvSpPr/>
          <p:nvPr/>
        </p:nvSpPr>
        <p:spPr>
          <a:xfrm>
            <a:off x="6883223" y="4246852"/>
            <a:ext cx="875100" cy="188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56DB"/>
              </a:buClr>
              <a:buSzPts val="700"/>
              <a:buFont typeface="Arial"/>
              <a:buNone/>
            </a:pPr>
            <a:r>
              <a:rPr lang="en" sz="700" b="0" i="0" u="none" strike="noStrike" cap="none">
                <a:solidFill>
                  <a:srgbClr val="1A56DB"/>
                </a:solidFill>
                <a:latin typeface="Calibri" panose="020F0502020204030204" pitchFamily="34" charset="0"/>
                <a:ea typeface="Calibri" panose="020F0502020204030204" pitchFamily="34" charset="0"/>
                <a:cs typeface="Calibri" panose="020F0502020204030204" pitchFamily="34" charset="0"/>
                <a:sym typeface="Calibri"/>
              </a:rPr>
              <a:t>{{DSS_AIV}}</a:t>
            </a:r>
            <a:endParaRPr sz="700"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1142" name="Google Shape;1142;p64"/>
          <p:cNvSpPr/>
          <p:nvPr/>
        </p:nvSpPr>
        <p:spPr>
          <a:xfrm>
            <a:off x="4816611" y="4449251"/>
            <a:ext cx="3977700" cy="1881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panose="020F0502020204030204" pitchFamily="34" charset="0"/>
              <a:ea typeface="Calibri" panose="020F0502020204030204" pitchFamily="34" charset="0"/>
              <a:cs typeface="Calibri" panose="020F0502020204030204" pitchFamily="34" charset="0"/>
              <a:sym typeface="Calibri"/>
            </a:endParaRPr>
          </a:p>
        </p:txBody>
      </p:sp>
      <p:cxnSp>
        <p:nvCxnSpPr>
          <p:cNvPr id="1143" name="Google Shape;1143;p64"/>
          <p:cNvCxnSpPr/>
          <p:nvPr/>
        </p:nvCxnSpPr>
        <p:spPr>
          <a:xfrm>
            <a:off x="4816611" y="4637405"/>
            <a:ext cx="3977700" cy="0"/>
          </a:xfrm>
          <a:prstGeom prst="straightConnector1">
            <a:avLst/>
          </a:prstGeom>
          <a:noFill/>
          <a:ln w="9525" cap="flat" cmpd="sng">
            <a:solidFill>
              <a:srgbClr val="888888"/>
            </a:solidFill>
            <a:prstDash val="solid"/>
            <a:round/>
            <a:headEnd type="none" w="sm" len="sm"/>
            <a:tailEnd type="none" w="sm" len="sm"/>
          </a:ln>
        </p:spPr>
      </p:cxnSp>
      <p:sp>
        <p:nvSpPr>
          <p:cNvPr id="1144" name="Google Shape;1144;p64"/>
          <p:cNvSpPr/>
          <p:nvPr/>
        </p:nvSpPr>
        <p:spPr>
          <a:xfrm>
            <a:off x="4908051" y="4462235"/>
            <a:ext cx="1970400" cy="188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Calibri" panose="020F0502020204030204" pitchFamily="34" charset="0"/>
                <a:ea typeface="Calibri" panose="020F0502020204030204" pitchFamily="34" charset="0"/>
                <a:cs typeface="Calibri" panose="020F0502020204030204" pitchFamily="34" charset="0"/>
                <a:sym typeface="Calibri"/>
              </a:rPr>
              <a:t>Azure OpenAI</a:t>
            </a:r>
            <a:endParaRPr sz="800"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1145" name="Google Shape;1145;p64"/>
          <p:cNvSpPr/>
          <p:nvPr/>
        </p:nvSpPr>
        <p:spPr>
          <a:xfrm>
            <a:off x="6899234" y="4449251"/>
            <a:ext cx="875100" cy="188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56DB"/>
              </a:buClr>
              <a:buSzPts val="700"/>
              <a:buFont typeface="Arial"/>
              <a:buNone/>
            </a:pPr>
            <a:r>
              <a:rPr lang="en" sz="700" b="0" i="0" u="none" strike="noStrike" cap="none">
                <a:solidFill>
                  <a:srgbClr val="1A56DB"/>
                </a:solidFill>
                <a:latin typeface="Calibri" panose="020F0502020204030204" pitchFamily="34" charset="0"/>
                <a:ea typeface="Calibri" panose="020F0502020204030204" pitchFamily="34" charset="0"/>
                <a:cs typeface="Calibri" panose="020F0502020204030204" pitchFamily="34" charset="0"/>
                <a:sym typeface="Calibri"/>
              </a:rPr>
              <a:t>{{DSS_AIAO}}</a:t>
            </a:r>
            <a:endParaRPr sz="700" b="0" i="0" u="none" strike="noStrike" cap="none">
              <a:solidFill>
                <a:srgbClr val="1A56DB"/>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1146" name="Google Shape;1146;p64"/>
          <p:cNvSpPr/>
          <p:nvPr/>
        </p:nvSpPr>
        <p:spPr>
          <a:xfrm>
            <a:off x="4816611" y="4637405"/>
            <a:ext cx="3977700" cy="1881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1147" name="Google Shape;1147;p64"/>
          <p:cNvSpPr/>
          <p:nvPr/>
        </p:nvSpPr>
        <p:spPr>
          <a:xfrm>
            <a:off x="4908051" y="4652827"/>
            <a:ext cx="1970400" cy="188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Calibri" panose="020F0502020204030204" pitchFamily="34" charset="0"/>
                <a:ea typeface="Calibri" panose="020F0502020204030204" pitchFamily="34" charset="0"/>
                <a:cs typeface="Calibri" panose="020F0502020204030204" pitchFamily="34" charset="0"/>
                <a:sym typeface="Calibri"/>
              </a:rPr>
              <a:t>OpenAI</a:t>
            </a:r>
            <a:endParaRPr sz="800"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1148" name="Google Shape;1148;p64"/>
          <p:cNvSpPr/>
          <p:nvPr/>
        </p:nvSpPr>
        <p:spPr>
          <a:xfrm>
            <a:off x="6899234" y="4637405"/>
            <a:ext cx="875100" cy="188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56DB"/>
              </a:buClr>
              <a:buSzPts val="700"/>
              <a:buFont typeface="Arial"/>
              <a:buNone/>
            </a:pPr>
            <a:r>
              <a:rPr lang="en" sz="700" b="0" i="0" u="none" strike="noStrike" cap="none">
                <a:solidFill>
                  <a:srgbClr val="1A56DB"/>
                </a:solidFill>
                <a:latin typeface="Calibri" panose="020F0502020204030204" pitchFamily="34" charset="0"/>
                <a:ea typeface="Calibri" panose="020F0502020204030204" pitchFamily="34" charset="0"/>
                <a:cs typeface="Calibri" panose="020F0502020204030204" pitchFamily="34" charset="0"/>
                <a:sym typeface="Calibri"/>
              </a:rPr>
              <a:t>{{DSS_AIOA}}</a:t>
            </a:r>
            <a:endParaRPr sz="700" b="0" i="0" u="none" strike="noStrike" cap="none">
              <a:solidFill>
                <a:srgbClr val="1A56DB"/>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1149" name="Google Shape;1149;p64"/>
          <p:cNvSpPr/>
          <p:nvPr/>
        </p:nvSpPr>
        <p:spPr>
          <a:xfrm>
            <a:off x="4816865" y="4843419"/>
            <a:ext cx="3977700" cy="1881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1150" name="Google Shape;1150;p64"/>
          <p:cNvSpPr/>
          <p:nvPr/>
        </p:nvSpPr>
        <p:spPr>
          <a:xfrm>
            <a:off x="4908305" y="4843419"/>
            <a:ext cx="1970400" cy="188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Calibri" panose="020F0502020204030204" pitchFamily="34" charset="0"/>
                <a:ea typeface="Calibri" panose="020F0502020204030204" pitchFamily="34" charset="0"/>
                <a:cs typeface="Calibri" panose="020F0502020204030204" pitchFamily="34" charset="0"/>
                <a:sym typeface="Calibri"/>
              </a:rPr>
              <a:t>Shadow Data</a:t>
            </a:r>
            <a:endParaRPr sz="800"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1151" name="Google Shape;1151;p64"/>
          <p:cNvSpPr/>
          <p:nvPr/>
        </p:nvSpPr>
        <p:spPr>
          <a:xfrm>
            <a:off x="6899488" y="4843419"/>
            <a:ext cx="875100" cy="188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56DB"/>
              </a:buClr>
              <a:buSzPts val="700"/>
              <a:buFont typeface="Arial"/>
              <a:buNone/>
            </a:pPr>
            <a:r>
              <a:rPr lang="en" sz="700" b="0" i="0" u="none" strike="noStrike" cap="none">
                <a:solidFill>
                  <a:srgbClr val="1A56DB"/>
                </a:solidFill>
                <a:latin typeface="Calibri" panose="020F0502020204030204" pitchFamily="34" charset="0"/>
                <a:ea typeface="Calibri" panose="020F0502020204030204" pitchFamily="34" charset="0"/>
                <a:cs typeface="Calibri" panose="020F0502020204030204" pitchFamily="34" charset="0"/>
                <a:sym typeface="Calibri"/>
              </a:rPr>
              <a:t>{{DSS_SHAD}}</a:t>
            </a:r>
            <a:endParaRPr sz="700"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1152" name="Google Shape;1152;p64"/>
          <p:cNvSpPr txBox="1"/>
          <p:nvPr/>
        </p:nvSpPr>
        <p:spPr>
          <a:xfrm>
            <a:off x="3395224" y="1457671"/>
            <a:ext cx="956400" cy="184500"/>
          </a:xfrm>
          <a:prstGeom prst="rect">
            <a:avLst/>
          </a:prstGeom>
          <a:noFill/>
          <a:ln>
            <a:noFill/>
          </a:ln>
        </p:spPr>
        <p:txBody>
          <a:bodyPr spcFirstLastPara="1" wrap="square" lIns="68575" tIns="68575" rIns="68575" bIns="6857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solidFill>
                  <a:srgbClr val="595959"/>
                </a:solidFill>
                <a:latin typeface="Calibri" panose="020F0502020204030204" pitchFamily="34" charset="0"/>
                <a:ea typeface="Calibri" panose="020F0502020204030204" pitchFamily="34" charset="0"/>
                <a:cs typeface="Calibri" panose="020F0502020204030204" pitchFamily="34" charset="0"/>
                <a:sym typeface="Calibri"/>
              </a:rPr>
              <a:t>{{VS_OSPKG_R}}</a:t>
            </a:r>
            <a:endParaRPr sz="800" b="0" i="0" u="none" strike="noStrike" cap="none">
              <a:solidFill>
                <a:srgbClr val="595959"/>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1153" name="Google Shape;1153;p64"/>
          <p:cNvSpPr txBox="1"/>
          <p:nvPr/>
        </p:nvSpPr>
        <p:spPr>
          <a:xfrm>
            <a:off x="3395224" y="1705822"/>
            <a:ext cx="956400" cy="184500"/>
          </a:xfrm>
          <a:prstGeom prst="rect">
            <a:avLst/>
          </a:prstGeom>
          <a:noFill/>
          <a:ln>
            <a:noFill/>
          </a:ln>
        </p:spPr>
        <p:txBody>
          <a:bodyPr spcFirstLastPara="1" wrap="square" lIns="68575" tIns="68575" rIns="68575" bIns="6857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solidFill>
                  <a:srgbClr val="595959"/>
                </a:solidFill>
                <a:latin typeface="Calibri" panose="020F0502020204030204" pitchFamily="34" charset="0"/>
                <a:ea typeface="Calibri" panose="020F0502020204030204" pitchFamily="34" charset="0"/>
                <a:cs typeface="Calibri" panose="020F0502020204030204" pitchFamily="34" charset="0"/>
                <a:sym typeface="Calibri"/>
              </a:rPr>
              <a:t>{{VS_WINB_R}}</a:t>
            </a:r>
            <a:endParaRPr sz="800" b="0" i="0" u="none" strike="noStrike" cap="none">
              <a:solidFill>
                <a:srgbClr val="595959"/>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1154" name="Google Shape;1154;p64"/>
          <p:cNvSpPr txBox="1"/>
          <p:nvPr/>
        </p:nvSpPr>
        <p:spPr>
          <a:xfrm>
            <a:off x="3395224" y="1953974"/>
            <a:ext cx="956400" cy="184500"/>
          </a:xfrm>
          <a:prstGeom prst="rect">
            <a:avLst/>
          </a:prstGeom>
          <a:noFill/>
          <a:ln>
            <a:noFill/>
          </a:ln>
        </p:spPr>
        <p:txBody>
          <a:bodyPr spcFirstLastPara="1" wrap="square" lIns="68575" tIns="68575" rIns="68575" bIns="6857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solidFill>
                  <a:srgbClr val="595959"/>
                </a:solidFill>
                <a:latin typeface="Calibri" panose="020F0502020204030204" pitchFamily="34" charset="0"/>
                <a:ea typeface="Calibri" panose="020F0502020204030204" pitchFamily="34" charset="0"/>
                <a:cs typeface="Calibri" panose="020F0502020204030204" pitchFamily="34" charset="0"/>
                <a:sym typeface="Calibri"/>
              </a:rPr>
              <a:t>{{VS_GOSTD_R}}</a:t>
            </a:r>
            <a:endParaRPr sz="800" b="0" i="0" u="none" strike="noStrike" cap="none">
              <a:solidFill>
                <a:srgbClr val="595959"/>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1155" name="Google Shape;1155;p64"/>
          <p:cNvSpPr txBox="1"/>
          <p:nvPr/>
        </p:nvSpPr>
        <p:spPr>
          <a:xfrm>
            <a:off x="3395224" y="2202126"/>
            <a:ext cx="956400" cy="184500"/>
          </a:xfrm>
          <a:prstGeom prst="rect">
            <a:avLst/>
          </a:prstGeom>
          <a:noFill/>
          <a:ln>
            <a:noFill/>
          </a:ln>
        </p:spPr>
        <p:txBody>
          <a:bodyPr spcFirstLastPara="1" wrap="square" lIns="68575" tIns="68575" rIns="68575" bIns="6857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solidFill>
                  <a:srgbClr val="595959"/>
                </a:solidFill>
                <a:latin typeface="Calibri" panose="020F0502020204030204" pitchFamily="34" charset="0"/>
                <a:ea typeface="Calibri" panose="020F0502020204030204" pitchFamily="34" charset="0"/>
                <a:cs typeface="Calibri" panose="020F0502020204030204" pitchFamily="34" charset="0"/>
                <a:sym typeface="Calibri"/>
              </a:rPr>
              <a:t>{{VS_EXCL_R}}</a:t>
            </a:r>
            <a:endParaRPr sz="800" b="0" i="0" u="none" strike="noStrike" cap="none">
              <a:solidFill>
                <a:srgbClr val="595959"/>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1156" name="Google Shape;1156;p64"/>
          <p:cNvSpPr txBox="1"/>
          <p:nvPr/>
        </p:nvSpPr>
        <p:spPr>
          <a:xfrm>
            <a:off x="3395224" y="2450277"/>
            <a:ext cx="956400" cy="184500"/>
          </a:xfrm>
          <a:prstGeom prst="rect">
            <a:avLst/>
          </a:prstGeom>
          <a:noFill/>
          <a:ln>
            <a:noFill/>
          </a:ln>
        </p:spPr>
        <p:txBody>
          <a:bodyPr spcFirstLastPara="1" wrap="square" lIns="68575" tIns="68575" rIns="68575" bIns="6857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solidFill>
                  <a:srgbClr val="595959"/>
                </a:solidFill>
                <a:latin typeface="Calibri" panose="020F0502020204030204" pitchFamily="34" charset="0"/>
                <a:ea typeface="Calibri" panose="020F0502020204030204" pitchFamily="34" charset="0"/>
                <a:cs typeface="Calibri" panose="020F0502020204030204" pitchFamily="34" charset="0"/>
                <a:sym typeface="Calibri"/>
              </a:rPr>
              <a:t>{{VS_RHOS_R}}</a:t>
            </a:r>
            <a:endParaRPr sz="800" b="0" i="0" u="none" strike="noStrike" cap="none">
              <a:solidFill>
                <a:srgbClr val="595959"/>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1157" name="Google Shape;1157;p64"/>
          <p:cNvSpPr txBox="1"/>
          <p:nvPr/>
        </p:nvSpPr>
        <p:spPr>
          <a:xfrm>
            <a:off x="3395224" y="3445924"/>
            <a:ext cx="956400" cy="184500"/>
          </a:xfrm>
          <a:prstGeom prst="rect">
            <a:avLst/>
          </a:prstGeom>
          <a:noFill/>
          <a:ln>
            <a:noFill/>
          </a:ln>
        </p:spPr>
        <p:txBody>
          <a:bodyPr spcFirstLastPara="1" wrap="square" lIns="68575" tIns="68575" rIns="68575" bIns="6857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solidFill>
                  <a:srgbClr val="595959"/>
                </a:solidFill>
                <a:latin typeface="Calibri" panose="020F0502020204030204" pitchFamily="34" charset="0"/>
                <a:ea typeface="Calibri" panose="020F0502020204030204" pitchFamily="34" charset="0"/>
                <a:cs typeface="Calibri" panose="020F0502020204030204" pitchFamily="34" charset="0"/>
                <a:sym typeface="Calibri"/>
              </a:rPr>
              <a:t>{{VS_MAVEN_R}}</a:t>
            </a:r>
            <a:endParaRPr sz="800" b="0" i="0" u="none" strike="noStrike" cap="none">
              <a:solidFill>
                <a:srgbClr val="595959"/>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1158" name="Google Shape;1158;p64"/>
          <p:cNvSpPr txBox="1"/>
          <p:nvPr/>
        </p:nvSpPr>
        <p:spPr>
          <a:xfrm>
            <a:off x="3395224" y="3694076"/>
            <a:ext cx="956400" cy="184500"/>
          </a:xfrm>
          <a:prstGeom prst="rect">
            <a:avLst/>
          </a:prstGeom>
          <a:noFill/>
          <a:ln>
            <a:noFill/>
          </a:ln>
        </p:spPr>
        <p:txBody>
          <a:bodyPr spcFirstLastPara="1" wrap="square" lIns="68575" tIns="68575" rIns="68575" bIns="6857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solidFill>
                  <a:srgbClr val="595959"/>
                </a:solidFill>
                <a:latin typeface="Calibri" panose="020F0502020204030204" pitchFamily="34" charset="0"/>
                <a:ea typeface="Calibri" panose="020F0502020204030204" pitchFamily="34" charset="0"/>
                <a:cs typeface="Calibri" panose="020F0502020204030204" pitchFamily="34" charset="0"/>
                <a:sym typeface="Calibri"/>
              </a:rPr>
              <a:t>{{VS_JSDEP_R}}</a:t>
            </a:r>
            <a:endParaRPr sz="800" b="0" i="0" u="none" strike="noStrike" cap="none">
              <a:solidFill>
                <a:srgbClr val="595959"/>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1159" name="Google Shape;1159;p64"/>
          <p:cNvSpPr txBox="1"/>
          <p:nvPr/>
        </p:nvSpPr>
        <p:spPr>
          <a:xfrm>
            <a:off x="3395224" y="3942227"/>
            <a:ext cx="956400" cy="184500"/>
          </a:xfrm>
          <a:prstGeom prst="rect">
            <a:avLst/>
          </a:prstGeom>
          <a:noFill/>
          <a:ln>
            <a:noFill/>
          </a:ln>
        </p:spPr>
        <p:txBody>
          <a:bodyPr spcFirstLastPara="1" wrap="square" lIns="68575" tIns="68575" rIns="68575" bIns="6857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solidFill>
                  <a:srgbClr val="595959"/>
                </a:solidFill>
                <a:latin typeface="Calibri" panose="020F0502020204030204" pitchFamily="34" charset="0"/>
                <a:ea typeface="Calibri" panose="020F0502020204030204" pitchFamily="34" charset="0"/>
                <a:cs typeface="Calibri" panose="020F0502020204030204" pitchFamily="34" charset="0"/>
                <a:sym typeface="Calibri"/>
              </a:rPr>
              <a:t>{{VS_GRADL_R}}</a:t>
            </a:r>
            <a:endParaRPr sz="800" b="0" i="0" u="none" strike="noStrike" cap="none">
              <a:solidFill>
                <a:srgbClr val="595959"/>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1160" name="Google Shape;1160;p64"/>
          <p:cNvSpPr txBox="1"/>
          <p:nvPr/>
        </p:nvSpPr>
        <p:spPr>
          <a:xfrm>
            <a:off x="3395224" y="4190379"/>
            <a:ext cx="956400" cy="184500"/>
          </a:xfrm>
          <a:prstGeom prst="rect">
            <a:avLst/>
          </a:prstGeom>
          <a:noFill/>
          <a:ln>
            <a:noFill/>
          </a:ln>
        </p:spPr>
        <p:txBody>
          <a:bodyPr spcFirstLastPara="1" wrap="square" lIns="68575" tIns="68575" rIns="68575" bIns="6857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solidFill>
                  <a:srgbClr val="595959"/>
                </a:solidFill>
                <a:latin typeface="Calibri" panose="020F0502020204030204" pitchFamily="34" charset="0"/>
                <a:ea typeface="Calibri" panose="020F0502020204030204" pitchFamily="34" charset="0"/>
                <a:cs typeface="Calibri" panose="020F0502020204030204" pitchFamily="34" charset="0"/>
                <a:sym typeface="Calibri"/>
              </a:rPr>
              <a:t>{{VS_EOL_R}}</a:t>
            </a:r>
            <a:endParaRPr sz="800" b="0" i="0" u="none" strike="noStrike" cap="none">
              <a:solidFill>
                <a:srgbClr val="595959"/>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1161" name="Google Shape;1161;p64"/>
          <p:cNvSpPr txBox="1"/>
          <p:nvPr/>
        </p:nvSpPr>
        <p:spPr>
          <a:xfrm>
            <a:off x="7864530" y="1338961"/>
            <a:ext cx="943800" cy="157800"/>
          </a:xfrm>
          <a:prstGeom prst="rect">
            <a:avLst/>
          </a:prstGeom>
          <a:noFill/>
          <a:ln>
            <a:noFill/>
          </a:ln>
        </p:spPr>
        <p:txBody>
          <a:bodyPr spcFirstLastPara="1" wrap="square" lIns="68575" tIns="68575" rIns="68575" bIns="6857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solidFill>
                  <a:srgbClr val="595959"/>
                </a:solidFill>
                <a:latin typeface="Calibri" panose="020F0502020204030204" pitchFamily="34" charset="0"/>
                <a:ea typeface="Calibri" panose="020F0502020204030204" pitchFamily="34" charset="0"/>
                <a:cs typeface="Calibri" panose="020F0502020204030204" pitchFamily="34" charset="0"/>
                <a:sym typeface="Calibri"/>
              </a:rPr>
              <a:t>{{DSS_ON_R}}</a:t>
            </a:r>
            <a:endParaRPr sz="800" b="0" i="0" u="none" strike="noStrike" cap="none">
              <a:solidFill>
                <a:srgbClr val="595959"/>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1162" name="Google Shape;1162;p64"/>
          <p:cNvSpPr txBox="1"/>
          <p:nvPr/>
        </p:nvSpPr>
        <p:spPr>
          <a:xfrm>
            <a:off x="7864530" y="1819992"/>
            <a:ext cx="943800" cy="157800"/>
          </a:xfrm>
          <a:prstGeom prst="rect">
            <a:avLst/>
          </a:prstGeom>
          <a:noFill/>
          <a:ln>
            <a:noFill/>
          </a:ln>
        </p:spPr>
        <p:txBody>
          <a:bodyPr spcFirstLastPara="1" wrap="square" lIns="68575" tIns="68575" rIns="68575" bIns="6857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solidFill>
                  <a:srgbClr val="595959"/>
                </a:solidFill>
                <a:latin typeface="Calibri" panose="020F0502020204030204" pitchFamily="34" charset="0"/>
                <a:ea typeface="Calibri" panose="020F0502020204030204" pitchFamily="34" charset="0"/>
                <a:cs typeface="Calibri" panose="020F0502020204030204" pitchFamily="34" charset="0"/>
                <a:sym typeface="Calibri"/>
              </a:rPr>
              <a:t>{{DSS_AZ1_R}}</a:t>
            </a:r>
            <a:endParaRPr sz="800" b="0" i="0" u="none" strike="noStrike" cap="none">
              <a:solidFill>
                <a:srgbClr val="595959"/>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1163" name="Google Shape;1163;p64"/>
          <p:cNvSpPr txBox="1"/>
          <p:nvPr/>
        </p:nvSpPr>
        <p:spPr>
          <a:xfrm>
            <a:off x="7864530" y="2008459"/>
            <a:ext cx="943800" cy="157800"/>
          </a:xfrm>
          <a:prstGeom prst="rect">
            <a:avLst/>
          </a:prstGeom>
          <a:noFill/>
          <a:ln>
            <a:noFill/>
          </a:ln>
        </p:spPr>
        <p:txBody>
          <a:bodyPr spcFirstLastPara="1" wrap="square" lIns="68575" tIns="68575" rIns="68575" bIns="6857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solidFill>
                  <a:srgbClr val="595959"/>
                </a:solidFill>
                <a:latin typeface="Calibri" panose="020F0502020204030204" pitchFamily="34" charset="0"/>
                <a:ea typeface="Calibri" panose="020F0502020204030204" pitchFamily="34" charset="0"/>
                <a:cs typeface="Calibri" panose="020F0502020204030204" pitchFamily="34" charset="0"/>
                <a:sym typeface="Calibri"/>
              </a:rPr>
              <a:t>{{DSS_AZ2_R}}</a:t>
            </a:r>
            <a:endParaRPr sz="800" b="0" i="0" u="none" strike="noStrike" cap="none">
              <a:solidFill>
                <a:srgbClr val="595959"/>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1164" name="Google Shape;1164;p64"/>
          <p:cNvSpPr txBox="1"/>
          <p:nvPr/>
        </p:nvSpPr>
        <p:spPr>
          <a:xfrm>
            <a:off x="7864530" y="2767448"/>
            <a:ext cx="946800" cy="157800"/>
          </a:xfrm>
          <a:prstGeom prst="rect">
            <a:avLst/>
          </a:prstGeom>
          <a:noFill/>
          <a:ln>
            <a:noFill/>
          </a:ln>
        </p:spPr>
        <p:txBody>
          <a:bodyPr spcFirstLastPara="1" wrap="square" lIns="68575" tIns="68575" rIns="68575" bIns="6857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solidFill>
                  <a:srgbClr val="595959"/>
                </a:solidFill>
                <a:latin typeface="Calibri" panose="020F0502020204030204" pitchFamily="34" charset="0"/>
                <a:ea typeface="Calibri" panose="020F0502020204030204" pitchFamily="34" charset="0"/>
                <a:cs typeface="Calibri" panose="020F0502020204030204" pitchFamily="34" charset="0"/>
                <a:sym typeface="Calibri"/>
              </a:rPr>
              <a:t>{{DSS_PAAS_R}}</a:t>
            </a:r>
            <a:endParaRPr sz="800" b="0" i="0" u="none" strike="noStrike" cap="none">
              <a:solidFill>
                <a:srgbClr val="595959"/>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1165" name="Google Shape;1165;p64"/>
          <p:cNvSpPr txBox="1"/>
          <p:nvPr/>
        </p:nvSpPr>
        <p:spPr>
          <a:xfrm>
            <a:off x="7854823" y="2955915"/>
            <a:ext cx="946800" cy="157800"/>
          </a:xfrm>
          <a:prstGeom prst="rect">
            <a:avLst/>
          </a:prstGeom>
          <a:noFill/>
          <a:ln>
            <a:noFill/>
          </a:ln>
        </p:spPr>
        <p:txBody>
          <a:bodyPr spcFirstLastPara="1" wrap="square" lIns="68575" tIns="68575" rIns="68575" bIns="6857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solidFill>
                  <a:srgbClr val="595959"/>
                </a:solidFill>
                <a:latin typeface="Calibri" panose="020F0502020204030204" pitchFamily="34" charset="0"/>
                <a:ea typeface="Calibri" panose="020F0502020204030204" pitchFamily="34" charset="0"/>
                <a:cs typeface="Calibri" panose="020F0502020204030204" pitchFamily="34" charset="0"/>
                <a:sym typeface="Calibri"/>
              </a:rPr>
              <a:t>{{DSS_DW_R}}</a:t>
            </a:r>
            <a:endParaRPr sz="800" b="0" i="0" u="none" strike="noStrike" cap="none">
              <a:solidFill>
                <a:srgbClr val="595959"/>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1166" name="Google Shape;1166;p64"/>
          <p:cNvSpPr txBox="1"/>
          <p:nvPr/>
        </p:nvSpPr>
        <p:spPr>
          <a:xfrm>
            <a:off x="7854823" y="3144382"/>
            <a:ext cx="946800" cy="157800"/>
          </a:xfrm>
          <a:prstGeom prst="rect">
            <a:avLst/>
          </a:prstGeom>
          <a:noFill/>
          <a:ln>
            <a:noFill/>
          </a:ln>
        </p:spPr>
        <p:txBody>
          <a:bodyPr spcFirstLastPara="1" wrap="square" lIns="68575" tIns="68575" rIns="68575" bIns="6857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solidFill>
                  <a:srgbClr val="595959"/>
                </a:solidFill>
                <a:latin typeface="Calibri" panose="020F0502020204030204" pitchFamily="34" charset="0"/>
                <a:ea typeface="Calibri" panose="020F0502020204030204" pitchFamily="34" charset="0"/>
                <a:cs typeface="Calibri" panose="020F0502020204030204" pitchFamily="34" charset="0"/>
                <a:sym typeface="Calibri"/>
              </a:rPr>
              <a:t>{{DSS_BQ_R}}</a:t>
            </a:r>
            <a:endParaRPr sz="800" b="0" i="0" u="none" strike="noStrike" cap="none">
              <a:solidFill>
                <a:srgbClr val="595959"/>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1167" name="Google Shape;1167;p64"/>
          <p:cNvSpPr txBox="1"/>
          <p:nvPr/>
        </p:nvSpPr>
        <p:spPr>
          <a:xfrm>
            <a:off x="7864530" y="3332849"/>
            <a:ext cx="943800" cy="157800"/>
          </a:xfrm>
          <a:prstGeom prst="rect">
            <a:avLst/>
          </a:prstGeom>
          <a:noFill/>
          <a:ln>
            <a:noFill/>
          </a:ln>
        </p:spPr>
        <p:txBody>
          <a:bodyPr spcFirstLastPara="1" wrap="square" lIns="68575" tIns="68575" rIns="68575" bIns="6857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solidFill>
                  <a:srgbClr val="595959"/>
                </a:solidFill>
                <a:latin typeface="Calibri" panose="020F0502020204030204" pitchFamily="34" charset="0"/>
                <a:ea typeface="Calibri" panose="020F0502020204030204" pitchFamily="34" charset="0"/>
                <a:cs typeface="Calibri" panose="020F0502020204030204" pitchFamily="34" charset="0"/>
                <a:sym typeface="Calibri"/>
              </a:rPr>
              <a:t>{{DSS_DDB_R}}</a:t>
            </a:r>
            <a:endParaRPr sz="800" b="0" i="0" u="none" strike="noStrike" cap="none">
              <a:solidFill>
                <a:srgbClr val="595959"/>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1168" name="Google Shape;1168;p64"/>
          <p:cNvSpPr txBox="1"/>
          <p:nvPr/>
        </p:nvSpPr>
        <p:spPr>
          <a:xfrm>
            <a:off x="7864530" y="3521315"/>
            <a:ext cx="943800" cy="157800"/>
          </a:xfrm>
          <a:prstGeom prst="rect">
            <a:avLst/>
          </a:prstGeom>
          <a:noFill/>
          <a:ln>
            <a:noFill/>
          </a:ln>
        </p:spPr>
        <p:txBody>
          <a:bodyPr spcFirstLastPara="1" wrap="square" lIns="68575" tIns="68575" rIns="68575" bIns="6857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solidFill>
                  <a:srgbClr val="595959"/>
                </a:solidFill>
                <a:latin typeface="Calibri" panose="020F0502020204030204" pitchFamily="34" charset="0"/>
                <a:ea typeface="Calibri" panose="020F0502020204030204" pitchFamily="34" charset="0"/>
                <a:cs typeface="Calibri" panose="020F0502020204030204" pitchFamily="34" charset="0"/>
                <a:sym typeface="Calibri"/>
              </a:rPr>
              <a:t>{{DSS_SNOW_R}}</a:t>
            </a:r>
            <a:endParaRPr sz="800" b="0" i="0" u="none" strike="noStrike" cap="none">
              <a:solidFill>
                <a:srgbClr val="595959"/>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1169" name="Google Shape;1169;p64"/>
          <p:cNvSpPr txBox="1"/>
          <p:nvPr/>
        </p:nvSpPr>
        <p:spPr>
          <a:xfrm>
            <a:off x="7864530" y="3709782"/>
            <a:ext cx="943800" cy="157800"/>
          </a:xfrm>
          <a:prstGeom prst="rect">
            <a:avLst/>
          </a:prstGeom>
          <a:noFill/>
          <a:ln>
            <a:noFill/>
          </a:ln>
        </p:spPr>
        <p:txBody>
          <a:bodyPr spcFirstLastPara="1" wrap="square" lIns="68575" tIns="68575" rIns="68575" bIns="6857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solidFill>
                  <a:srgbClr val="595959"/>
                </a:solidFill>
                <a:latin typeface="Calibri" panose="020F0502020204030204" pitchFamily="34" charset="0"/>
                <a:ea typeface="Calibri" panose="020F0502020204030204" pitchFamily="34" charset="0"/>
                <a:cs typeface="Calibri" panose="020F0502020204030204" pitchFamily="34" charset="0"/>
                <a:sym typeface="Calibri"/>
              </a:rPr>
              <a:t>{{DSS_IAAS_R}}</a:t>
            </a:r>
            <a:endParaRPr sz="800" b="0" i="0" u="none" strike="noStrike" cap="none">
              <a:solidFill>
                <a:srgbClr val="595959"/>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1170" name="Google Shape;1170;p64"/>
          <p:cNvSpPr txBox="1"/>
          <p:nvPr/>
        </p:nvSpPr>
        <p:spPr>
          <a:xfrm>
            <a:off x="7864530" y="3898249"/>
            <a:ext cx="943800" cy="157800"/>
          </a:xfrm>
          <a:prstGeom prst="rect">
            <a:avLst/>
          </a:prstGeom>
          <a:noFill/>
          <a:ln>
            <a:noFill/>
          </a:ln>
        </p:spPr>
        <p:txBody>
          <a:bodyPr spcFirstLastPara="1" wrap="square" lIns="68575" tIns="68575" rIns="68575" bIns="6857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solidFill>
                  <a:srgbClr val="595959"/>
                </a:solidFill>
                <a:latin typeface="Calibri" panose="020F0502020204030204" pitchFamily="34" charset="0"/>
                <a:ea typeface="Calibri" panose="020F0502020204030204" pitchFamily="34" charset="0"/>
                <a:cs typeface="Calibri" panose="020F0502020204030204" pitchFamily="34" charset="0"/>
                <a:sym typeface="Calibri"/>
              </a:rPr>
              <a:t>{{DSS_VMD_R}}</a:t>
            </a:r>
            <a:endParaRPr sz="800" b="0" i="0" u="none" strike="noStrike" cap="none">
              <a:solidFill>
                <a:srgbClr val="595959"/>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1171" name="Google Shape;1171;p64"/>
          <p:cNvSpPr txBox="1"/>
          <p:nvPr/>
        </p:nvSpPr>
        <p:spPr>
          <a:xfrm>
            <a:off x="7864530" y="4086716"/>
            <a:ext cx="943800" cy="157800"/>
          </a:xfrm>
          <a:prstGeom prst="rect">
            <a:avLst/>
          </a:prstGeom>
          <a:noFill/>
          <a:ln>
            <a:noFill/>
          </a:ln>
        </p:spPr>
        <p:txBody>
          <a:bodyPr spcFirstLastPara="1" wrap="square" lIns="68575" tIns="68575" rIns="68575" bIns="6857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solidFill>
                  <a:srgbClr val="595959"/>
                </a:solidFill>
                <a:latin typeface="Calibri" panose="020F0502020204030204" pitchFamily="34" charset="0"/>
                <a:ea typeface="Calibri" panose="020F0502020204030204" pitchFamily="34" charset="0"/>
                <a:cs typeface="Calibri" panose="020F0502020204030204" pitchFamily="34" charset="0"/>
                <a:sym typeface="Calibri"/>
              </a:rPr>
              <a:t>{{DSS_SLS_R}}</a:t>
            </a:r>
            <a:endParaRPr sz="800" b="0" i="0" u="none" strike="noStrike" cap="none">
              <a:solidFill>
                <a:srgbClr val="595959"/>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1172" name="Google Shape;1172;p64"/>
          <p:cNvSpPr txBox="1"/>
          <p:nvPr/>
        </p:nvSpPr>
        <p:spPr>
          <a:xfrm>
            <a:off x="7864530" y="4275183"/>
            <a:ext cx="943800" cy="157800"/>
          </a:xfrm>
          <a:prstGeom prst="rect">
            <a:avLst/>
          </a:prstGeom>
          <a:noFill/>
          <a:ln>
            <a:noFill/>
          </a:ln>
        </p:spPr>
        <p:txBody>
          <a:bodyPr spcFirstLastPara="1" wrap="square" lIns="68575" tIns="68575" rIns="68575" bIns="6857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solidFill>
                  <a:srgbClr val="595959"/>
                </a:solidFill>
                <a:latin typeface="Calibri" panose="020F0502020204030204" pitchFamily="34" charset="0"/>
                <a:ea typeface="Calibri" panose="020F0502020204030204" pitchFamily="34" charset="0"/>
                <a:cs typeface="Calibri" panose="020F0502020204030204" pitchFamily="34" charset="0"/>
                <a:sym typeface="Calibri"/>
              </a:rPr>
              <a:t>{{DSS_AIV_R}}</a:t>
            </a:r>
            <a:endParaRPr sz="800" b="0" i="0" u="none" strike="noStrike" cap="none">
              <a:solidFill>
                <a:srgbClr val="595959"/>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1173" name="Google Shape;1173;p64"/>
          <p:cNvSpPr txBox="1"/>
          <p:nvPr/>
        </p:nvSpPr>
        <p:spPr>
          <a:xfrm>
            <a:off x="7880542" y="4477894"/>
            <a:ext cx="943800" cy="157800"/>
          </a:xfrm>
          <a:prstGeom prst="rect">
            <a:avLst/>
          </a:prstGeom>
          <a:noFill/>
          <a:ln>
            <a:noFill/>
          </a:ln>
        </p:spPr>
        <p:txBody>
          <a:bodyPr spcFirstLastPara="1" wrap="square" lIns="68575" tIns="68575" rIns="68575" bIns="6857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solidFill>
                  <a:srgbClr val="595959"/>
                </a:solidFill>
                <a:latin typeface="Calibri" panose="020F0502020204030204" pitchFamily="34" charset="0"/>
                <a:ea typeface="Calibri" panose="020F0502020204030204" pitchFamily="34" charset="0"/>
                <a:cs typeface="Calibri" panose="020F0502020204030204" pitchFamily="34" charset="0"/>
                <a:sym typeface="Calibri"/>
              </a:rPr>
              <a:t>{{DSS_AIAO_R}}</a:t>
            </a:r>
            <a:endParaRPr sz="800" b="0" i="0" u="none" strike="noStrike" cap="none">
              <a:solidFill>
                <a:srgbClr val="595959"/>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1174" name="Google Shape;1174;p64"/>
          <p:cNvSpPr txBox="1"/>
          <p:nvPr/>
        </p:nvSpPr>
        <p:spPr>
          <a:xfrm>
            <a:off x="7880542" y="4666361"/>
            <a:ext cx="943800" cy="157800"/>
          </a:xfrm>
          <a:prstGeom prst="rect">
            <a:avLst/>
          </a:prstGeom>
          <a:noFill/>
          <a:ln>
            <a:noFill/>
          </a:ln>
        </p:spPr>
        <p:txBody>
          <a:bodyPr spcFirstLastPara="1" wrap="square" lIns="68575" tIns="68575" rIns="68575" bIns="6857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solidFill>
                  <a:srgbClr val="595959"/>
                </a:solidFill>
                <a:latin typeface="Calibri" panose="020F0502020204030204" pitchFamily="34" charset="0"/>
                <a:ea typeface="Calibri" panose="020F0502020204030204" pitchFamily="34" charset="0"/>
                <a:cs typeface="Calibri" panose="020F0502020204030204" pitchFamily="34" charset="0"/>
                <a:sym typeface="Calibri"/>
              </a:rPr>
              <a:t>{{DSS_AIOA_R}}</a:t>
            </a:r>
            <a:endParaRPr sz="800" b="0" i="0" u="none" strike="noStrike" cap="none">
              <a:solidFill>
                <a:srgbClr val="595959"/>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1175" name="Google Shape;1175;p64"/>
          <p:cNvSpPr txBox="1"/>
          <p:nvPr/>
        </p:nvSpPr>
        <p:spPr>
          <a:xfrm>
            <a:off x="7880549" y="4830150"/>
            <a:ext cx="943800" cy="188100"/>
          </a:xfrm>
          <a:prstGeom prst="rect">
            <a:avLst/>
          </a:prstGeom>
          <a:noFill/>
          <a:ln>
            <a:noFill/>
          </a:ln>
        </p:spPr>
        <p:txBody>
          <a:bodyPr spcFirstLastPara="1" wrap="square" lIns="68575" tIns="68575" rIns="68575" bIns="6857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solidFill>
                  <a:srgbClr val="595959"/>
                </a:solidFill>
                <a:latin typeface="Calibri" panose="020F0502020204030204" pitchFamily="34" charset="0"/>
                <a:ea typeface="Calibri" panose="020F0502020204030204" pitchFamily="34" charset="0"/>
                <a:cs typeface="Calibri" panose="020F0502020204030204" pitchFamily="34" charset="0"/>
                <a:sym typeface="Calibri"/>
              </a:rPr>
              <a:t>{{DSS_SHAD_R}}</a:t>
            </a:r>
            <a:endParaRPr sz="800" b="0" i="0" u="none" strike="noStrike" cap="none">
              <a:solidFill>
                <a:srgbClr val="595959"/>
              </a:solidFill>
              <a:latin typeface="Calibri" panose="020F0502020204030204" pitchFamily="34" charset="0"/>
              <a:ea typeface="Calibri" panose="020F0502020204030204" pitchFamily="34" charset="0"/>
              <a:cs typeface="Calibri" panose="020F0502020204030204" pitchFamily="34" charset="0"/>
              <a:sym typeface="Calibri"/>
            </a:endParaRPr>
          </a:p>
        </p:txBody>
      </p:sp>
      <p:cxnSp>
        <p:nvCxnSpPr>
          <p:cNvPr id="1176" name="Google Shape;1176;p64"/>
          <p:cNvCxnSpPr/>
          <p:nvPr/>
        </p:nvCxnSpPr>
        <p:spPr>
          <a:xfrm>
            <a:off x="383107" y="4139500"/>
            <a:ext cx="3977700" cy="0"/>
          </a:xfrm>
          <a:prstGeom prst="straightConnector1">
            <a:avLst/>
          </a:prstGeom>
          <a:noFill/>
          <a:ln w="9525" cap="flat" cmpd="sng">
            <a:solidFill>
              <a:srgbClr val="888888"/>
            </a:solidFill>
            <a:prstDash val="solid"/>
            <a:round/>
            <a:headEnd type="none" w="sm" len="sm"/>
            <a:tailEnd type="none" w="sm" len="sm"/>
          </a:ln>
        </p:spPr>
      </p:cxnSp>
      <p:cxnSp>
        <p:nvCxnSpPr>
          <p:cNvPr id="1177" name="Google Shape;1177;p64"/>
          <p:cNvCxnSpPr/>
          <p:nvPr/>
        </p:nvCxnSpPr>
        <p:spPr>
          <a:xfrm>
            <a:off x="380066" y="3648302"/>
            <a:ext cx="3977700" cy="0"/>
          </a:xfrm>
          <a:prstGeom prst="straightConnector1">
            <a:avLst/>
          </a:prstGeom>
          <a:noFill/>
          <a:ln w="9525" cap="flat" cmpd="sng">
            <a:solidFill>
              <a:srgbClr val="888888"/>
            </a:solidFill>
            <a:prstDash val="solid"/>
            <a:round/>
            <a:headEnd type="none" w="sm" len="sm"/>
            <a:tailEnd type="none" w="sm" len="sm"/>
          </a:ln>
        </p:spPr>
      </p:cxnSp>
      <p:cxnSp>
        <p:nvCxnSpPr>
          <p:cNvPr id="1178" name="Google Shape;1178;p64"/>
          <p:cNvCxnSpPr/>
          <p:nvPr/>
        </p:nvCxnSpPr>
        <p:spPr>
          <a:xfrm>
            <a:off x="360551" y="3158776"/>
            <a:ext cx="3977700" cy="0"/>
          </a:xfrm>
          <a:prstGeom prst="straightConnector1">
            <a:avLst/>
          </a:prstGeom>
          <a:noFill/>
          <a:ln w="9525" cap="flat" cmpd="sng">
            <a:solidFill>
              <a:srgbClr val="888888"/>
            </a:solidFill>
            <a:prstDash val="solid"/>
            <a:round/>
            <a:headEnd type="none" w="sm" len="sm"/>
            <a:tailEnd type="none" w="sm" len="sm"/>
          </a:ln>
        </p:spPr>
      </p:cxnSp>
      <p:cxnSp>
        <p:nvCxnSpPr>
          <p:cNvPr id="1179" name="Google Shape;1179;p64"/>
          <p:cNvCxnSpPr/>
          <p:nvPr/>
        </p:nvCxnSpPr>
        <p:spPr>
          <a:xfrm>
            <a:off x="349400" y="2660090"/>
            <a:ext cx="3977700" cy="0"/>
          </a:xfrm>
          <a:prstGeom prst="straightConnector1">
            <a:avLst/>
          </a:prstGeom>
          <a:noFill/>
          <a:ln w="9525" cap="flat" cmpd="sng">
            <a:solidFill>
              <a:srgbClr val="888888"/>
            </a:solidFill>
            <a:prstDash val="solid"/>
            <a:round/>
            <a:headEnd type="none" w="sm" len="sm"/>
            <a:tailEnd type="none" w="sm" len="sm"/>
          </a:ln>
        </p:spPr>
      </p:cxnSp>
      <p:cxnSp>
        <p:nvCxnSpPr>
          <p:cNvPr id="1180" name="Google Shape;1180;p64"/>
          <p:cNvCxnSpPr/>
          <p:nvPr/>
        </p:nvCxnSpPr>
        <p:spPr>
          <a:xfrm>
            <a:off x="349653" y="2174706"/>
            <a:ext cx="3977700" cy="0"/>
          </a:xfrm>
          <a:prstGeom prst="straightConnector1">
            <a:avLst/>
          </a:prstGeom>
          <a:noFill/>
          <a:ln w="9525" cap="flat" cmpd="sng">
            <a:solidFill>
              <a:srgbClr val="888888"/>
            </a:solidFill>
            <a:prstDash val="solid"/>
            <a:round/>
            <a:headEnd type="none" w="sm" len="sm"/>
            <a:tailEnd type="none" w="sm" len="sm"/>
          </a:ln>
        </p:spPr>
      </p:cxnSp>
      <p:cxnSp>
        <p:nvCxnSpPr>
          <p:cNvPr id="1181" name="Google Shape;1181;p64"/>
          <p:cNvCxnSpPr/>
          <p:nvPr/>
        </p:nvCxnSpPr>
        <p:spPr>
          <a:xfrm>
            <a:off x="352695" y="1683508"/>
            <a:ext cx="3977700" cy="0"/>
          </a:xfrm>
          <a:prstGeom prst="straightConnector1">
            <a:avLst/>
          </a:prstGeom>
          <a:noFill/>
          <a:ln w="9525" cap="flat" cmpd="sng">
            <a:solidFill>
              <a:srgbClr val="888888"/>
            </a:solidFill>
            <a:prstDash val="solid"/>
            <a:round/>
            <a:headEnd type="none" w="sm" len="sm"/>
            <a:tailEnd type="none" w="sm" len="sm"/>
          </a:ln>
        </p:spPr>
      </p:cxnSp>
      <p:cxnSp>
        <p:nvCxnSpPr>
          <p:cNvPr id="1182" name="Google Shape;1182;p64"/>
          <p:cNvCxnSpPr/>
          <p:nvPr/>
        </p:nvCxnSpPr>
        <p:spPr>
          <a:xfrm>
            <a:off x="4817960" y="1322458"/>
            <a:ext cx="3977700" cy="0"/>
          </a:xfrm>
          <a:prstGeom prst="straightConnector1">
            <a:avLst/>
          </a:prstGeom>
          <a:noFill/>
          <a:ln w="14300" cap="flat" cmpd="sng">
            <a:solidFill>
              <a:srgbClr val="888888"/>
            </a:solidFill>
            <a:prstDash val="solid"/>
            <a:round/>
            <a:headEnd type="none" w="sm" len="sm"/>
            <a:tailEnd type="none" w="sm" len="sm"/>
          </a:ln>
        </p:spPr>
      </p:cxnSp>
      <p:cxnSp>
        <p:nvCxnSpPr>
          <p:cNvPr id="1183" name="Google Shape;1183;p64"/>
          <p:cNvCxnSpPr/>
          <p:nvPr/>
        </p:nvCxnSpPr>
        <p:spPr>
          <a:xfrm>
            <a:off x="370950" y="1408929"/>
            <a:ext cx="3977700" cy="0"/>
          </a:xfrm>
          <a:prstGeom prst="straightConnector1">
            <a:avLst/>
          </a:prstGeom>
          <a:noFill/>
          <a:ln w="14300" cap="flat" cmpd="sng">
            <a:solidFill>
              <a:srgbClr val="888888"/>
            </a:solidFill>
            <a:prstDash val="solid"/>
            <a:round/>
            <a:headEnd type="none" w="sm" len="sm"/>
            <a:tailEnd type="none" w="sm" len="sm"/>
          </a:ln>
        </p:spPr>
      </p:cxnSp>
      <p:sp>
        <p:nvSpPr>
          <p:cNvPr id="1184" name="Google Shape;1184;p64"/>
          <p:cNvSpPr/>
          <p:nvPr/>
        </p:nvSpPr>
        <p:spPr>
          <a:xfrm>
            <a:off x="4805920" y="2181309"/>
            <a:ext cx="3977700" cy="1881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panose="020F0502020204030204" pitchFamily="34" charset="0"/>
              <a:ea typeface="Calibri" panose="020F0502020204030204" pitchFamily="34" charset="0"/>
              <a:cs typeface="Calibri" panose="020F0502020204030204" pitchFamily="34" charset="0"/>
              <a:sym typeface="Calibri"/>
            </a:endParaRPr>
          </a:p>
        </p:txBody>
      </p:sp>
      <p:cxnSp>
        <p:nvCxnSpPr>
          <p:cNvPr id="1185" name="Google Shape;1185;p64"/>
          <p:cNvCxnSpPr/>
          <p:nvPr/>
        </p:nvCxnSpPr>
        <p:spPr>
          <a:xfrm>
            <a:off x="4805920" y="2369463"/>
            <a:ext cx="3977700" cy="0"/>
          </a:xfrm>
          <a:prstGeom prst="straightConnector1">
            <a:avLst/>
          </a:prstGeom>
          <a:noFill/>
          <a:ln w="9525" cap="flat" cmpd="sng">
            <a:solidFill>
              <a:srgbClr val="888888"/>
            </a:solidFill>
            <a:prstDash val="solid"/>
            <a:round/>
            <a:headEnd type="none" w="sm" len="sm"/>
            <a:tailEnd type="none" w="sm" len="sm"/>
          </a:ln>
        </p:spPr>
      </p:cxnSp>
      <p:sp>
        <p:nvSpPr>
          <p:cNvPr id="1186" name="Google Shape;1186;p64"/>
          <p:cNvSpPr/>
          <p:nvPr/>
        </p:nvSpPr>
        <p:spPr>
          <a:xfrm>
            <a:off x="4897361" y="2175132"/>
            <a:ext cx="1970400" cy="188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Calibri" panose="020F0502020204030204" pitchFamily="34" charset="0"/>
                <a:ea typeface="Calibri" panose="020F0502020204030204" pitchFamily="34" charset="0"/>
                <a:cs typeface="Calibri" panose="020F0502020204030204" pitchFamily="34" charset="0"/>
                <a:sym typeface="Calibri"/>
              </a:rPr>
              <a:t>CosmosDB: Azure PE (Disabled Public)</a:t>
            </a:r>
            <a:endParaRPr sz="800"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1187" name="Google Shape;1187;p64"/>
          <p:cNvSpPr/>
          <p:nvPr/>
        </p:nvSpPr>
        <p:spPr>
          <a:xfrm>
            <a:off x="6888543" y="2181309"/>
            <a:ext cx="875100" cy="188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56DB"/>
              </a:buClr>
              <a:buSzPts val="700"/>
              <a:buFont typeface="Arial"/>
              <a:buNone/>
            </a:pPr>
            <a:r>
              <a:rPr lang="en" sz="700" b="0" i="0" u="none" strike="noStrike" cap="none">
                <a:solidFill>
                  <a:srgbClr val="1A56DB"/>
                </a:solidFill>
                <a:latin typeface="Calibri" panose="020F0502020204030204" pitchFamily="34" charset="0"/>
                <a:ea typeface="Calibri" panose="020F0502020204030204" pitchFamily="34" charset="0"/>
                <a:cs typeface="Calibri" panose="020F0502020204030204" pitchFamily="34" charset="0"/>
                <a:sym typeface="Calibri"/>
              </a:rPr>
              <a:t>{{DSS_CDBAZ1}}</a:t>
            </a:r>
            <a:endParaRPr sz="700"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1188" name="Google Shape;1188;p64"/>
          <p:cNvSpPr/>
          <p:nvPr/>
        </p:nvSpPr>
        <p:spPr>
          <a:xfrm>
            <a:off x="4805920" y="2369463"/>
            <a:ext cx="3977700" cy="1881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panose="020F0502020204030204" pitchFamily="34" charset="0"/>
              <a:ea typeface="Calibri" panose="020F0502020204030204" pitchFamily="34" charset="0"/>
              <a:cs typeface="Calibri" panose="020F0502020204030204" pitchFamily="34" charset="0"/>
              <a:sym typeface="Calibri"/>
            </a:endParaRPr>
          </a:p>
        </p:txBody>
      </p:sp>
      <p:cxnSp>
        <p:nvCxnSpPr>
          <p:cNvPr id="1189" name="Google Shape;1189;p64"/>
          <p:cNvCxnSpPr/>
          <p:nvPr/>
        </p:nvCxnSpPr>
        <p:spPr>
          <a:xfrm>
            <a:off x="4805920" y="2563319"/>
            <a:ext cx="3977700" cy="0"/>
          </a:xfrm>
          <a:prstGeom prst="straightConnector1">
            <a:avLst/>
          </a:prstGeom>
          <a:noFill/>
          <a:ln w="9525" cap="flat" cmpd="sng">
            <a:solidFill>
              <a:srgbClr val="888888"/>
            </a:solidFill>
            <a:prstDash val="solid"/>
            <a:round/>
            <a:headEnd type="none" w="sm" len="sm"/>
            <a:tailEnd type="none" w="sm" len="sm"/>
          </a:ln>
        </p:spPr>
      </p:cxnSp>
      <p:sp>
        <p:nvSpPr>
          <p:cNvPr id="1190" name="Google Shape;1190;p64"/>
          <p:cNvSpPr/>
          <p:nvPr/>
        </p:nvSpPr>
        <p:spPr>
          <a:xfrm>
            <a:off x="4897361" y="2365724"/>
            <a:ext cx="1970400" cy="188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Calibri" panose="020F0502020204030204" pitchFamily="34" charset="0"/>
                <a:ea typeface="Calibri" panose="020F0502020204030204" pitchFamily="34" charset="0"/>
                <a:cs typeface="Calibri" panose="020F0502020204030204" pitchFamily="34" charset="0"/>
                <a:sym typeface="Calibri"/>
              </a:rPr>
              <a:t>CosmosDB: Azure PE (Selected VNets)</a:t>
            </a:r>
            <a:endParaRPr sz="800"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1191" name="Google Shape;1191;p64"/>
          <p:cNvSpPr/>
          <p:nvPr/>
        </p:nvSpPr>
        <p:spPr>
          <a:xfrm>
            <a:off x="6888543" y="2369463"/>
            <a:ext cx="875100" cy="188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56DB"/>
              </a:buClr>
              <a:buSzPts val="700"/>
              <a:buFont typeface="Arial"/>
              <a:buNone/>
            </a:pPr>
            <a:r>
              <a:rPr lang="en" sz="700" b="0" i="0" u="none" strike="noStrike" cap="none">
                <a:solidFill>
                  <a:srgbClr val="1A56DB"/>
                </a:solidFill>
                <a:latin typeface="Calibri" panose="020F0502020204030204" pitchFamily="34" charset="0"/>
                <a:ea typeface="Calibri" panose="020F0502020204030204" pitchFamily="34" charset="0"/>
                <a:cs typeface="Calibri" panose="020F0502020204030204" pitchFamily="34" charset="0"/>
                <a:sym typeface="Calibri"/>
              </a:rPr>
              <a:t>{{DSS_CDBAZ2}}</a:t>
            </a:r>
            <a:endParaRPr sz="700"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1192" name="Google Shape;1192;p64"/>
          <p:cNvSpPr txBox="1"/>
          <p:nvPr/>
        </p:nvSpPr>
        <p:spPr>
          <a:xfrm>
            <a:off x="7869851" y="2206194"/>
            <a:ext cx="943800" cy="157800"/>
          </a:xfrm>
          <a:prstGeom prst="rect">
            <a:avLst/>
          </a:prstGeom>
          <a:noFill/>
          <a:ln>
            <a:noFill/>
          </a:ln>
        </p:spPr>
        <p:txBody>
          <a:bodyPr spcFirstLastPara="1" wrap="square" lIns="68575" tIns="68575" rIns="68575" bIns="6857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solidFill>
                  <a:srgbClr val="595959"/>
                </a:solidFill>
                <a:latin typeface="Calibri" panose="020F0502020204030204" pitchFamily="34" charset="0"/>
                <a:ea typeface="Calibri" panose="020F0502020204030204" pitchFamily="34" charset="0"/>
                <a:cs typeface="Calibri" panose="020F0502020204030204" pitchFamily="34" charset="0"/>
                <a:sym typeface="Calibri"/>
              </a:rPr>
              <a:t>{{DSS_CDBAZ1_R}}</a:t>
            </a:r>
            <a:endParaRPr sz="800" b="0" i="0" u="none" strike="noStrike" cap="none">
              <a:solidFill>
                <a:srgbClr val="595959"/>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1193" name="Google Shape;1193;p64"/>
          <p:cNvSpPr txBox="1"/>
          <p:nvPr/>
        </p:nvSpPr>
        <p:spPr>
          <a:xfrm>
            <a:off x="7869851" y="2394661"/>
            <a:ext cx="943800" cy="157800"/>
          </a:xfrm>
          <a:prstGeom prst="rect">
            <a:avLst/>
          </a:prstGeom>
          <a:noFill/>
          <a:ln>
            <a:noFill/>
          </a:ln>
        </p:spPr>
        <p:txBody>
          <a:bodyPr spcFirstLastPara="1" wrap="square" lIns="68575" tIns="68575" rIns="68575" bIns="6857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solidFill>
                  <a:srgbClr val="595959"/>
                </a:solidFill>
                <a:latin typeface="Calibri" panose="020F0502020204030204" pitchFamily="34" charset="0"/>
                <a:ea typeface="Calibri" panose="020F0502020204030204" pitchFamily="34" charset="0"/>
                <a:cs typeface="Calibri" panose="020F0502020204030204" pitchFamily="34" charset="0"/>
                <a:sym typeface="Calibri"/>
              </a:rPr>
              <a:t>{{DSS_CDBAZ2_R}}</a:t>
            </a:r>
            <a:endParaRPr sz="800" b="0" i="0" u="none" strike="noStrike" cap="none">
              <a:solidFill>
                <a:srgbClr val="595959"/>
              </a:solidFill>
              <a:latin typeface="Calibri" panose="020F0502020204030204" pitchFamily="34" charset="0"/>
              <a:ea typeface="Calibri" panose="020F0502020204030204" pitchFamily="34" charset="0"/>
              <a:cs typeface="Calibri" panose="020F0502020204030204" pitchFamily="34" charset="0"/>
              <a:sym typeface="Calibri"/>
            </a:endParaRPr>
          </a:p>
        </p:txBody>
      </p:sp>
      <p:cxnSp>
        <p:nvCxnSpPr>
          <p:cNvPr id="1194" name="Google Shape;1194;p64"/>
          <p:cNvCxnSpPr/>
          <p:nvPr/>
        </p:nvCxnSpPr>
        <p:spPr>
          <a:xfrm>
            <a:off x="4816611" y="4831261"/>
            <a:ext cx="3977700" cy="0"/>
          </a:xfrm>
          <a:prstGeom prst="straightConnector1">
            <a:avLst/>
          </a:prstGeom>
          <a:noFill/>
          <a:ln w="9525" cap="flat" cmpd="sng">
            <a:solidFill>
              <a:srgbClr val="888888"/>
            </a:solidFill>
            <a:prstDash val="solid"/>
            <a:round/>
            <a:headEnd type="none" w="sm" len="sm"/>
            <a:tailEnd type="none" w="sm" len="sm"/>
          </a:ln>
        </p:spPr>
      </p:cxnSp>
      <p:sp>
        <p:nvSpPr>
          <p:cNvPr id="1195" name="Google Shape;1195;p64"/>
          <p:cNvSpPr/>
          <p:nvPr/>
        </p:nvSpPr>
        <p:spPr>
          <a:xfrm>
            <a:off x="7042170" y="146730"/>
            <a:ext cx="2491200" cy="4347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9CA3AF"/>
              </a:buClr>
              <a:buSzPts val="500"/>
              <a:buFont typeface="Arial"/>
              <a:buNone/>
            </a:pPr>
            <a:r>
              <a:rPr lang="en" sz="800" b="1" i="0" u="none" strike="noStrike" cap="none">
                <a:solidFill>
                  <a:srgbClr val="218C21"/>
                </a:solidFill>
                <a:latin typeface="Calibri" panose="020F0502020204030204" pitchFamily="34" charset="0"/>
                <a:ea typeface="Calibri" panose="020F0502020204030204" pitchFamily="34" charset="0"/>
                <a:cs typeface="Calibri" panose="020F0502020204030204" pitchFamily="34" charset="0"/>
                <a:sym typeface="Calibri"/>
              </a:rPr>
              <a:t>✓ = Aligned with Wiz Recommendation</a:t>
            </a:r>
            <a:br>
              <a:rPr lang="en" sz="800" b="1" i="0" u="none" strike="noStrike" cap="none">
                <a:solidFill>
                  <a:srgbClr val="218C21"/>
                </a:solidFill>
                <a:latin typeface="Calibri" panose="020F0502020204030204" pitchFamily="34" charset="0"/>
                <a:ea typeface="Calibri" panose="020F0502020204030204" pitchFamily="34" charset="0"/>
                <a:cs typeface="Calibri" panose="020F0502020204030204" pitchFamily="34" charset="0"/>
                <a:sym typeface="Calibri"/>
              </a:rPr>
            </a:br>
            <a:r>
              <a:rPr lang="en" sz="800" b="1" i="0" u="none" strike="noStrike" cap="none">
                <a:solidFill>
                  <a:srgbClr val="CC1212"/>
                </a:solidFill>
                <a:latin typeface="Calibri" panose="020F0502020204030204" pitchFamily="34" charset="0"/>
                <a:ea typeface="Calibri" panose="020F0502020204030204" pitchFamily="34" charset="0"/>
                <a:cs typeface="Calibri" panose="020F0502020204030204" pitchFamily="34" charset="0"/>
                <a:sym typeface="Calibri"/>
              </a:rPr>
              <a:t>✗ = May want to revisit configuration </a:t>
            </a:r>
            <a:endParaRPr sz="800" b="1" i="0" u="none" strike="noStrike" cap="none">
              <a:solidFill>
                <a:srgbClr val="CC1212"/>
              </a:solidFill>
              <a:latin typeface="Calibri" panose="020F0502020204030204" pitchFamily="34" charset="0"/>
              <a:ea typeface="Calibri" panose="020F0502020204030204" pitchFamily="34" charset="0"/>
              <a:cs typeface="Calibri" panose="020F0502020204030204" pitchFamily="34" charset="0"/>
              <a:sym typeface="Calibri"/>
            </a:endParaRPr>
          </a:p>
          <a:p>
            <a:pPr marL="0" marR="0" lvl="0" indent="0" algn="l" rtl="0">
              <a:lnSpc>
                <a:spcPct val="100000"/>
              </a:lnSpc>
              <a:spcBef>
                <a:spcPts val="0"/>
              </a:spcBef>
              <a:spcAft>
                <a:spcPts val="0"/>
              </a:spcAft>
              <a:buClr>
                <a:srgbClr val="9CA3AF"/>
              </a:buClr>
              <a:buSzPts val="500"/>
              <a:buFont typeface="Arial"/>
              <a:buNone/>
            </a:pPr>
            <a:r>
              <a:rPr lang="en" sz="800" b="1" i="0" u="none" strike="noStrike" cap="none">
                <a:solidFill>
                  <a:srgbClr val="595959"/>
                </a:solidFill>
                <a:latin typeface="Calibri" panose="020F0502020204030204" pitchFamily="34" charset="0"/>
                <a:ea typeface="Calibri" panose="020F0502020204030204" pitchFamily="34" charset="0"/>
                <a:cs typeface="Calibri" panose="020F0502020204030204" pitchFamily="34" charset="0"/>
                <a:sym typeface="Calibri"/>
              </a:rPr>
              <a:t>N/A = Informational, customer preference</a:t>
            </a:r>
            <a:endParaRPr sz="1000" b="0" i="0" u="none" strike="noStrike" cap="none">
              <a:solidFill>
                <a:srgbClr val="595959"/>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1196" name="Google Shape;1196;p64"/>
          <p:cNvSpPr/>
          <p:nvPr/>
        </p:nvSpPr>
        <p:spPr>
          <a:xfrm>
            <a:off x="366844" y="4379330"/>
            <a:ext cx="3977700" cy="246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panose="020F0502020204030204" pitchFamily="34" charset="0"/>
              <a:ea typeface="Calibri" panose="020F0502020204030204" pitchFamily="34" charset="0"/>
              <a:cs typeface="Calibri" panose="020F0502020204030204" pitchFamily="34" charset="0"/>
              <a:sym typeface="Calibri"/>
            </a:endParaRPr>
          </a:p>
        </p:txBody>
      </p:sp>
      <p:cxnSp>
        <p:nvCxnSpPr>
          <p:cNvPr id="1197" name="Google Shape;1197;p64"/>
          <p:cNvCxnSpPr/>
          <p:nvPr/>
        </p:nvCxnSpPr>
        <p:spPr>
          <a:xfrm>
            <a:off x="372419" y="4625423"/>
            <a:ext cx="3977700" cy="0"/>
          </a:xfrm>
          <a:prstGeom prst="straightConnector1">
            <a:avLst/>
          </a:prstGeom>
          <a:noFill/>
          <a:ln w="9525" cap="flat" cmpd="sng">
            <a:solidFill>
              <a:srgbClr val="888888"/>
            </a:solidFill>
            <a:prstDash val="solid"/>
            <a:round/>
            <a:headEnd type="none" w="sm" len="sm"/>
            <a:tailEnd type="none" w="sm" len="sm"/>
          </a:ln>
        </p:spPr>
      </p:cxnSp>
      <p:sp>
        <p:nvSpPr>
          <p:cNvPr id="1198" name="Google Shape;1198;p64"/>
          <p:cNvSpPr/>
          <p:nvPr/>
        </p:nvSpPr>
        <p:spPr>
          <a:xfrm>
            <a:off x="373120" y="4379331"/>
            <a:ext cx="2061600" cy="246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Calibri" panose="020F0502020204030204" pitchFamily="34" charset="0"/>
                <a:ea typeface="Calibri" panose="020F0502020204030204" pitchFamily="34" charset="0"/>
                <a:cs typeface="Calibri" panose="020F0502020204030204" pitchFamily="34" charset="0"/>
                <a:sym typeface="Calibri"/>
              </a:rPr>
              <a:t>Linux Vulnerabilities</a:t>
            </a:r>
            <a:endParaRPr sz="800"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1199" name="Google Shape;1199;p64"/>
          <p:cNvSpPr/>
          <p:nvPr/>
        </p:nvSpPr>
        <p:spPr>
          <a:xfrm>
            <a:off x="2571260" y="4379330"/>
            <a:ext cx="875100" cy="246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56DB"/>
              </a:buClr>
              <a:buSzPts val="700"/>
              <a:buFont typeface="Arial"/>
              <a:buNone/>
            </a:pPr>
            <a:r>
              <a:rPr lang="en" sz="700" b="0" i="0" u="none" strike="noStrike" cap="none">
                <a:solidFill>
                  <a:srgbClr val="1A56DB"/>
                </a:solidFill>
                <a:latin typeface="Calibri" panose="020F0502020204030204" pitchFamily="34" charset="0"/>
                <a:ea typeface="Calibri" panose="020F0502020204030204" pitchFamily="34" charset="0"/>
                <a:cs typeface="Calibri" panose="020F0502020204030204" pitchFamily="34" charset="0"/>
                <a:sym typeface="Calibri"/>
              </a:rPr>
              <a:t>{{VS_LVULN}}</a:t>
            </a:r>
            <a:endParaRPr sz="700"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1200" name="Google Shape;1200;p64"/>
          <p:cNvSpPr txBox="1"/>
          <p:nvPr/>
        </p:nvSpPr>
        <p:spPr>
          <a:xfrm>
            <a:off x="3396898" y="4430702"/>
            <a:ext cx="956400" cy="184500"/>
          </a:xfrm>
          <a:prstGeom prst="rect">
            <a:avLst/>
          </a:prstGeom>
          <a:noFill/>
          <a:ln>
            <a:noFill/>
          </a:ln>
        </p:spPr>
        <p:txBody>
          <a:bodyPr spcFirstLastPara="1" wrap="square" lIns="68575" tIns="68575" rIns="68575" bIns="6857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solidFill>
                  <a:srgbClr val="595959"/>
                </a:solidFill>
                <a:latin typeface="Calibri" panose="020F0502020204030204" pitchFamily="34" charset="0"/>
                <a:ea typeface="Calibri" panose="020F0502020204030204" pitchFamily="34" charset="0"/>
                <a:cs typeface="Calibri" panose="020F0502020204030204" pitchFamily="34" charset="0"/>
                <a:sym typeface="Calibri"/>
              </a:rPr>
              <a:t>{{VS_LVULN_R}}</a:t>
            </a:r>
            <a:endParaRPr sz="800" b="0" i="0" u="none" strike="noStrike" cap="none">
              <a:solidFill>
                <a:srgbClr val="595959"/>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1201" name="Google Shape;1201;p64"/>
          <p:cNvSpPr/>
          <p:nvPr/>
        </p:nvSpPr>
        <p:spPr>
          <a:xfrm>
            <a:off x="239233" y="867612"/>
            <a:ext cx="4224479" cy="414676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Calibri" panose="020F0502020204030204" pitchFamily="34" charset="0"/>
              <a:ea typeface="Calibri" panose="020F0502020204030204" pitchFamily="34" charset="0"/>
              <a:cs typeface="Calibri" panose="020F0502020204030204" pitchFamily="34" charset="0"/>
              <a:sym typeface="Arial"/>
            </a:endParaRPr>
          </a:p>
        </p:txBody>
      </p:sp>
      <p:sp>
        <p:nvSpPr>
          <p:cNvPr id="1202" name="Google Shape;1202;p64"/>
          <p:cNvSpPr/>
          <p:nvPr/>
        </p:nvSpPr>
        <p:spPr>
          <a:xfrm>
            <a:off x="4671608" y="795592"/>
            <a:ext cx="4224479" cy="4277976"/>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Calibri" panose="020F0502020204030204" pitchFamily="34" charset="0"/>
              <a:ea typeface="Calibri" panose="020F0502020204030204" pitchFamily="34" charset="0"/>
              <a:cs typeface="Calibri" panose="020F0502020204030204" pitchFamily="34" charset="0"/>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207"/>
        <p:cNvGrpSpPr/>
        <p:nvPr/>
      </p:nvGrpSpPr>
      <p:grpSpPr>
        <a:xfrm>
          <a:off x="0" y="0"/>
          <a:ext cx="0" cy="0"/>
          <a:chOff x="0" y="0"/>
          <a:chExt cx="0" cy="0"/>
        </a:xfrm>
      </p:grpSpPr>
      <p:sp>
        <p:nvSpPr>
          <p:cNvPr id="1208" name="Google Shape;1208;p65"/>
          <p:cNvSpPr/>
          <p:nvPr/>
        </p:nvSpPr>
        <p:spPr>
          <a:xfrm>
            <a:off x="0" y="0"/>
            <a:ext cx="9144000" cy="54900"/>
          </a:xfrm>
          <a:prstGeom prst="rect">
            <a:avLst/>
          </a:prstGeom>
          <a:solidFill>
            <a:srgbClr val="1A56DB"/>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1209" name="Google Shape;1209;p65"/>
          <p:cNvSpPr/>
          <p:nvPr/>
        </p:nvSpPr>
        <p:spPr>
          <a:xfrm>
            <a:off x="457200" y="164588"/>
            <a:ext cx="6944400" cy="3657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56DB"/>
              </a:buClr>
              <a:buSzPts val="1600"/>
              <a:buFont typeface="DM Sans"/>
              <a:buNone/>
            </a:pPr>
            <a:r>
              <a:rPr lang="en" sz="2000" b="0" i="0" u="none" strike="noStrike" cap="none" dirty="0">
                <a:solidFill>
                  <a:schemeClr val="dk2"/>
                </a:solidFill>
                <a:latin typeface="Calibri"/>
                <a:ea typeface="Calibri"/>
                <a:cs typeface="Calibri"/>
                <a:sym typeface="Calibri"/>
              </a:rPr>
              <a:t>Potential Third-Party Principal Cleanup</a:t>
            </a:r>
            <a:endParaRPr sz="2000" b="0" i="0" u="none" strike="noStrike" cap="none" dirty="0">
              <a:solidFill>
                <a:schemeClr val="dk2"/>
              </a:solidFill>
              <a:latin typeface="Calibri"/>
              <a:ea typeface="Calibri"/>
              <a:cs typeface="Calibri"/>
              <a:sym typeface="Calibri"/>
            </a:endParaRPr>
          </a:p>
        </p:txBody>
      </p:sp>
      <p:sp>
        <p:nvSpPr>
          <p:cNvPr id="1210" name="Google Shape;1210;p65"/>
          <p:cNvSpPr/>
          <p:nvPr/>
        </p:nvSpPr>
        <p:spPr>
          <a:xfrm>
            <a:off x="457200" y="548650"/>
            <a:ext cx="8344500" cy="2286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100"/>
              <a:buFont typeface="Arial"/>
              <a:buNone/>
            </a:pPr>
            <a:r>
              <a:rPr lang="en" sz="1100" b="0" i="0" u="none" strike="noStrike" cap="none" dirty="0">
                <a:solidFill>
                  <a:srgbClr val="595959"/>
                </a:solidFill>
                <a:latin typeface="Calibri"/>
                <a:ea typeface="Calibri"/>
                <a:cs typeface="Calibri"/>
                <a:sym typeface="Calibri"/>
              </a:rPr>
              <a:t>Third-party principals detected in your cloud environments, grouped by platform capabilities.</a:t>
            </a:r>
            <a:endParaRPr sz="1100" b="0" i="0" u="none" strike="noStrike" cap="none" dirty="0">
              <a:solidFill>
                <a:srgbClr val="595959"/>
              </a:solidFill>
              <a:latin typeface="Calibri"/>
              <a:ea typeface="Calibri"/>
              <a:cs typeface="Calibri"/>
              <a:sym typeface="Calibri"/>
            </a:endParaRPr>
          </a:p>
          <a:p>
            <a:pPr marL="0" marR="0" lvl="0" indent="0" algn="l" rtl="0">
              <a:lnSpc>
                <a:spcPct val="100000"/>
              </a:lnSpc>
              <a:spcBef>
                <a:spcPts val="0"/>
              </a:spcBef>
              <a:spcAft>
                <a:spcPts val="0"/>
              </a:spcAft>
              <a:buClr>
                <a:srgbClr val="6B7280"/>
              </a:buClr>
              <a:buSzPts val="900"/>
              <a:buFont typeface="DM Sans"/>
              <a:buNone/>
            </a:pPr>
            <a:endParaRPr sz="1100" b="0" i="0" u="none" strike="noStrike" cap="none" dirty="0">
              <a:solidFill>
                <a:srgbClr val="595959"/>
              </a:solidFill>
              <a:latin typeface="Calibri"/>
              <a:ea typeface="Calibri"/>
              <a:cs typeface="Calibri"/>
              <a:sym typeface="Calibri"/>
            </a:endParaRPr>
          </a:p>
        </p:txBody>
      </p:sp>
      <p:sp>
        <p:nvSpPr>
          <p:cNvPr id="1211" name="Google Shape;1211;p65"/>
          <p:cNvSpPr/>
          <p:nvPr/>
        </p:nvSpPr>
        <p:spPr>
          <a:xfrm>
            <a:off x="365750" y="868675"/>
            <a:ext cx="4019400" cy="431400"/>
          </a:xfrm>
          <a:prstGeom prst="rect">
            <a:avLst/>
          </a:prstGeom>
          <a:solidFill>
            <a:srgbClr val="F4CC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1212" name="Google Shape;1212;p65"/>
          <p:cNvSpPr/>
          <p:nvPr/>
        </p:nvSpPr>
        <p:spPr>
          <a:xfrm>
            <a:off x="365750" y="868672"/>
            <a:ext cx="36600" cy="431400"/>
          </a:xfrm>
          <a:prstGeom prst="rect">
            <a:avLst/>
          </a:prstGeom>
          <a:solidFill>
            <a:srgbClr val="85200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1213" name="Google Shape;1213;p65"/>
          <p:cNvSpPr/>
          <p:nvPr/>
        </p:nvSpPr>
        <p:spPr>
          <a:xfrm>
            <a:off x="502911" y="948505"/>
            <a:ext cx="3794700" cy="4314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D97706"/>
              </a:buClr>
              <a:buSzPts val="1000"/>
              <a:buFont typeface="DM Sans"/>
              <a:buNone/>
            </a:pPr>
            <a:r>
              <a:rPr lang="en" sz="1100" b="1" i="0" u="sng" strike="noStrike" cap="none" dirty="0">
                <a:solidFill>
                  <a:schemeClr val="hlink"/>
                </a:solidFill>
                <a:latin typeface="Calibri"/>
                <a:ea typeface="Calibri"/>
                <a:cs typeface="Calibri"/>
                <a:sym typeface="Calibri"/>
                <a:hlinkClick r:id="rId3"/>
              </a:rPr>
              <a:t>CLOUD SECURITY PLATFORM </a:t>
            </a:r>
            <a:r>
              <a:rPr lang="en" sz="1400" b="1" i="0" u="none" strike="noStrike" cap="none" dirty="0">
                <a:solidFill>
                  <a:schemeClr val="hlink"/>
                </a:solidFill>
                <a:uFill>
                  <a:noFill/>
                </a:uFill>
                <a:latin typeface="Calibri"/>
                <a:ea typeface="Calibri"/>
                <a:cs typeface="Calibri"/>
                <a:sym typeface="Calibri"/>
                <a:hlinkClick r:id="rId3"/>
              </a:rPr>
              <a:t>↗</a:t>
            </a:r>
            <a:br>
              <a:rPr lang="en" sz="1100" b="1" i="0" u="none" strike="noStrike" cap="none" dirty="0">
                <a:solidFill>
                  <a:srgbClr val="D97706"/>
                </a:solidFill>
                <a:latin typeface="Calibri"/>
                <a:ea typeface="Calibri"/>
                <a:cs typeface="Calibri"/>
                <a:sym typeface="Calibri"/>
              </a:rPr>
            </a:br>
            <a:r>
              <a:rPr lang="en" sz="1100" b="0" i="0" u="none" strike="noStrike" cap="none" dirty="0">
                <a:solidFill>
                  <a:srgbClr val="CC4125"/>
                </a:solidFill>
                <a:latin typeface="Calibri"/>
                <a:ea typeface="Calibri"/>
                <a:cs typeface="Calibri"/>
                <a:sym typeface="Calibri"/>
              </a:rPr>
              <a:t>Principals associated with CNAPP, CSPM, CIEM, DSPM</a:t>
            </a:r>
            <a:br>
              <a:rPr lang="en" sz="1100" b="1" i="0" u="none" strike="noStrike" cap="none" dirty="0">
                <a:solidFill>
                  <a:srgbClr val="D97706"/>
                </a:solidFill>
                <a:latin typeface="Calibri"/>
                <a:ea typeface="Calibri"/>
                <a:cs typeface="Calibri"/>
                <a:sym typeface="Calibri"/>
              </a:rPr>
            </a:br>
            <a:endParaRPr sz="1100" b="0" i="0" u="none" strike="noStrike" cap="none" dirty="0">
              <a:solidFill>
                <a:schemeClr val="dk1"/>
              </a:solidFill>
              <a:latin typeface="Calibri"/>
              <a:ea typeface="Calibri"/>
              <a:cs typeface="Calibri"/>
              <a:sym typeface="Calibri"/>
            </a:endParaRPr>
          </a:p>
        </p:txBody>
      </p:sp>
      <p:sp>
        <p:nvSpPr>
          <p:cNvPr id="1214" name="Google Shape;1214;p65"/>
          <p:cNvSpPr/>
          <p:nvPr/>
        </p:nvSpPr>
        <p:spPr>
          <a:xfrm>
            <a:off x="371458" y="1391184"/>
            <a:ext cx="3977700" cy="2409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1215" name="Google Shape;1215;p65"/>
          <p:cNvSpPr/>
          <p:nvPr/>
        </p:nvSpPr>
        <p:spPr>
          <a:xfrm>
            <a:off x="371454" y="1380149"/>
            <a:ext cx="1988700" cy="2409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B7280"/>
              </a:buClr>
              <a:buSzPts val="700"/>
              <a:buFont typeface="DM Sans"/>
              <a:buNone/>
            </a:pPr>
            <a:r>
              <a:rPr lang="en" sz="1000" b="1" i="0" u="none" strike="noStrike" cap="none">
                <a:solidFill>
                  <a:srgbClr val="6B7280"/>
                </a:solidFill>
                <a:latin typeface="Calibri"/>
                <a:ea typeface="Calibri"/>
                <a:cs typeface="Calibri"/>
                <a:sym typeface="Calibri"/>
              </a:rPr>
              <a:t>Technology</a:t>
            </a:r>
            <a:endParaRPr sz="1000" b="0" i="0" u="none" strike="noStrike" cap="none">
              <a:solidFill>
                <a:schemeClr val="dk1"/>
              </a:solidFill>
              <a:latin typeface="Calibri"/>
              <a:ea typeface="Calibri"/>
              <a:cs typeface="Calibri"/>
              <a:sym typeface="Calibri"/>
            </a:endParaRPr>
          </a:p>
        </p:txBody>
      </p:sp>
      <p:sp>
        <p:nvSpPr>
          <p:cNvPr id="1216" name="Google Shape;1216;p65"/>
          <p:cNvSpPr/>
          <p:nvPr/>
        </p:nvSpPr>
        <p:spPr>
          <a:xfrm>
            <a:off x="2308825" y="1392425"/>
            <a:ext cx="736800" cy="2409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6B7280"/>
              </a:buClr>
              <a:buSzPts val="700"/>
              <a:buFont typeface="DM Sans"/>
              <a:buNone/>
            </a:pPr>
            <a:r>
              <a:rPr lang="en" sz="1000" b="1" i="0" u="none" strike="noStrike" cap="none">
                <a:solidFill>
                  <a:srgbClr val="6B7280"/>
                </a:solidFill>
                <a:latin typeface="Calibri"/>
                <a:ea typeface="Calibri"/>
                <a:cs typeface="Calibri"/>
                <a:sym typeface="Calibri"/>
              </a:rPr>
              <a:t># of SAs</a:t>
            </a:r>
            <a:endParaRPr sz="1000" b="0" i="0" u="none" strike="noStrike" cap="none">
              <a:solidFill>
                <a:schemeClr val="dk1"/>
              </a:solidFill>
              <a:latin typeface="Calibri"/>
              <a:ea typeface="Calibri"/>
              <a:cs typeface="Calibri"/>
              <a:sym typeface="Calibri"/>
            </a:endParaRPr>
          </a:p>
        </p:txBody>
      </p:sp>
      <p:sp>
        <p:nvSpPr>
          <p:cNvPr id="1217" name="Google Shape;1217;p65"/>
          <p:cNvSpPr/>
          <p:nvPr/>
        </p:nvSpPr>
        <p:spPr>
          <a:xfrm>
            <a:off x="2926225" y="1385850"/>
            <a:ext cx="1594500" cy="2409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6B7280"/>
              </a:buClr>
              <a:buSzPts val="700"/>
              <a:buFont typeface="DM Sans"/>
              <a:buNone/>
            </a:pPr>
            <a:r>
              <a:rPr lang="en" sz="1000" b="1" i="0" u="none" strike="noStrike" cap="none">
                <a:solidFill>
                  <a:srgbClr val="6B7280"/>
                </a:solidFill>
                <a:latin typeface="Calibri"/>
                <a:ea typeface="Calibri"/>
                <a:cs typeface="Calibri"/>
                <a:sym typeface="Calibri"/>
              </a:rPr>
              <a:t>First / Last Created</a:t>
            </a:r>
            <a:endParaRPr sz="1000" b="0" i="0" u="none" strike="noStrike" cap="none">
              <a:solidFill>
                <a:schemeClr val="dk1"/>
              </a:solidFill>
              <a:latin typeface="Calibri"/>
              <a:ea typeface="Calibri"/>
              <a:cs typeface="Calibri"/>
              <a:sym typeface="Calibri"/>
            </a:endParaRPr>
          </a:p>
        </p:txBody>
      </p:sp>
      <p:sp>
        <p:nvSpPr>
          <p:cNvPr id="1218" name="Google Shape;1218;p65"/>
          <p:cNvSpPr/>
          <p:nvPr/>
        </p:nvSpPr>
        <p:spPr>
          <a:xfrm>
            <a:off x="371449" y="1631564"/>
            <a:ext cx="3977700" cy="2460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cxnSp>
        <p:nvCxnSpPr>
          <p:cNvPr id="1219" name="Google Shape;1219;p65"/>
          <p:cNvCxnSpPr/>
          <p:nvPr/>
        </p:nvCxnSpPr>
        <p:spPr>
          <a:xfrm>
            <a:off x="371449" y="1877657"/>
            <a:ext cx="3977700" cy="0"/>
          </a:xfrm>
          <a:prstGeom prst="straightConnector1">
            <a:avLst/>
          </a:prstGeom>
          <a:noFill/>
          <a:ln w="9525" cap="flat" cmpd="sng">
            <a:solidFill>
              <a:srgbClr val="E5E7EB"/>
            </a:solidFill>
            <a:prstDash val="solid"/>
            <a:round/>
            <a:headEnd type="none" w="sm" len="sm"/>
            <a:tailEnd type="none" w="sm" len="sm"/>
          </a:ln>
        </p:spPr>
      </p:cxnSp>
      <p:sp>
        <p:nvSpPr>
          <p:cNvPr id="1220" name="Google Shape;1220;p65"/>
          <p:cNvSpPr/>
          <p:nvPr/>
        </p:nvSpPr>
        <p:spPr>
          <a:xfrm>
            <a:off x="371445" y="1631556"/>
            <a:ext cx="2061600" cy="246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Calibri"/>
                <a:ea typeface="Calibri"/>
                <a:cs typeface="Calibri"/>
                <a:sym typeface="Calibri"/>
              </a:rPr>
              <a:t>{{PI_T1_1}}</a:t>
            </a:r>
            <a:endParaRPr sz="800" b="0" i="0" u="none" strike="noStrike" cap="none">
              <a:solidFill>
                <a:schemeClr val="dk1"/>
              </a:solidFill>
              <a:latin typeface="Calibri"/>
              <a:ea typeface="Calibri"/>
              <a:cs typeface="Calibri"/>
              <a:sym typeface="Calibri"/>
            </a:endParaRPr>
          </a:p>
        </p:txBody>
      </p:sp>
      <p:sp>
        <p:nvSpPr>
          <p:cNvPr id="1221" name="Google Shape;1221;p65"/>
          <p:cNvSpPr/>
          <p:nvPr/>
        </p:nvSpPr>
        <p:spPr>
          <a:xfrm>
            <a:off x="2311680" y="1631575"/>
            <a:ext cx="736800" cy="246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Calibri"/>
                <a:ea typeface="Calibri"/>
                <a:cs typeface="Calibri"/>
                <a:sym typeface="Calibri"/>
              </a:rPr>
              <a:t>{{PI_T1_1_SA}}</a:t>
            </a:r>
            <a:endParaRPr sz="700" b="0" i="0" u="none" strike="noStrike" cap="none">
              <a:solidFill>
                <a:schemeClr val="dk1"/>
              </a:solidFill>
              <a:latin typeface="Calibri"/>
              <a:ea typeface="Calibri"/>
              <a:cs typeface="Calibri"/>
              <a:sym typeface="Calibri"/>
            </a:endParaRPr>
          </a:p>
        </p:txBody>
      </p:sp>
      <p:sp>
        <p:nvSpPr>
          <p:cNvPr id="1222" name="Google Shape;1222;p65"/>
          <p:cNvSpPr/>
          <p:nvPr/>
        </p:nvSpPr>
        <p:spPr>
          <a:xfrm>
            <a:off x="371449" y="1877657"/>
            <a:ext cx="3977700" cy="246000"/>
          </a:xfrm>
          <a:prstGeom prst="rect">
            <a:avLst/>
          </a:prstGeom>
          <a:solidFill>
            <a:srgbClr val="F9FAFB"/>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cxnSp>
        <p:nvCxnSpPr>
          <p:cNvPr id="1223" name="Google Shape;1223;p65"/>
          <p:cNvCxnSpPr/>
          <p:nvPr/>
        </p:nvCxnSpPr>
        <p:spPr>
          <a:xfrm>
            <a:off x="355736" y="2115845"/>
            <a:ext cx="3977700" cy="0"/>
          </a:xfrm>
          <a:prstGeom prst="straightConnector1">
            <a:avLst/>
          </a:prstGeom>
          <a:noFill/>
          <a:ln w="9525" cap="flat" cmpd="sng">
            <a:solidFill>
              <a:srgbClr val="888888"/>
            </a:solidFill>
            <a:prstDash val="solid"/>
            <a:round/>
            <a:headEnd type="none" w="sm" len="sm"/>
            <a:tailEnd type="none" w="sm" len="sm"/>
          </a:ln>
        </p:spPr>
      </p:cxnSp>
      <p:sp>
        <p:nvSpPr>
          <p:cNvPr id="1224" name="Google Shape;1224;p65"/>
          <p:cNvSpPr/>
          <p:nvPr/>
        </p:nvSpPr>
        <p:spPr>
          <a:xfrm>
            <a:off x="371445" y="1877650"/>
            <a:ext cx="2061600" cy="246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Calibri"/>
                <a:ea typeface="Calibri"/>
                <a:cs typeface="Calibri"/>
                <a:sym typeface="Calibri"/>
              </a:rPr>
              <a:t>{{PI_T1_2}}</a:t>
            </a:r>
            <a:endParaRPr sz="800" b="0" i="0" u="none" strike="noStrike" cap="none">
              <a:solidFill>
                <a:schemeClr val="dk1"/>
              </a:solidFill>
              <a:latin typeface="Calibri"/>
              <a:ea typeface="Calibri"/>
              <a:cs typeface="Calibri"/>
              <a:sym typeface="Calibri"/>
            </a:endParaRPr>
          </a:p>
        </p:txBody>
      </p:sp>
      <p:sp>
        <p:nvSpPr>
          <p:cNvPr id="1225" name="Google Shape;1225;p65"/>
          <p:cNvSpPr/>
          <p:nvPr/>
        </p:nvSpPr>
        <p:spPr>
          <a:xfrm>
            <a:off x="371449" y="2123750"/>
            <a:ext cx="3977700" cy="2460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cxnSp>
        <p:nvCxnSpPr>
          <p:cNvPr id="1226" name="Google Shape;1226;p65"/>
          <p:cNvCxnSpPr/>
          <p:nvPr/>
        </p:nvCxnSpPr>
        <p:spPr>
          <a:xfrm>
            <a:off x="371449" y="2369843"/>
            <a:ext cx="3977700" cy="0"/>
          </a:xfrm>
          <a:prstGeom prst="straightConnector1">
            <a:avLst/>
          </a:prstGeom>
          <a:noFill/>
          <a:ln w="9525" cap="flat" cmpd="sng">
            <a:solidFill>
              <a:srgbClr val="E5E7EB"/>
            </a:solidFill>
            <a:prstDash val="solid"/>
            <a:round/>
            <a:headEnd type="none" w="sm" len="sm"/>
            <a:tailEnd type="none" w="sm" len="sm"/>
          </a:ln>
        </p:spPr>
      </p:cxnSp>
      <p:sp>
        <p:nvSpPr>
          <p:cNvPr id="1227" name="Google Shape;1227;p65"/>
          <p:cNvSpPr/>
          <p:nvPr/>
        </p:nvSpPr>
        <p:spPr>
          <a:xfrm>
            <a:off x="371445" y="2123744"/>
            <a:ext cx="2061600" cy="246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Calibri"/>
                <a:ea typeface="Calibri"/>
                <a:cs typeface="Calibri"/>
                <a:sym typeface="Calibri"/>
              </a:rPr>
              <a:t>{{PI_T1_3}}</a:t>
            </a:r>
            <a:endParaRPr sz="800" b="0" i="0" u="none" strike="noStrike" cap="none">
              <a:solidFill>
                <a:schemeClr val="dk1"/>
              </a:solidFill>
              <a:latin typeface="Calibri"/>
              <a:ea typeface="Calibri"/>
              <a:cs typeface="Calibri"/>
              <a:sym typeface="Calibri"/>
            </a:endParaRPr>
          </a:p>
        </p:txBody>
      </p:sp>
      <p:sp>
        <p:nvSpPr>
          <p:cNvPr id="1228" name="Google Shape;1228;p65"/>
          <p:cNvSpPr/>
          <p:nvPr/>
        </p:nvSpPr>
        <p:spPr>
          <a:xfrm>
            <a:off x="371449" y="2369843"/>
            <a:ext cx="3977700" cy="246000"/>
          </a:xfrm>
          <a:prstGeom prst="rect">
            <a:avLst/>
          </a:prstGeom>
          <a:solidFill>
            <a:srgbClr val="F9FAFB"/>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cxnSp>
        <p:nvCxnSpPr>
          <p:cNvPr id="1229" name="Google Shape;1229;p65"/>
          <p:cNvCxnSpPr/>
          <p:nvPr/>
        </p:nvCxnSpPr>
        <p:spPr>
          <a:xfrm>
            <a:off x="358777" y="2606026"/>
            <a:ext cx="3977700" cy="0"/>
          </a:xfrm>
          <a:prstGeom prst="straightConnector1">
            <a:avLst/>
          </a:prstGeom>
          <a:noFill/>
          <a:ln w="9525" cap="flat" cmpd="sng">
            <a:solidFill>
              <a:srgbClr val="888888"/>
            </a:solidFill>
            <a:prstDash val="solid"/>
            <a:round/>
            <a:headEnd type="none" w="sm" len="sm"/>
            <a:tailEnd type="none" w="sm" len="sm"/>
          </a:ln>
        </p:spPr>
      </p:cxnSp>
      <p:sp>
        <p:nvSpPr>
          <p:cNvPr id="1230" name="Google Shape;1230;p65"/>
          <p:cNvSpPr/>
          <p:nvPr/>
        </p:nvSpPr>
        <p:spPr>
          <a:xfrm>
            <a:off x="371445" y="2369838"/>
            <a:ext cx="2061600" cy="246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Calibri"/>
                <a:ea typeface="Calibri"/>
                <a:cs typeface="Calibri"/>
                <a:sym typeface="Calibri"/>
              </a:rPr>
              <a:t>{{PI_T1_4}}</a:t>
            </a:r>
            <a:endParaRPr sz="800" b="0" i="0" u="none" strike="noStrike" cap="none">
              <a:solidFill>
                <a:schemeClr val="dk1"/>
              </a:solidFill>
              <a:latin typeface="Calibri"/>
              <a:ea typeface="Calibri"/>
              <a:cs typeface="Calibri"/>
              <a:sym typeface="Calibri"/>
            </a:endParaRPr>
          </a:p>
        </p:txBody>
      </p:sp>
      <p:sp>
        <p:nvSpPr>
          <p:cNvPr id="1231" name="Google Shape;1231;p65"/>
          <p:cNvSpPr/>
          <p:nvPr/>
        </p:nvSpPr>
        <p:spPr>
          <a:xfrm>
            <a:off x="371449" y="2615936"/>
            <a:ext cx="3977700" cy="2460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cxnSp>
        <p:nvCxnSpPr>
          <p:cNvPr id="1232" name="Google Shape;1232;p65"/>
          <p:cNvCxnSpPr/>
          <p:nvPr/>
        </p:nvCxnSpPr>
        <p:spPr>
          <a:xfrm>
            <a:off x="361818" y="2865486"/>
            <a:ext cx="3977700" cy="0"/>
          </a:xfrm>
          <a:prstGeom prst="straightConnector1">
            <a:avLst/>
          </a:prstGeom>
          <a:noFill/>
          <a:ln w="9525" cap="flat" cmpd="sng">
            <a:solidFill>
              <a:srgbClr val="E5E7EB"/>
            </a:solidFill>
            <a:prstDash val="solid"/>
            <a:round/>
            <a:headEnd type="none" w="sm" len="sm"/>
            <a:tailEnd type="none" w="sm" len="sm"/>
          </a:ln>
        </p:spPr>
      </p:cxnSp>
      <p:sp>
        <p:nvSpPr>
          <p:cNvPr id="1233" name="Google Shape;1233;p65"/>
          <p:cNvSpPr/>
          <p:nvPr/>
        </p:nvSpPr>
        <p:spPr>
          <a:xfrm>
            <a:off x="371445" y="2615932"/>
            <a:ext cx="2061600" cy="246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Calibri"/>
                <a:ea typeface="Calibri"/>
                <a:cs typeface="Calibri"/>
                <a:sym typeface="Calibri"/>
              </a:rPr>
              <a:t>{{PI_T1_5}}</a:t>
            </a:r>
            <a:endParaRPr sz="800" b="0" i="0" u="none" strike="noStrike" cap="none">
              <a:solidFill>
                <a:schemeClr val="dk1"/>
              </a:solidFill>
              <a:latin typeface="Calibri"/>
              <a:ea typeface="Calibri"/>
              <a:cs typeface="Calibri"/>
              <a:sym typeface="Calibri"/>
            </a:endParaRPr>
          </a:p>
        </p:txBody>
      </p:sp>
      <p:cxnSp>
        <p:nvCxnSpPr>
          <p:cNvPr id="1234" name="Google Shape;1234;p65"/>
          <p:cNvCxnSpPr/>
          <p:nvPr/>
        </p:nvCxnSpPr>
        <p:spPr>
          <a:xfrm>
            <a:off x="349400" y="2859671"/>
            <a:ext cx="3977700" cy="0"/>
          </a:xfrm>
          <a:prstGeom prst="straightConnector1">
            <a:avLst/>
          </a:prstGeom>
          <a:noFill/>
          <a:ln w="9525" cap="flat" cmpd="sng">
            <a:solidFill>
              <a:srgbClr val="888888"/>
            </a:solidFill>
            <a:prstDash val="solid"/>
            <a:round/>
            <a:headEnd type="none" w="sm" len="sm"/>
            <a:tailEnd type="none" w="sm" len="sm"/>
          </a:ln>
        </p:spPr>
      </p:cxnSp>
      <p:cxnSp>
        <p:nvCxnSpPr>
          <p:cNvPr id="1235" name="Google Shape;1235;p65"/>
          <p:cNvCxnSpPr/>
          <p:nvPr/>
        </p:nvCxnSpPr>
        <p:spPr>
          <a:xfrm>
            <a:off x="349653" y="2374288"/>
            <a:ext cx="3977700" cy="0"/>
          </a:xfrm>
          <a:prstGeom prst="straightConnector1">
            <a:avLst/>
          </a:prstGeom>
          <a:noFill/>
          <a:ln w="9525" cap="flat" cmpd="sng">
            <a:solidFill>
              <a:srgbClr val="888888"/>
            </a:solidFill>
            <a:prstDash val="solid"/>
            <a:round/>
            <a:headEnd type="none" w="sm" len="sm"/>
            <a:tailEnd type="none" w="sm" len="sm"/>
          </a:ln>
        </p:spPr>
      </p:cxnSp>
      <p:cxnSp>
        <p:nvCxnSpPr>
          <p:cNvPr id="1236" name="Google Shape;1236;p65"/>
          <p:cNvCxnSpPr/>
          <p:nvPr/>
        </p:nvCxnSpPr>
        <p:spPr>
          <a:xfrm>
            <a:off x="352695" y="1883089"/>
            <a:ext cx="3977700" cy="0"/>
          </a:xfrm>
          <a:prstGeom prst="straightConnector1">
            <a:avLst/>
          </a:prstGeom>
          <a:noFill/>
          <a:ln w="9525" cap="flat" cmpd="sng">
            <a:solidFill>
              <a:srgbClr val="888888"/>
            </a:solidFill>
            <a:prstDash val="solid"/>
            <a:round/>
            <a:headEnd type="none" w="sm" len="sm"/>
            <a:tailEnd type="none" w="sm" len="sm"/>
          </a:ln>
        </p:spPr>
      </p:cxnSp>
      <p:cxnSp>
        <p:nvCxnSpPr>
          <p:cNvPr id="1237" name="Google Shape;1237;p65"/>
          <p:cNvCxnSpPr/>
          <p:nvPr/>
        </p:nvCxnSpPr>
        <p:spPr>
          <a:xfrm>
            <a:off x="370950" y="1608510"/>
            <a:ext cx="3977700" cy="0"/>
          </a:xfrm>
          <a:prstGeom prst="straightConnector1">
            <a:avLst/>
          </a:prstGeom>
          <a:noFill/>
          <a:ln w="14300" cap="flat" cmpd="sng">
            <a:solidFill>
              <a:srgbClr val="888888"/>
            </a:solidFill>
            <a:prstDash val="solid"/>
            <a:round/>
            <a:headEnd type="none" w="sm" len="sm"/>
            <a:tailEnd type="none" w="sm" len="sm"/>
          </a:ln>
        </p:spPr>
      </p:cxnSp>
      <p:sp>
        <p:nvSpPr>
          <p:cNvPr id="1238" name="Google Shape;1238;p65"/>
          <p:cNvSpPr/>
          <p:nvPr/>
        </p:nvSpPr>
        <p:spPr>
          <a:xfrm>
            <a:off x="4711846" y="3088397"/>
            <a:ext cx="4023300" cy="431400"/>
          </a:xfrm>
          <a:prstGeom prst="rect">
            <a:avLst/>
          </a:prstGeom>
          <a:solidFill>
            <a:srgbClr val="D9D9D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EAD1DC"/>
              </a:solidFill>
              <a:latin typeface="Calibri"/>
              <a:ea typeface="Calibri"/>
              <a:cs typeface="Calibri"/>
              <a:sym typeface="Calibri"/>
            </a:endParaRPr>
          </a:p>
        </p:txBody>
      </p:sp>
      <p:sp>
        <p:nvSpPr>
          <p:cNvPr id="1239" name="Google Shape;1239;p65"/>
          <p:cNvSpPr/>
          <p:nvPr/>
        </p:nvSpPr>
        <p:spPr>
          <a:xfrm>
            <a:off x="4711846" y="3088397"/>
            <a:ext cx="36600" cy="431400"/>
          </a:xfrm>
          <a:prstGeom prst="rect">
            <a:avLst/>
          </a:prstGeom>
          <a:solidFill>
            <a:srgbClr val="59595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1240" name="Google Shape;1240;p65"/>
          <p:cNvSpPr/>
          <p:nvPr/>
        </p:nvSpPr>
        <p:spPr>
          <a:xfrm>
            <a:off x="4849006" y="3168230"/>
            <a:ext cx="3886139" cy="4314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D97706"/>
              </a:buClr>
              <a:buSzPts val="1000"/>
              <a:buFont typeface="DM Sans"/>
              <a:buNone/>
            </a:pPr>
            <a:r>
              <a:rPr lang="en" sz="1100" b="1" i="0" u="sng" strike="noStrike" cap="none" dirty="0">
                <a:solidFill>
                  <a:schemeClr val="hlink"/>
                </a:solidFill>
                <a:latin typeface="Calibri"/>
                <a:ea typeface="Calibri"/>
                <a:cs typeface="Calibri"/>
                <a:sym typeface="Calibri"/>
                <a:hlinkClick r:id="rId4"/>
              </a:rPr>
              <a:t>RUNTIME / WORKLOAD PROTECTION </a:t>
            </a:r>
            <a:r>
              <a:rPr lang="en" sz="1400" b="1" i="0" u="none" strike="noStrike" cap="none" dirty="0">
                <a:solidFill>
                  <a:schemeClr val="hlink"/>
                </a:solidFill>
                <a:uFill>
                  <a:noFill/>
                </a:uFill>
                <a:latin typeface="Calibri"/>
                <a:ea typeface="Calibri"/>
                <a:cs typeface="Calibri"/>
                <a:sym typeface="Calibri"/>
                <a:hlinkClick r:id="rId4"/>
              </a:rPr>
              <a:t>↗</a:t>
            </a:r>
            <a:br>
              <a:rPr lang="en" sz="1100" b="1" i="0" u="none" strike="noStrike" cap="none" dirty="0">
                <a:solidFill>
                  <a:srgbClr val="595959"/>
                </a:solidFill>
                <a:latin typeface="Calibri"/>
                <a:ea typeface="Calibri"/>
                <a:cs typeface="Calibri"/>
                <a:sym typeface="Calibri"/>
              </a:rPr>
            </a:br>
            <a:r>
              <a:rPr lang="en" sz="1100" b="0" i="0" u="none" strike="noStrike" cap="none" dirty="0">
                <a:solidFill>
                  <a:srgbClr val="595959"/>
                </a:solidFill>
                <a:latin typeface="Calibri"/>
                <a:ea typeface="Calibri"/>
                <a:cs typeface="Calibri"/>
                <a:sym typeface="Calibri"/>
              </a:rPr>
              <a:t>Principals associated with Threat Detection, Runtime Agents, CWPP</a:t>
            </a:r>
            <a:br>
              <a:rPr lang="en" sz="1100" b="1" i="0" u="none" strike="noStrike" cap="none" dirty="0">
                <a:solidFill>
                  <a:srgbClr val="D97706"/>
                </a:solidFill>
                <a:latin typeface="Calibri"/>
                <a:ea typeface="Calibri"/>
                <a:cs typeface="Calibri"/>
                <a:sym typeface="Calibri"/>
              </a:rPr>
            </a:br>
            <a:endParaRPr sz="1100" b="0" i="0" u="none" strike="noStrike" cap="none" dirty="0">
              <a:solidFill>
                <a:schemeClr val="dk1"/>
              </a:solidFill>
              <a:latin typeface="Calibri"/>
              <a:ea typeface="Calibri"/>
              <a:cs typeface="Calibri"/>
              <a:sym typeface="Calibri"/>
            </a:endParaRPr>
          </a:p>
        </p:txBody>
      </p:sp>
      <p:sp>
        <p:nvSpPr>
          <p:cNvPr id="1241" name="Google Shape;1241;p65"/>
          <p:cNvSpPr/>
          <p:nvPr/>
        </p:nvSpPr>
        <p:spPr>
          <a:xfrm>
            <a:off x="4717478" y="884700"/>
            <a:ext cx="4023300" cy="431400"/>
          </a:xfrm>
          <a:prstGeom prst="rect">
            <a:avLst/>
          </a:prstGeom>
          <a:solidFill>
            <a:srgbClr val="CBDA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1242" name="Google Shape;1242;p65"/>
          <p:cNvSpPr/>
          <p:nvPr/>
        </p:nvSpPr>
        <p:spPr>
          <a:xfrm>
            <a:off x="4688967" y="884697"/>
            <a:ext cx="36600" cy="431400"/>
          </a:xfrm>
          <a:prstGeom prst="rect">
            <a:avLst/>
          </a:prstGeom>
          <a:solidFill>
            <a:srgbClr val="0B539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1243" name="Google Shape;1243;p65"/>
          <p:cNvSpPr/>
          <p:nvPr/>
        </p:nvSpPr>
        <p:spPr>
          <a:xfrm>
            <a:off x="4854639" y="964530"/>
            <a:ext cx="3794700" cy="4314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D97706"/>
              </a:buClr>
              <a:buSzPts val="1000"/>
              <a:buFont typeface="DM Sans"/>
              <a:buNone/>
            </a:pPr>
            <a:r>
              <a:rPr lang="en" sz="1100" b="1" i="0" u="sng" strike="noStrike" cap="none" dirty="0">
                <a:solidFill>
                  <a:schemeClr val="hlink"/>
                </a:solidFill>
                <a:latin typeface="Calibri"/>
                <a:ea typeface="Calibri"/>
                <a:cs typeface="Calibri"/>
                <a:sym typeface="Calibri"/>
                <a:hlinkClick r:id="rId5"/>
              </a:rPr>
              <a:t>CODE SECURITY </a:t>
            </a:r>
            <a:r>
              <a:rPr lang="en" sz="1400" b="1" i="0" u="none" strike="noStrike" cap="none" dirty="0">
                <a:solidFill>
                  <a:schemeClr val="hlink"/>
                </a:solidFill>
                <a:uFill>
                  <a:noFill/>
                </a:uFill>
                <a:latin typeface="Calibri"/>
                <a:ea typeface="Calibri"/>
                <a:cs typeface="Calibri"/>
                <a:sym typeface="Calibri"/>
                <a:hlinkClick r:id="rId5"/>
              </a:rPr>
              <a:t>↗</a:t>
            </a:r>
            <a:br>
              <a:rPr lang="en" sz="1100" b="1" i="0" u="none" strike="noStrike" cap="none" dirty="0">
                <a:solidFill>
                  <a:srgbClr val="0B5394"/>
                </a:solidFill>
                <a:latin typeface="Calibri"/>
                <a:ea typeface="Calibri"/>
                <a:cs typeface="Calibri"/>
                <a:sym typeface="Calibri"/>
              </a:rPr>
            </a:br>
            <a:r>
              <a:rPr lang="en" sz="1100" b="0" i="0" u="none" strike="noStrike" cap="none" dirty="0">
                <a:solidFill>
                  <a:srgbClr val="0B5394"/>
                </a:solidFill>
                <a:latin typeface="Calibri"/>
                <a:ea typeface="Calibri"/>
                <a:cs typeface="Calibri"/>
                <a:sym typeface="Calibri"/>
              </a:rPr>
              <a:t>Principals associated with Code, SAST, SCA, CLI/IDE</a:t>
            </a:r>
            <a:br>
              <a:rPr lang="en" sz="1100" b="1" i="0" u="none" strike="noStrike" cap="none" dirty="0">
                <a:solidFill>
                  <a:srgbClr val="D97706"/>
                </a:solidFill>
                <a:latin typeface="Calibri"/>
                <a:ea typeface="Calibri"/>
                <a:cs typeface="Calibri"/>
                <a:sym typeface="Calibri"/>
              </a:rPr>
            </a:br>
            <a:endParaRPr sz="1100" b="0" i="0" u="none" strike="noStrike" cap="none" dirty="0">
              <a:solidFill>
                <a:schemeClr val="dk1"/>
              </a:solidFill>
              <a:latin typeface="Calibri"/>
              <a:ea typeface="Calibri"/>
              <a:cs typeface="Calibri"/>
              <a:sym typeface="Calibri"/>
            </a:endParaRPr>
          </a:p>
        </p:txBody>
      </p:sp>
      <p:sp>
        <p:nvSpPr>
          <p:cNvPr id="1244" name="Google Shape;1244;p65"/>
          <p:cNvSpPr/>
          <p:nvPr/>
        </p:nvSpPr>
        <p:spPr>
          <a:xfrm>
            <a:off x="2308828" y="1875197"/>
            <a:ext cx="736800" cy="246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Calibri"/>
                <a:ea typeface="Calibri"/>
                <a:cs typeface="Calibri"/>
                <a:sym typeface="Calibri"/>
              </a:rPr>
              <a:t>{{PI_T1_2_SA}}</a:t>
            </a:r>
            <a:endParaRPr sz="700" b="0" i="0" u="none" strike="noStrike" cap="none">
              <a:solidFill>
                <a:schemeClr val="dk1"/>
              </a:solidFill>
              <a:latin typeface="Calibri"/>
              <a:ea typeface="Calibri"/>
              <a:cs typeface="Calibri"/>
              <a:sym typeface="Calibri"/>
            </a:endParaRPr>
          </a:p>
        </p:txBody>
      </p:sp>
      <p:sp>
        <p:nvSpPr>
          <p:cNvPr id="1245" name="Google Shape;1245;p65"/>
          <p:cNvSpPr/>
          <p:nvPr/>
        </p:nvSpPr>
        <p:spPr>
          <a:xfrm>
            <a:off x="2317385" y="2118819"/>
            <a:ext cx="736800" cy="246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Calibri"/>
                <a:ea typeface="Calibri"/>
                <a:cs typeface="Calibri"/>
                <a:sym typeface="Calibri"/>
              </a:rPr>
              <a:t>{{PI_T1_3_SA}}</a:t>
            </a:r>
            <a:endParaRPr sz="700" b="0" i="0" u="none" strike="noStrike" cap="none">
              <a:solidFill>
                <a:schemeClr val="dk1"/>
              </a:solidFill>
              <a:latin typeface="Calibri"/>
              <a:ea typeface="Calibri"/>
              <a:cs typeface="Calibri"/>
              <a:sym typeface="Calibri"/>
            </a:endParaRPr>
          </a:p>
        </p:txBody>
      </p:sp>
      <p:sp>
        <p:nvSpPr>
          <p:cNvPr id="1246" name="Google Shape;1246;p65"/>
          <p:cNvSpPr/>
          <p:nvPr/>
        </p:nvSpPr>
        <p:spPr>
          <a:xfrm>
            <a:off x="2320237" y="2362441"/>
            <a:ext cx="736800" cy="246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Calibri"/>
                <a:ea typeface="Calibri"/>
                <a:cs typeface="Calibri"/>
                <a:sym typeface="Calibri"/>
              </a:rPr>
              <a:t>{{PI_T1_4_SA}}</a:t>
            </a:r>
            <a:endParaRPr sz="700" b="0" i="0" u="none" strike="noStrike" cap="none">
              <a:solidFill>
                <a:schemeClr val="dk1"/>
              </a:solidFill>
              <a:latin typeface="Calibri"/>
              <a:ea typeface="Calibri"/>
              <a:cs typeface="Calibri"/>
              <a:sym typeface="Calibri"/>
            </a:endParaRPr>
          </a:p>
        </p:txBody>
      </p:sp>
      <p:sp>
        <p:nvSpPr>
          <p:cNvPr id="1247" name="Google Shape;1247;p65"/>
          <p:cNvSpPr/>
          <p:nvPr/>
        </p:nvSpPr>
        <p:spPr>
          <a:xfrm>
            <a:off x="2314532" y="2606063"/>
            <a:ext cx="736800" cy="246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Calibri"/>
                <a:ea typeface="Calibri"/>
                <a:cs typeface="Calibri"/>
                <a:sym typeface="Calibri"/>
              </a:rPr>
              <a:t>{{PI_T1_5_SA}}</a:t>
            </a:r>
            <a:endParaRPr sz="700" b="0" i="0" u="none" strike="noStrike" cap="none">
              <a:solidFill>
                <a:schemeClr val="dk1"/>
              </a:solidFill>
              <a:latin typeface="Calibri"/>
              <a:ea typeface="Calibri"/>
              <a:cs typeface="Calibri"/>
              <a:sym typeface="Calibri"/>
            </a:endParaRPr>
          </a:p>
        </p:txBody>
      </p:sp>
      <p:sp>
        <p:nvSpPr>
          <p:cNvPr id="1248" name="Google Shape;1248;p65"/>
          <p:cNvSpPr/>
          <p:nvPr/>
        </p:nvSpPr>
        <p:spPr>
          <a:xfrm>
            <a:off x="2926250" y="1629200"/>
            <a:ext cx="1594500" cy="246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Calibri"/>
                <a:ea typeface="Calibri"/>
                <a:cs typeface="Calibri"/>
                <a:sym typeface="Calibri"/>
              </a:rPr>
              <a:t>{{PI_T1_1_FA}} / {{PI_T1_1_LA}}</a:t>
            </a:r>
            <a:endParaRPr sz="800" b="0" i="0" u="none" strike="noStrike" cap="none">
              <a:solidFill>
                <a:schemeClr val="dk1"/>
              </a:solidFill>
              <a:latin typeface="Calibri"/>
              <a:ea typeface="Calibri"/>
              <a:cs typeface="Calibri"/>
              <a:sym typeface="Calibri"/>
            </a:endParaRPr>
          </a:p>
        </p:txBody>
      </p:sp>
      <p:sp>
        <p:nvSpPr>
          <p:cNvPr id="1249" name="Google Shape;1249;p65"/>
          <p:cNvSpPr/>
          <p:nvPr/>
        </p:nvSpPr>
        <p:spPr>
          <a:xfrm>
            <a:off x="2930509" y="1872803"/>
            <a:ext cx="1594500" cy="246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Calibri"/>
                <a:ea typeface="Calibri"/>
                <a:cs typeface="Calibri"/>
                <a:sym typeface="Calibri"/>
              </a:rPr>
              <a:t>{{PI_T1_2_FA}} / {{PI_T1_2_LA}}</a:t>
            </a:r>
            <a:endParaRPr sz="800" b="0" i="0" u="none" strike="noStrike" cap="none">
              <a:solidFill>
                <a:schemeClr val="dk1"/>
              </a:solidFill>
              <a:latin typeface="Calibri"/>
              <a:ea typeface="Calibri"/>
              <a:cs typeface="Calibri"/>
              <a:sym typeface="Calibri"/>
            </a:endParaRPr>
          </a:p>
        </p:txBody>
      </p:sp>
      <p:sp>
        <p:nvSpPr>
          <p:cNvPr id="1250" name="Google Shape;1250;p65"/>
          <p:cNvSpPr/>
          <p:nvPr/>
        </p:nvSpPr>
        <p:spPr>
          <a:xfrm>
            <a:off x="2934768" y="2116406"/>
            <a:ext cx="1594500" cy="246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Calibri"/>
                <a:ea typeface="Calibri"/>
                <a:cs typeface="Calibri"/>
                <a:sym typeface="Calibri"/>
              </a:rPr>
              <a:t>{{PI_T1_3_FA}} / {{PI_T1_3_LA}}</a:t>
            </a:r>
            <a:endParaRPr sz="800" b="0" i="0" u="none" strike="noStrike" cap="none">
              <a:solidFill>
                <a:schemeClr val="dk1"/>
              </a:solidFill>
              <a:latin typeface="Calibri"/>
              <a:ea typeface="Calibri"/>
              <a:cs typeface="Calibri"/>
              <a:sym typeface="Calibri"/>
            </a:endParaRPr>
          </a:p>
        </p:txBody>
      </p:sp>
      <p:sp>
        <p:nvSpPr>
          <p:cNvPr id="1251" name="Google Shape;1251;p65"/>
          <p:cNvSpPr/>
          <p:nvPr/>
        </p:nvSpPr>
        <p:spPr>
          <a:xfrm>
            <a:off x="2943286" y="2360009"/>
            <a:ext cx="1594500" cy="246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Calibri"/>
                <a:ea typeface="Calibri"/>
                <a:cs typeface="Calibri"/>
                <a:sym typeface="Calibri"/>
              </a:rPr>
              <a:t>{{PI_T1_4_FA}} / {{PI_T1_4_LA}}</a:t>
            </a:r>
            <a:endParaRPr sz="800" b="0" i="0" u="none" strike="noStrike" cap="none">
              <a:solidFill>
                <a:schemeClr val="dk1"/>
              </a:solidFill>
              <a:latin typeface="Calibri"/>
              <a:ea typeface="Calibri"/>
              <a:cs typeface="Calibri"/>
              <a:sym typeface="Calibri"/>
            </a:endParaRPr>
          </a:p>
        </p:txBody>
      </p:sp>
      <p:sp>
        <p:nvSpPr>
          <p:cNvPr id="1252" name="Google Shape;1252;p65"/>
          <p:cNvSpPr/>
          <p:nvPr/>
        </p:nvSpPr>
        <p:spPr>
          <a:xfrm>
            <a:off x="2939027" y="2603613"/>
            <a:ext cx="1594500" cy="246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Calibri"/>
                <a:ea typeface="Calibri"/>
                <a:cs typeface="Calibri"/>
                <a:sym typeface="Calibri"/>
              </a:rPr>
              <a:t>{{PI_T1_5_FA}} / {{PI_T1_5_LA}}</a:t>
            </a:r>
            <a:endParaRPr sz="800" b="0" i="0" u="none" strike="noStrike" cap="none">
              <a:solidFill>
                <a:schemeClr val="dk1"/>
              </a:solidFill>
              <a:latin typeface="Calibri"/>
              <a:ea typeface="Calibri"/>
              <a:cs typeface="Calibri"/>
              <a:sym typeface="Calibri"/>
            </a:endParaRPr>
          </a:p>
        </p:txBody>
      </p:sp>
      <p:sp>
        <p:nvSpPr>
          <p:cNvPr id="1253" name="Google Shape;1253;p65"/>
          <p:cNvSpPr/>
          <p:nvPr/>
        </p:nvSpPr>
        <p:spPr>
          <a:xfrm>
            <a:off x="4723186" y="1386854"/>
            <a:ext cx="3977700" cy="2409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1254" name="Google Shape;1254;p65"/>
          <p:cNvSpPr/>
          <p:nvPr/>
        </p:nvSpPr>
        <p:spPr>
          <a:xfrm>
            <a:off x="4706075" y="1375819"/>
            <a:ext cx="1988700" cy="2409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B7280"/>
              </a:buClr>
              <a:buSzPts val="700"/>
              <a:buFont typeface="DM Sans"/>
              <a:buNone/>
            </a:pPr>
            <a:r>
              <a:rPr lang="en" sz="1000" b="1" i="0" u="none" strike="noStrike" cap="none">
                <a:solidFill>
                  <a:srgbClr val="6B7280"/>
                </a:solidFill>
                <a:latin typeface="Calibri"/>
                <a:ea typeface="Calibri"/>
                <a:cs typeface="Calibri"/>
                <a:sym typeface="Calibri"/>
              </a:rPr>
              <a:t>Technology</a:t>
            </a:r>
            <a:endParaRPr sz="1000" b="0" i="0" u="none" strike="noStrike" cap="none">
              <a:solidFill>
                <a:schemeClr val="dk1"/>
              </a:solidFill>
              <a:latin typeface="Calibri"/>
              <a:ea typeface="Calibri"/>
              <a:cs typeface="Calibri"/>
              <a:sym typeface="Calibri"/>
            </a:endParaRPr>
          </a:p>
        </p:txBody>
      </p:sp>
      <p:sp>
        <p:nvSpPr>
          <p:cNvPr id="1255" name="Google Shape;1255;p65"/>
          <p:cNvSpPr/>
          <p:nvPr/>
        </p:nvSpPr>
        <p:spPr>
          <a:xfrm>
            <a:off x="6607455" y="1388100"/>
            <a:ext cx="772800" cy="2409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6B7280"/>
              </a:buClr>
              <a:buSzPts val="700"/>
              <a:buFont typeface="DM Sans"/>
              <a:buNone/>
            </a:pPr>
            <a:r>
              <a:rPr lang="en" sz="1000" b="1" i="0" u="none" strike="noStrike" cap="none">
                <a:solidFill>
                  <a:srgbClr val="6B7280"/>
                </a:solidFill>
                <a:latin typeface="Calibri"/>
                <a:ea typeface="Calibri"/>
                <a:cs typeface="Calibri"/>
                <a:sym typeface="Calibri"/>
              </a:rPr>
              <a:t># of SAs</a:t>
            </a:r>
            <a:endParaRPr sz="1000" b="0" i="0" u="none" strike="noStrike" cap="none">
              <a:solidFill>
                <a:schemeClr val="dk1"/>
              </a:solidFill>
              <a:latin typeface="Calibri"/>
              <a:ea typeface="Calibri"/>
              <a:cs typeface="Calibri"/>
              <a:sym typeface="Calibri"/>
            </a:endParaRPr>
          </a:p>
        </p:txBody>
      </p:sp>
      <p:sp>
        <p:nvSpPr>
          <p:cNvPr id="1256" name="Google Shape;1256;p65"/>
          <p:cNvSpPr/>
          <p:nvPr/>
        </p:nvSpPr>
        <p:spPr>
          <a:xfrm>
            <a:off x="7277955" y="1381525"/>
            <a:ext cx="1621200" cy="2409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6B7280"/>
              </a:buClr>
              <a:buSzPts val="700"/>
              <a:buFont typeface="DM Sans"/>
              <a:buNone/>
            </a:pPr>
            <a:r>
              <a:rPr lang="en" sz="1000" b="1" i="0" u="none" strike="noStrike" cap="none">
                <a:solidFill>
                  <a:srgbClr val="6B7280"/>
                </a:solidFill>
                <a:latin typeface="Calibri"/>
                <a:ea typeface="Calibri"/>
                <a:cs typeface="Calibri"/>
                <a:sym typeface="Calibri"/>
              </a:rPr>
              <a:t>First / Last Created</a:t>
            </a:r>
            <a:endParaRPr sz="1000" b="0" i="0" u="none" strike="noStrike" cap="none">
              <a:solidFill>
                <a:schemeClr val="dk1"/>
              </a:solidFill>
              <a:latin typeface="Calibri"/>
              <a:ea typeface="Calibri"/>
              <a:cs typeface="Calibri"/>
              <a:sym typeface="Calibri"/>
            </a:endParaRPr>
          </a:p>
        </p:txBody>
      </p:sp>
      <p:sp>
        <p:nvSpPr>
          <p:cNvPr id="1257" name="Google Shape;1257;p65"/>
          <p:cNvSpPr/>
          <p:nvPr/>
        </p:nvSpPr>
        <p:spPr>
          <a:xfrm>
            <a:off x="4723178" y="1627234"/>
            <a:ext cx="3977700" cy="2460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cxnSp>
        <p:nvCxnSpPr>
          <p:cNvPr id="1258" name="Google Shape;1258;p65"/>
          <p:cNvCxnSpPr/>
          <p:nvPr/>
        </p:nvCxnSpPr>
        <p:spPr>
          <a:xfrm>
            <a:off x="4723178" y="1873327"/>
            <a:ext cx="3977700" cy="0"/>
          </a:xfrm>
          <a:prstGeom prst="straightConnector1">
            <a:avLst/>
          </a:prstGeom>
          <a:noFill/>
          <a:ln w="9525" cap="flat" cmpd="sng">
            <a:solidFill>
              <a:srgbClr val="E5E7EB"/>
            </a:solidFill>
            <a:prstDash val="solid"/>
            <a:round/>
            <a:headEnd type="none" w="sm" len="sm"/>
            <a:tailEnd type="none" w="sm" len="sm"/>
          </a:ln>
        </p:spPr>
      </p:cxnSp>
      <p:sp>
        <p:nvSpPr>
          <p:cNvPr id="1259" name="Google Shape;1259;p65"/>
          <p:cNvSpPr/>
          <p:nvPr/>
        </p:nvSpPr>
        <p:spPr>
          <a:xfrm>
            <a:off x="4706067" y="1627226"/>
            <a:ext cx="2061600" cy="246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Calibri"/>
                <a:ea typeface="Calibri"/>
                <a:cs typeface="Calibri"/>
                <a:sym typeface="Calibri"/>
              </a:rPr>
              <a:t>{{PI_T2_1}}</a:t>
            </a:r>
            <a:endParaRPr sz="800" b="0" i="0" u="none" strike="noStrike" cap="none">
              <a:solidFill>
                <a:schemeClr val="dk1"/>
              </a:solidFill>
              <a:latin typeface="Calibri"/>
              <a:ea typeface="Calibri"/>
              <a:cs typeface="Calibri"/>
              <a:sym typeface="Calibri"/>
            </a:endParaRPr>
          </a:p>
        </p:txBody>
      </p:sp>
      <p:sp>
        <p:nvSpPr>
          <p:cNvPr id="1260" name="Google Shape;1260;p65"/>
          <p:cNvSpPr/>
          <p:nvPr/>
        </p:nvSpPr>
        <p:spPr>
          <a:xfrm>
            <a:off x="6609971" y="1627250"/>
            <a:ext cx="772800" cy="246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Calibri"/>
                <a:ea typeface="Calibri"/>
                <a:cs typeface="Calibri"/>
                <a:sym typeface="Calibri"/>
              </a:rPr>
              <a:t>{{PI_T2_1_SA}}</a:t>
            </a:r>
            <a:endParaRPr sz="700" b="0" i="0" u="none" strike="noStrike" cap="none">
              <a:solidFill>
                <a:schemeClr val="dk1"/>
              </a:solidFill>
              <a:latin typeface="Calibri"/>
              <a:ea typeface="Calibri"/>
              <a:cs typeface="Calibri"/>
              <a:sym typeface="Calibri"/>
            </a:endParaRPr>
          </a:p>
        </p:txBody>
      </p:sp>
      <p:sp>
        <p:nvSpPr>
          <p:cNvPr id="1261" name="Google Shape;1261;p65"/>
          <p:cNvSpPr/>
          <p:nvPr/>
        </p:nvSpPr>
        <p:spPr>
          <a:xfrm>
            <a:off x="4723178" y="1873327"/>
            <a:ext cx="3977700" cy="246000"/>
          </a:xfrm>
          <a:prstGeom prst="rect">
            <a:avLst/>
          </a:prstGeom>
          <a:solidFill>
            <a:srgbClr val="F9FAFB"/>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cxnSp>
        <p:nvCxnSpPr>
          <p:cNvPr id="1262" name="Google Shape;1262;p65"/>
          <p:cNvCxnSpPr/>
          <p:nvPr/>
        </p:nvCxnSpPr>
        <p:spPr>
          <a:xfrm>
            <a:off x="4707464" y="2111515"/>
            <a:ext cx="3977700" cy="0"/>
          </a:xfrm>
          <a:prstGeom prst="straightConnector1">
            <a:avLst/>
          </a:prstGeom>
          <a:noFill/>
          <a:ln w="9525" cap="flat" cmpd="sng">
            <a:solidFill>
              <a:srgbClr val="888888"/>
            </a:solidFill>
            <a:prstDash val="solid"/>
            <a:round/>
            <a:headEnd type="none" w="sm" len="sm"/>
            <a:tailEnd type="none" w="sm" len="sm"/>
          </a:ln>
        </p:spPr>
      </p:cxnSp>
      <p:sp>
        <p:nvSpPr>
          <p:cNvPr id="1263" name="Google Shape;1263;p65"/>
          <p:cNvSpPr/>
          <p:nvPr/>
        </p:nvSpPr>
        <p:spPr>
          <a:xfrm>
            <a:off x="4706067" y="1873320"/>
            <a:ext cx="2061600" cy="246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Calibri"/>
                <a:ea typeface="Calibri"/>
                <a:cs typeface="Calibri"/>
                <a:sym typeface="Calibri"/>
              </a:rPr>
              <a:t>{{PI_T2_2}}</a:t>
            </a:r>
            <a:endParaRPr sz="800" b="0" i="0" u="none" strike="noStrike" cap="none">
              <a:solidFill>
                <a:schemeClr val="dk1"/>
              </a:solidFill>
              <a:latin typeface="Calibri"/>
              <a:ea typeface="Calibri"/>
              <a:cs typeface="Calibri"/>
              <a:sym typeface="Calibri"/>
            </a:endParaRPr>
          </a:p>
        </p:txBody>
      </p:sp>
      <p:sp>
        <p:nvSpPr>
          <p:cNvPr id="1264" name="Google Shape;1264;p65"/>
          <p:cNvSpPr/>
          <p:nvPr/>
        </p:nvSpPr>
        <p:spPr>
          <a:xfrm>
            <a:off x="4723178" y="2119420"/>
            <a:ext cx="3977700" cy="2460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cxnSp>
        <p:nvCxnSpPr>
          <p:cNvPr id="1265" name="Google Shape;1265;p65"/>
          <p:cNvCxnSpPr/>
          <p:nvPr/>
        </p:nvCxnSpPr>
        <p:spPr>
          <a:xfrm>
            <a:off x="4723178" y="2365513"/>
            <a:ext cx="3977700" cy="0"/>
          </a:xfrm>
          <a:prstGeom prst="straightConnector1">
            <a:avLst/>
          </a:prstGeom>
          <a:noFill/>
          <a:ln w="9525" cap="flat" cmpd="sng">
            <a:solidFill>
              <a:srgbClr val="E5E7EB"/>
            </a:solidFill>
            <a:prstDash val="solid"/>
            <a:round/>
            <a:headEnd type="none" w="sm" len="sm"/>
            <a:tailEnd type="none" w="sm" len="sm"/>
          </a:ln>
        </p:spPr>
      </p:cxnSp>
      <p:sp>
        <p:nvSpPr>
          <p:cNvPr id="1266" name="Google Shape;1266;p65"/>
          <p:cNvSpPr/>
          <p:nvPr/>
        </p:nvSpPr>
        <p:spPr>
          <a:xfrm>
            <a:off x="4706067" y="2119414"/>
            <a:ext cx="2061600" cy="246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Calibri"/>
                <a:ea typeface="Calibri"/>
                <a:cs typeface="Calibri"/>
                <a:sym typeface="Calibri"/>
              </a:rPr>
              <a:t>{{PI_T2_3}}</a:t>
            </a:r>
            <a:endParaRPr sz="800" b="0" i="0" u="none" strike="noStrike" cap="none">
              <a:solidFill>
                <a:schemeClr val="dk1"/>
              </a:solidFill>
              <a:latin typeface="Calibri"/>
              <a:ea typeface="Calibri"/>
              <a:cs typeface="Calibri"/>
              <a:sym typeface="Calibri"/>
            </a:endParaRPr>
          </a:p>
        </p:txBody>
      </p:sp>
      <p:sp>
        <p:nvSpPr>
          <p:cNvPr id="1267" name="Google Shape;1267;p65"/>
          <p:cNvSpPr/>
          <p:nvPr/>
        </p:nvSpPr>
        <p:spPr>
          <a:xfrm>
            <a:off x="4723178" y="2365513"/>
            <a:ext cx="3977700" cy="246000"/>
          </a:xfrm>
          <a:prstGeom prst="rect">
            <a:avLst/>
          </a:prstGeom>
          <a:solidFill>
            <a:srgbClr val="F9FAFB"/>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cxnSp>
        <p:nvCxnSpPr>
          <p:cNvPr id="1268" name="Google Shape;1268;p65"/>
          <p:cNvCxnSpPr/>
          <p:nvPr/>
        </p:nvCxnSpPr>
        <p:spPr>
          <a:xfrm>
            <a:off x="4710506" y="2601696"/>
            <a:ext cx="3977700" cy="0"/>
          </a:xfrm>
          <a:prstGeom prst="straightConnector1">
            <a:avLst/>
          </a:prstGeom>
          <a:noFill/>
          <a:ln w="9525" cap="flat" cmpd="sng">
            <a:solidFill>
              <a:srgbClr val="888888"/>
            </a:solidFill>
            <a:prstDash val="solid"/>
            <a:round/>
            <a:headEnd type="none" w="sm" len="sm"/>
            <a:tailEnd type="none" w="sm" len="sm"/>
          </a:ln>
        </p:spPr>
      </p:cxnSp>
      <p:sp>
        <p:nvSpPr>
          <p:cNvPr id="1269" name="Google Shape;1269;p65"/>
          <p:cNvSpPr/>
          <p:nvPr/>
        </p:nvSpPr>
        <p:spPr>
          <a:xfrm>
            <a:off x="4706067" y="2365508"/>
            <a:ext cx="2061600" cy="246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Calibri"/>
                <a:ea typeface="Calibri"/>
                <a:cs typeface="Calibri"/>
                <a:sym typeface="Calibri"/>
              </a:rPr>
              <a:t>{{PI_T2_4}}</a:t>
            </a:r>
            <a:endParaRPr sz="800" b="0" i="0" u="none" strike="noStrike" cap="none">
              <a:solidFill>
                <a:schemeClr val="dk1"/>
              </a:solidFill>
              <a:latin typeface="Calibri"/>
              <a:ea typeface="Calibri"/>
              <a:cs typeface="Calibri"/>
              <a:sym typeface="Calibri"/>
            </a:endParaRPr>
          </a:p>
        </p:txBody>
      </p:sp>
      <p:sp>
        <p:nvSpPr>
          <p:cNvPr id="1270" name="Google Shape;1270;p65"/>
          <p:cNvSpPr/>
          <p:nvPr/>
        </p:nvSpPr>
        <p:spPr>
          <a:xfrm>
            <a:off x="4723178" y="2611606"/>
            <a:ext cx="3977700" cy="2460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1271" name="Google Shape;1271;p65"/>
          <p:cNvSpPr/>
          <p:nvPr/>
        </p:nvSpPr>
        <p:spPr>
          <a:xfrm>
            <a:off x="4706067" y="2611602"/>
            <a:ext cx="2061600" cy="246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Calibri"/>
                <a:ea typeface="Calibri"/>
                <a:cs typeface="Calibri"/>
                <a:sym typeface="Calibri"/>
              </a:rPr>
              <a:t>{{PI_T2_5}}</a:t>
            </a:r>
            <a:endParaRPr sz="800" b="0" i="0" u="none" strike="noStrike" cap="none">
              <a:solidFill>
                <a:schemeClr val="dk1"/>
              </a:solidFill>
              <a:latin typeface="Calibri"/>
              <a:ea typeface="Calibri"/>
              <a:cs typeface="Calibri"/>
              <a:sym typeface="Calibri"/>
            </a:endParaRPr>
          </a:p>
        </p:txBody>
      </p:sp>
      <p:cxnSp>
        <p:nvCxnSpPr>
          <p:cNvPr id="1272" name="Google Shape;1272;p65"/>
          <p:cNvCxnSpPr/>
          <p:nvPr/>
        </p:nvCxnSpPr>
        <p:spPr>
          <a:xfrm>
            <a:off x="4716068" y="2855341"/>
            <a:ext cx="3977700" cy="0"/>
          </a:xfrm>
          <a:prstGeom prst="straightConnector1">
            <a:avLst/>
          </a:prstGeom>
          <a:noFill/>
          <a:ln w="9525" cap="flat" cmpd="sng">
            <a:solidFill>
              <a:srgbClr val="888888"/>
            </a:solidFill>
            <a:prstDash val="solid"/>
            <a:round/>
            <a:headEnd type="none" w="sm" len="sm"/>
            <a:tailEnd type="none" w="sm" len="sm"/>
          </a:ln>
        </p:spPr>
      </p:cxnSp>
      <p:cxnSp>
        <p:nvCxnSpPr>
          <p:cNvPr id="1273" name="Google Shape;1273;p65"/>
          <p:cNvCxnSpPr/>
          <p:nvPr/>
        </p:nvCxnSpPr>
        <p:spPr>
          <a:xfrm>
            <a:off x="4701382" y="2369958"/>
            <a:ext cx="3977700" cy="0"/>
          </a:xfrm>
          <a:prstGeom prst="straightConnector1">
            <a:avLst/>
          </a:prstGeom>
          <a:noFill/>
          <a:ln w="9525" cap="flat" cmpd="sng">
            <a:solidFill>
              <a:srgbClr val="888888"/>
            </a:solidFill>
            <a:prstDash val="solid"/>
            <a:round/>
            <a:headEnd type="none" w="sm" len="sm"/>
            <a:tailEnd type="none" w="sm" len="sm"/>
          </a:ln>
        </p:spPr>
      </p:cxnSp>
      <p:cxnSp>
        <p:nvCxnSpPr>
          <p:cNvPr id="1274" name="Google Shape;1274;p65"/>
          <p:cNvCxnSpPr/>
          <p:nvPr/>
        </p:nvCxnSpPr>
        <p:spPr>
          <a:xfrm>
            <a:off x="4704423" y="1878759"/>
            <a:ext cx="3977700" cy="0"/>
          </a:xfrm>
          <a:prstGeom prst="straightConnector1">
            <a:avLst/>
          </a:prstGeom>
          <a:noFill/>
          <a:ln w="9525" cap="flat" cmpd="sng">
            <a:solidFill>
              <a:srgbClr val="888888"/>
            </a:solidFill>
            <a:prstDash val="solid"/>
            <a:round/>
            <a:headEnd type="none" w="sm" len="sm"/>
            <a:tailEnd type="none" w="sm" len="sm"/>
          </a:ln>
        </p:spPr>
      </p:cxnSp>
      <p:cxnSp>
        <p:nvCxnSpPr>
          <p:cNvPr id="1275" name="Google Shape;1275;p65"/>
          <p:cNvCxnSpPr/>
          <p:nvPr/>
        </p:nvCxnSpPr>
        <p:spPr>
          <a:xfrm>
            <a:off x="4722679" y="1604180"/>
            <a:ext cx="3977700" cy="0"/>
          </a:xfrm>
          <a:prstGeom prst="straightConnector1">
            <a:avLst/>
          </a:prstGeom>
          <a:noFill/>
          <a:ln w="14300" cap="flat" cmpd="sng">
            <a:solidFill>
              <a:srgbClr val="888888"/>
            </a:solidFill>
            <a:prstDash val="solid"/>
            <a:round/>
            <a:headEnd type="none" w="sm" len="sm"/>
            <a:tailEnd type="none" w="sm" len="sm"/>
          </a:ln>
        </p:spPr>
      </p:cxnSp>
      <p:sp>
        <p:nvSpPr>
          <p:cNvPr id="1276" name="Google Shape;1276;p65"/>
          <p:cNvSpPr/>
          <p:nvPr/>
        </p:nvSpPr>
        <p:spPr>
          <a:xfrm>
            <a:off x="6606980" y="1870869"/>
            <a:ext cx="772800" cy="246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Calibri"/>
                <a:ea typeface="Calibri"/>
                <a:cs typeface="Calibri"/>
                <a:sym typeface="Calibri"/>
              </a:rPr>
              <a:t>{{PI_T2_2_SA}}</a:t>
            </a:r>
            <a:endParaRPr sz="700" b="0" i="0" u="none" strike="noStrike" cap="none">
              <a:solidFill>
                <a:schemeClr val="dk1"/>
              </a:solidFill>
              <a:latin typeface="Calibri"/>
              <a:ea typeface="Calibri"/>
              <a:cs typeface="Calibri"/>
              <a:sym typeface="Calibri"/>
            </a:endParaRPr>
          </a:p>
        </p:txBody>
      </p:sp>
      <p:sp>
        <p:nvSpPr>
          <p:cNvPr id="1277" name="Google Shape;1277;p65"/>
          <p:cNvSpPr/>
          <p:nvPr/>
        </p:nvSpPr>
        <p:spPr>
          <a:xfrm>
            <a:off x="6615954" y="2114489"/>
            <a:ext cx="772800" cy="246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Calibri"/>
                <a:ea typeface="Calibri"/>
                <a:cs typeface="Calibri"/>
                <a:sym typeface="Calibri"/>
              </a:rPr>
              <a:t>{{PI_T2_3_SA}}</a:t>
            </a:r>
            <a:endParaRPr sz="700" b="0" i="0" u="none" strike="noStrike" cap="none">
              <a:solidFill>
                <a:schemeClr val="dk1"/>
              </a:solidFill>
              <a:latin typeface="Calibri"/>
              <a:ea typeface="Calibri"/>
              <a:cs typeface="Calibri"/>
              <a:sym typeface="Calibri"/>
            </a:endParaRPr>
          </a:p>
        </p:txBody>
      </p:sp>
      <p:sp>
        <p:nvSpPr>
          <p:cNvPr id="1278" name="Google Shape;1278;p65"/>
          <p:cNvSpPr/>
          <p:nvPr/>
        </p:nvSpPr>
        <p:spPr>
          <a:xfrm>
            <a:off x="6618945" y="2358108"/>
            <a:ext cx="772800" cy="246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Calibri"/>
                <a:ea typeface="Calibri"/>
                <a:cs typeface="Calibri"/>
                <a:sym typeface="Calibri"/>
              </a:rPr>
              <a:t>{{PI_T2_4_SA}}</a:t>
            </a:r>
            <a:endParaRPr sz="700" b="0" i="0" u="none" strike="noStrike" cap="none">
              <a:solidFill>
                <a:schemeClr val="dk1"/>
              </a:solidFill>
              <a:latin typeface="Calibri"/>
              <a:ea typeface="Calibri"/>
              <a:cs typeface="Calibri"/>
              <a:sym typeface="Calibri"/>
            </a:endParaRPr>
          </a:p>
        </p:txBody>
      </p:sp>
      <p:sp>
        <p:nvSpPr>
          <p:cNvPr id="1279" name="Google Shape;1279;p65"/>
          <p:cNvSpPr/>
          <p:nvPr/>
        </p:nvSpPr>
        <p:spPr>
          <a:xfrm>
            <a:off x="6612962" y="2601728"/>
            <a:ext cx="772800" cy="246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Calibri"/>
                <a:ea typeface="Calibri"/>
                <a:cs typeface="Calibri"/>
                <a:sym typeface="Calibri"/>
              </a:rPr>
              <a:t>{{PI_T2_5_SA}}</a:t>
            </a:r>
            <a:endParaRPr sz="700" b="0" i="0" u="none" strike="noStrike" cap="none">
              <a:solidFill>
                <a:schemeClr val="dk1"/>
              </a:solidFill>
              <a:latin typeface="Calibri"/>
              <a:ea typeface="Calibri"/>
              <a:cs typeface="Calibri"/>
              <a:sym typeface="Calibri"/>
            </a:endParaRPr>
          </a:p>
        </p:txBody>
      </p:sp>
      <p:sp>
        <p:nvSpPr>
          <p:cNvPr id="1280" name="Google Shape;1280;p65"/>
          <p:cNvSpPr/>
          <p:nvPr/>
        </p:nvSpPr>
        <p:spPr>
          <a:xfrm>
            <a:off x="7277980" y="1624875"/>
            <a:ext cx="1621200" cy="246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Calibri"/>
                <a:ea typeface="Calibri"/>
                <a:cs typeface="Calibri"/>
                <a:sym typeface="Calibri"/>
              </a:rPr>
              <a:t>{{PI_T2_1_FA}} / {{PI_T2_1_LA}}</a:t>
            </a:r>
            <a:endParaRPr sz="800" b="0" i="0" u="none" strike="noStrike" cap="none">
              <a:solidFill>
                <a:schemeClr val="dk1"/>
              </a:solidFill>
              <a:latin typeface="Calibri"/>
              <a:ea typeface="Calibri"/>
              <a:cs typeface="Calibri"/>
              <a:sym typeface="Calibri"/>
            </a:endParaRPr>
          </a:p>
        </p:txBody>
      </p:sp>
      <p:sp>
        <p:nvSpPr>
          <p:cNvPr id="1281" name="Google Shape;1281;p65"/>
          <p:cNvSpPr/>
          <p:nvPr/>
        </p:nvSpPr>
        <p:spPr>
          <a:xfrm>
            <a:off x="7282310" y="1868476"/>
            <a:ext cx="1621200" cy="246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Calibri"/>
                <a:ea typeface="Calibri"/>
                <a:cs typeface="Calibri"/>
                <a:sym typeface="Calibri"/>
              </a:rPr>
              <a:t>{{PI_T2_2_FA}} / {{PI_T2_2_LA}}</a:t>
            </a:r>
            <a:endParaRPr sz="800" b="0" i="0" u="none" strike="noStrike" cap="none">
              <a:solidFill>
                <a:schemeClr val="dk1"/>
              </a:solidFill>
              <a:latin typeface="Calibri"/>
              <a:ea typeface="Calibri"/>
              <a:cs typeface="Calibri"/>
              <a:sym typeface="Calibri"/>
            </a:endParaRPr>
          </a:p>
        </p:txBody>
      </p:sp>
      <p:sp>
        <p:nvSpPr>
          <p:cNvPr id="1282" name="Google Shape;1282;p65"/>
          <p:cNvSpPr/>
          <p:nvPr/>
        </p:nvSpPr>
        <p:spPr>
          <a:xfrm>
            <a:off x="7286640" y="2112076"/>
            <a:ext cx="1621200" cy="246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Calibri"/>
                <a:ea typeface="Calibri"/>
                <a:cs typeface="Calibri"/>
                <a:sym typeface="Calibri"/>
              </a:rPr>
              <a:t>{{PI_T2_3_FA}} / {{PI_T2_3_LA}}</a:t>
            </a:r>
            <a:endParaRPr sz="800" b="0" i="0" u="none" strike="noStrike" cap="none">
              <a:solidFill>
                <a:schemeClr val="dk1"/>
              </a:solidFill>
              <a:latin typeface="Calibri"/>
              <a:ea typeface="Calibri"/>
              <a:cs typeface="Calibri"/>
              <a:sym typeface="Calibri"/>
            </a:endParaRPr>
          </a:p>
        </p:txBody>
      </p:sp>
      <p:sp>
        <p:nvSpPr>
          <p:cNvPr id="1283" name="Google Shape;1283;p65"/>
          <p:cNvSpPr/>
          <p:nvPr/>
        </p:nvSpPr>
        <p:spPr>
          <a:xfrm>
            <a:off x="7295300" y="2355677"/>
            <a:ext cx="1621200" cy="246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Calibri"/>
                <a:ea typeface="Calibri"/>
                <a:cs typeface="Calibri"/>
                <a:sym typeface="Calibri"/>
              </a:rPr>
              <a:t>{{PI_T2_4_FA}} / {{PI_T2_4_LA}}</a:t>
            </a:r>
            <a:endParaRPr sz="800" b="0" i="0" u="none" strike="noStrike" cap="none">
              <a:solidFill>
                <a:schemeClr val="dk1"/>
              </a:solidFill>
              <a:latin typeface="Calibri"/>
              <a:ea typeface="Calibri"/>
              <a:cs typeface="Calibri"/>
              <a:sym typeface="Calibri"/>
            </a:endParaRPr>
          </a:p>
        </p:txBody>
      </p:sp>
      <p:sp>
        <p:nvSpPr>
          <p:cNvPr id="1284" name="Google Shape;1284;p65"/>
          <p:cNvSpPr/>
          <p:nvPr/>
        </p:nvSpPr>
        <p:spPr>
          <a:xfrm>
            <a:off x="7290970" y="2599278"/>
            <a:ext cx="1621200" cy="246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Calibri"/>
                <a:ea typeface="Calibri"/>
                <a:cs typeface="Calibri"/>
                <a:sym typeface="Calibri"/>
              </a:rPr>
              <a:t>{{PI_T2_5_FA}} / {{PI_T2_5_LA}}</a:t>
            </a:r>
            <a:endParaRPr sz="800" b="0" i="0" u="none" strike="noStrike" cap="none">
              <a:solidFill>
                <a:schemeClr val="dk1"/>
              </a:solidFill>
              <a:latin typeface="Calibri"/>
              <a:ea typeface="Calibri"/>
              <a:cs typeface="Calibri"/>
              <a:sym typeface="Calibri"/>
            </a:endParaRPr>
          </a:p>
        </p:txBody>
      </p:sp>
      <p:sp>
        <p:nvSpPr>
          <p:cNvPr id="1285" name="Google Shape;1285;p65"/>
          <p:cNvSpPr/>
          <p:nvPr/>
        </p:nvSpPr>
        <p:spPr>
          <a:xfrm>
            <a:off x="4733920" y="3618329"/>
            <a:ext cx="3977700" cy="2409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1286" name="Google Shape;1286;p65"/>
          <p:cNvSpPr/>
          <p:nvPr/>
        </p:nvSpPr>
        <p:spPr>
          <a:xfrm>
            <a:off x="4716809" y="3607294"/>
            <a:ext cx="1988700" cy="2409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B7280"/>
              </a:buClr>
              <a:buSzPts val="700"/>
              <a:buFont typeface="DM Sans"/>
              <a:buNone/>
            </a:pPr>
            <a:r>
              <a:rPr lang="en" sz="1000" b="1" i="0" u="none" strike="noStrike" cap="none">
                <a:solidFill>
                  <a:srgbClr val="6B7280"/>
                </a:solidFill>
                <a:latin typeface="Calibri"/>
                <a:ea typeface="Calibri"/>
                <a:cs typeface="Calibri"/>
                <a:sym typeface="Calibri"/>
              </a:rPr>
              <a:t>Technology</a:t>
            </a:r>
            <a:endParaRPr sz="1000" b="0" i="0" u="none" strike="noStrike" cap="none">
              <a:solidFill>
                <a:schemeClr val="dk1"/>
              </a:solidFill>
              <a:latin typeface="Calibri"/>
              <a:ea typeface="Calibri"/>
              <a:cs typeface="Calibri"/>
              <a:sym typeface="Calibri"/>
            </a:endParaRPr>
          </a:p>
        </p:txBody>
      </p:sp>
      <p:sp>
        <p:nvSpPr>
          <p:cNvPr id="1287" name="Google Shape;1287;p65"/>
          <p:cNvSpPr/>
          <p:nvPr/>
        </p:nvSpPr>
        <p:spPr>
          <a:xfrm>
            <a:off x="6618189" y="3619575"/>
            <a:ext cx="772800" cy="2409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6B7280"/>
              </a:buClr>
              <a:buSzPts val="700"/>
              <a:buFont typeface="DM Sans"/>
              <a:buNone/>
            </a:pPr>
            <a:r>
              <a:rPr lang="en" sz="1000" b="1" i="0" u="none" strike="noStrike" cap="none">
                <a:solidFill>
                  <a:srgbClr val="6B7280"/>
                </a:solidFill>
                <a:latin typeface="Calibri"/>
                <a:ea typeface="Calibri"/>
                <a:cs typeface="Calibri"/>
                <a:sym typeface="Calibri"/>
              </a:rPr>
              <a:t># of SAs</a:t>
            </a:r>
            <a:endParaRPr sz="1000" b="0" i="0" u="none" strike="noStrike" cap="none">
              <a:solidFill>
                <a:schemeClr val="dk1"/>
              </a:solidFill>
              <a:latin typeface="Calibri"/>
              <a:ea typeface="Calibri"/>
              <a:cs typeface="Calibri"/>
              <a:sym typeface="Calibri"/>
            </a:endParaRPr>
          </a:p>
        </p:txBody>
      </p:sp>
      <p:sp>
        <p:nvSpPr>
          <p:cNvPr id="1288" name="Google Shape;1288;p65"/>
          <p:cNvSpPr/>
          <p:nvPr/>
        </p:nvSpPr>
        <p:spPr>
          <a:xfrm>
            <a:off x="7288689" y="3613000"/>
            <a:ext cx="1621200" cy="2409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6B7280"/>
              </a:buClr>
              <a:buSzPts val="700"/>
              <a:buFont typeface="DM Sans"/>
              <a:buNone/>
            </a:pPr>
            <a:r>
              <a:rPr lang="en" sz="1000" b="1" i="0" u="none" strike="noStrike" cap="none">
                <a:solidFill>
                  <a:srgbClr val="6B7280"/>
                </a:solidFill>
                <a:latin typeface="Calibri"/>
                <a:ea typeface="Calibri"/>
                <a:cs typeface="Calibri"/>
                <a:sym typeface="Calibri"/>
              </a:rPr>
              <a:t>First / Last Created</a:t>
            </a:r>
            <a:endParaRPr sz="1000" b="0" i="0" u="none" strike="noStrike" cap="none">
              <a:solidFill>
                <a:schemeClr val="dk1"/>
              </a:solidFill>
              <a:latin typeface="Calibri"/>
              <a:ea typeface="Calibri"/>
              <a:cs typeface="Calibri"/>
              <a:sym typeface="Calibri"/>
            </a:endParaRPr>
          </a:p>
        </p:txBody>
      </p:sp>
      <p:sp>
        <p:nvSpPr>
          <p:cNvPr id="1289" name="Google Shape;1289;p65"/>
          <p:cNvSpPr/>
          <p:nvPr/>
        </p:nvSpPr>
        <p:spPr>
          <a:xfrm>
            <a:off x="4733912" y="3858709"/>
            <a:ext cx="3977700" cy="2460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cxnSp>
        <p:nvCxnSpPr>
          <p:cNvPr id="1290" name="Google Shape;1290;p65"/>
          <p:cNvCxnSpPr/>
          <p:nvPr/>
        </p:nvCxnSpPr>
        <p:spPr>
          <a:xfrm>
            <a:off x="4733912" y="4104802"/>
            <a:ext cx="3977700" cy="0"/>
          </a:xfrm>
          <a:prstGeom prst="straightConnector1">
            <a:avLst/>
          </a:prstGeom>
          <a:noFill/>
          <a:ln w="9525" cap="flat" cmpd="sng">
            <a:solidFill>
              <a:srgbClr val="E5E7EB"/>
            </a:solidFill>
            <a:prstDash val="solid"/>
            <a:round/>
            <a:headEnd type="none" w="sm" len="sm"/>
            <a:tailEnd type="none" w="sm" len="sm"/>
          </a:ln>
        </p:spPr>
      </p:cxnSp>
      <p:sp>
        <p:nvSpPr>
          <p:cNvPr id="1291" name="Google Shape;1291;p65"/>
          <p:cNvSpPr/>
          <p:nvPr/>
        </p:nvSpPr>
        <p:spPr>
          <a:xfrm>
            <a:off x="4716801" y="3858701"/>
            <a:ext cx="2061600" cy="246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Calibri"/>
                <a:ea typeface="Calibri"/>
                <a:cs typeface="Calibri"/>
                <a:sym typeface="Calibri"/>
              </a:rPr>
              <a:t>{{PI_T3_1}}</a:t>
            </a:r>
            <a:endParaRPr sz="800" b="0" i="0" u="none" strike="noStrike" cap="none">
              <a:solidFill>
                <a:schemeClr val="dk1"/>
              </a:solidFill>
              <a:latin typeface="Calibri"/>
              <a:ea typeface="Calibri"/>
              <a:cs typeface="Calibri"/>
              <a:sym typeface="Calibri"/>
            </a:endParaRPr>
          </a:p>
        </p:txBody>
      </p:sp>
      <p:sp>
        <p:nvSpPr>
          <p:cNvPr id="1292" name="Google Shape;1292;p65"/>
          <p:cNvSpPr/>
          <p:nvPr/>
        </p:nvSpPr>
        <p:spPr>
          <a:xfrm>
            <a:off x="6620705" y="3858725"/>
            <a:ext cx="772800" cy="246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Calibri"/>
                <a:ea typeface="Calibri"/>
                <a:cs typeface="Calibri"/>
                <a:sym typeface="Calibri"/>
              </a:rPr>
              <a:t>{{PI_T3_1_SA}}</a:t>
            </a:r>
            <a:endParaRPr sz="700" b="0" i="0" u="none" strike="noStrike" cap="none">
              <a:solidFill>
                <a:schemeClr val="dk1"/>
              </a:solidFill>
              <a:latin typeface="Calibri"/>
              <a:ea typeface="Calibri"/>
              <a:cs typeface="Calibri"/>
              <a:sym typeface="Calibri"/>
            </a:endParaRPr>
          </a:p>
        </p:txBody>
      </p:sp>
      <p:sp>
        <p:nvSpPr>
          <p:cNvPr id="1293" name="Google Shape;1293;p65"/>
          <p:cNvSpPr/>
          <p:nvPr/>
        </p:nvSpPr>
        <p:spPr>
          <a:xfrm>
            <a:off x="4733912" y="4104802"/>
            <a:ext cx="3977700" cy="246000"/>
          </a:xfrm>
          <a:prstGeom prst="rect">
            <a:avLst/>
          </a:prstGeom>
          <a:solidFill>
            <a:srgbClr val="F9FAFB"/>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cxnSp>
        <p:nvCxnSpPr>
          <p:cNvPr id="1294" name="Google Shape;1294;p65"/>
          <p:cNvCxnSpPr/>
          <p:nvPr/>
        </p:nvCxnSpPr>
        <p:spPr>
          <a:xfrm>
            <a:off x="4718198" y="4342990"/>
            <a:ext cx="3977700" cy="0"/>
          </a:xfrm>
          <a:prstGeom prst="straightConnector1">
            <a:avLst/>
          </a:prstGeom>
          <a:noFill/>
          <a:ln w="9525" cap="flat" cmpd="sng">
            <a:solidFill>
              <a:srgbClr val="888888"/>
            </a:solidFill>
            <a:prstDash val="solid"/>
            <a:round/>
            <a:headEnd type="none" w="sm" len="sm"/>
            <a:tailEnd type="none" w="sm" len="sm"/>
          </a:ln>
        </p:spPr>
      </p:cxnSp>
      <p:sp>
        <p:nvSpPr>
          <p:cNvPr id="1295" name="Google Shape;1295;p65"/>
          <p:cNvSpPr/>
          <p:nvPr/>
        </p:nvSpPr>
        <p:spPr>
          <a:xfrm>
            <a:off x="4716801" y="4104795"/>
            <a:ext cx="2061600" cy="246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Calibri"/>
                <a:ea typeface="Calibri"/>
                <a:cs typeface="Calibri"/>
                <a:sym typeface="Calibri"/>
              </a:rPr>
              <a:t>{{PI_T3_2}}</a:t>
            </a:r>
            <a:endParaRPr sz="800" b="0" i="0" u="none" strike="noStrike" cap="none">
              <a:solidFill>
                <a:schemeClr val="dk1"/>
              </a:solidFill>
              <a:latin typeface="Calibri"/>
              <a:ea typeface="Calibri"/>
              <a:cs typeface="Calibri"/>
              <a:sym typeface="Calibri"/>
            </a:endParaRPr>
          </a:p>
        </p:txBody>
      </p:sp>
      <p:sp>
        <p:nvSpPr>
          <p:cNvPr id="1296" name="Google Shape;1296;p65"/>
          <p:cNvSpPr/>
          <p:nvPr/>
        </p:nvSpPr>
        <p:spPr>
          <a:xfrm>
            <a:off x="4733912" y="4350895"/>
            <a:ext cx="3977700" cy="2460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cxnSp>
        <p:nvCxnSpPr>
          <p:cNvPr id="1297" name="Google Shape;1297;p65"/>
          <p:cNvCxnSpPr/>
          <p:nvPr/>
        </p:nvCxnSpPr>
        <p:spPr>
          <a:xfrm>
            <a:off x="4733912" y="4596988"/>
            <a:ext cx="3977700" cy="0"/>
          </a:xfrm>
          <a:prstGeom prst="straightConnector1">
            <a:avLst/>
          </a:prstGeom>
          <a:noFill/>
          <a:ln w="9525" cap="flat" cmpd="sng">
            <a:solidFill>
              <a:srgbClr val="E5E7EB"/>
            </a:solidFill>
            <a:prstDash val="solid"/>
            <a:round/>
            <a:headEnd type="none" w="sm" len="sm"/>
            <a:tailEnd type="none" w="sm" len="sm"/>
          </a:ln>
        </p:spPr>
      </p:cxnSp>
      <p:sp>
        <p:nvSpPr>
          <p:cNvPr id="1298" name="Google Shape;1298;p65"/>
          <p:cNvSpPr/>
          <p:nvPr/>
        </p:nvSpPr>
        <p:spPr>
          <a:xfrm>
            <a:off x="4716801" y="4350889"/>
            <a:ext cx="2061600" cy="246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Calibri"/>
                <a:ea typeface="Calibri"/>
                <a:cs typeface="Calibri"/>
                <a:sym typeface="Calibri"/>
              </a:rPr>
              <a:t>{{PI_T3_3}}</a:t>
            </a:r>
            <a:endParaRPr sz="800" b="0" i="0" u="none" strike="noStrike" cap="none">
              <a:solidFill>
                <a:schemeClr val="dk1"/>
              </a:solidFill>
              <a:latin typeface="Calibri"/>
              <a:ea typeface="Calibri"/>
              <a:cs typeface="Calibri"/>
              <a:sym typeface="Calibri"/>
            </a:endParaRPr>
          </a:p>
        </p:txBody>
      </p:sp>
      <p:sp>
        <p:nvSpPr>
          <p:cNvPr id="1299" name="Google Shape;1299;p65"/>
          <p:cNvSpPr/>
          <p:nvPr/>
        </p:nvSpPr>
        <p:spPr>
          <a:xfrm>
            <a:off x="4733912" y="4596988"/>
            <a:ext cx="3977700" cy="246000"/>
          </a:xfrm>
          <a:prstGeom prst="rect">
            <a:avLst/>
          </a:prstGeom>
          <a:solidFill>
            <a:srgbClr val="F9FAFB"/>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cxnSp>
        <p:nvCxnSpPr>
          <p:cNvPr id="1300" name="Google Shape;1300;p65"/>
          <p:cNvCxnSpPr/>
          <p:nvPr/>
        </p:nvCxnSpPr>
        <p:spPr>
          <a:xfrm>
            <a:off x="4721240" y="4833171"/>
            <a:ext cx="3977700" cy="0"/>
          </a:xfrm>
          <a:prstGeom prst="straightConnector1">
            <a:avLst/>
          </a:prstGeom>
          <a:noFill/>
          <a:ln w="9525" cap="flat" cmpd="sng">
            <a:solidFill>
              <a:srgbClr val="888888"/>
            </a:solidFill>
            <a:prstDash val="solid"/>
            <a:round/>
            <a:headEnd type="none" w="sm" len="sm"/>
            <a:tailEnd type="none" w="sm" len="sm"/>
          </a:ln>
        </p:spPr>
      </p:cxnSp>
      <p:sp>
        <p:nvSpPr>
          <p:cNvPr id="1301" name="Google Shape;1301;p65"/>
          <p:cNvSpPr/>
          <p:nvPr/>
        </p:nvSpPr>
        <p:spPr>
          <a:xfrm>
            <a:off x="4716801" y="4596983"/>
            <a:ext cx="2061600" cy="246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Calibri"/>
                <a:ea typeface="Calibri"/>
                <a:cs typeface="Calibri"/>
                <a:sym typeface="Calibri"/>
              </a:rPr>
              <a:t>{{PI_T3_4}}</a:t>
            </a:r>
            <a:endParaRPr sz="800" b="0" i="0" u="none" strike="noStrike" cap="none">
              <a:solidFill>
                <a:schemeClr val="dk1"/>
              </a:solidFill>
              <a:latin typeface="Calibri"/>
              <a:ea typeface="Calibri"/>
              <a:cs typeface="Calibri"/>
              <a:sym typeface="Calibri"/>
            </a:endParaRPr>
          </a:p>
        </p:txBody>
      </p:sp>
      <p:sp>
        <p:nvSpPr>
          <p:cNvPr id="1302" name="Google Shape;1302;p65"/>
          <p:cNvSpPr/>
          <p:nvPr/>
        </p:nvSpPr>
        <p:spPr>
          <a:xfrm>
            <a:off x="4733912" y="4843081"/>
            <a:ext cx="3977700" cy="2460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1303" name="Google Shape;1303;p65"/>
          <p:cNvSpPr/>
          <p:nvPr/>
        </p:nvSpPr>
        <p:spPr>
          <a:xfrm>
            <a:off x="4716801" y="4843077"/>
            <a:ext cx="2061600" cy="246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Calibri"/>
                <a:ea typeface="Calibri"/>
                <a:cs typeface="Calibri"/>
                <a:sym typeface="Calibri"/>
              </a:rPr>
              <a:t>{{PI_T3_5}}</a:t>
            </a:r>
            <a:endParaRPr sz="800" b="0" i="0" u="none" strike="noStrike" cap="none">
              <a:solidFill>
                <a:schemeClr val="dk1"/>
              </a:solidFill>
              <a:latin typeface="Calibri"/>
              <a:ea typeface="Calibri"/>
              <a:cs typeface="Calibri"/>
              <a:sym typeface="Calibri"/>
            </a:endParaRPr>
          </a:p>
        </p:txBody>
      </p:sp>
      <p:cxnSp>
        <p:nvCxnSpPr>
          <p:cNvPr id="1304" name="Google Shape;1304;p65"/>
          <p:cNvCxnSpPr/>
          <p:nvPr/>
        </p:nvCxnSpPr>
        <p:spPr>
          <a:xfrm>
            <a:off x="4694756" y="5086816"/>
            <a:ext cx="3977700" cy="0"/>
          </a:xfrm>
          <a:prstGeom prst="straightConnector1">
            <a:avLst/>
          </a:prstGeom>
          <a:noFill/>
          <a:ln w="9525" cap="flat" cmpd="sng">
            <a:solidFill>
              <a:srgbClr val="888888"/>
            </a:solidFill>
            <a:prstDash val="solid"/>
            <a:round/>
            <a:headEnd type="none" w="sm" len="sm"/>
            <a:tailEnd type="none" w="sm" len="sm"/>
          </a:ln>
        </p:spPr>
      </p:cxnSp>
      <p:cxnSp>
        <p:nvCxnSpPr>
          <p:cNvPr id="1305" name="Google Shape;1305;p65"/>
          <p:cNvCxnSpPr/>
          <p:nvPr/>
        </p:nvCxnSpPr>
        <p:spPr>
          <a:xfrm>
            <a:off x="4712116" y="4601433"/>
            <a:ext cx="3977700" cy="0"/>
          </a:xfrm>
          <a:prstGeom prst="straightConnector1">
            <a:avLst/>
          </a:prstGeom>
          <a:noFill/>
          <a:ln w="9525" cap="flat" cmpd="sng">
            <a:solidFill>
              <a:srgbClr val="888888"/>
            </a:solidFill>
            <a:prstDash val="solid"/>
            <a:round/>
            <a:headEnd type="none" w="sm" len="sm"/>
            <a:tailEnd type="none" w="sm" len="sm"/>
          </a:ln>
        </p:spPr>
      </p:cxnSp>
      <p:cxnSp>
        <p:nvCxnSpPr>
          <p:cNvPr id="1306" name="Google Shape;1306;p65"/>
          <p:cNvCxnSpPr/>
          <p:nvPr/>
        </p:nvCxnSpPr>
        <p:spPr>
          <a:xfrm>
            <a:off x="4715157" y="4110234"/>
            <a:ext cx="3977700" cy="0"/>
          </a:xfrm>
          <a:prstGeom prst="straightConnector1">
            <a:avLst/>
          </a:prstGeom>
          <a:noFill/>
          <a:ln w="9525" cap="flat" cmpd="sng">
            <a:solidFill>
              <a:srgbClr val="888888"/>
            </a:solidFill>
            <a:prstDash val="solid"/>
            <a:round/>
            <a:headEnd type="none" w="sm" len="sm"/>
            <a:tailEnd type="none" w="sm" len="sm"/>
          </a:ln>
        </p:spPr>
      </p:cxnSp>
      <p:cxnSp>
        <p:nvCxnSpPr>
          <p:cNvPr id="1307" name="Google Shape;1307;p65"/>
          <p:cNvCxnSpPr/>
          <p:nvPr/>
        </p:nvCxnSpPr>
        <p:spPr>
          <a:xfrm>
            <a:off x="4733413" y="3835655"/>
            <a:ext cx="3977700" cy="0"/>
          </a:xfrm>
          <a:prstGeom prst="straightConnector1">
            <a:avLst/>
          </a:prstGeom>
          <a:noFill/>
          <a:ln w="14300" cap="flat" cmpd="sng">
            <a:solidFill>
              <a:srgbClr val="888888"/>
            </a:solidFill>
            <a:prstDash val="solid"/>
            <a:round/>
            <a:headEnd type="none" w="sm" len="sm"/>
            <a:tailEnd type="none" w="sm" len="sm"/>
          </a:ln>
        </p:spPr>
      </p:cxnSp>
      <p:sp>
        <p:nvSpPr>
          <p:cNvPr id="1308" name="Google Shape;1308;p65"/>
          <p:cNvSpPr/>
          <p:nvPr/>
        </p:nvSpPr>
        <p:spPr>
          <a:xfrm>
            <a:off x="6617714" y="4102344"/>
            <a:ext cx="772800" cy="246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Calibri"/>
                <a:ea typeface="Calibri"/>
                <a:cs typeface="Calibri"/>
                <a:sym typeface="Calibri"/>
              </a:rPr>
              <a:t>{{PI_T3_2_SA}}</a:t>
            </a:r>
            <a:endParaRPr sz="700" b="0" i="0" u="none" strike="noStrike" cap="none">
              <a:solidFill>
                <a:schemeClr val="dk1"/>
              </a:solidFill>
              <a:latin typeface="Calibri"/>
              <a:ea typeface="Calibri"/>
              <a:cs typeface="Calibri"/>
              <a:sym typeface="Calibri"/>
            </a:endParaRPr>
          </a:p>
        </p:txBody>
      </p:sp>
      <p:sp>
        <p:nvSpPr>
          <p:cNvPr id="1309" name="Google Shape;1309;p65"/>
          <p:cNvSpPr/>
          <p:nvPr/>
        </p:nvSpPr>
        <p:spPr>
          <a:xfrm>
            <a:off x="6626688" y="4345964"/>
            <a:ext cx="772800" cy="246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Calibri"/>
                <a:ea typeface="Calibri"/>
                <a:cs typeface="Calibri"/>
                <a:sym typeface="Calibri"/>
              </a:rPr>
              <a:t>{{PI_T3_3_SA}}</a:t>
            </a:r>
            <a:endParaRPr sz="700" b="0" i="0" u="none" strike="noStrike" cap="none">
              <a:solidFill>
                <a:schemeClr val="dk1"/>
              </a:solidFill>
              <a:latin typeface="Calibri"/>
              <a:ea typeface="Calibri"/>
              <a:cs typeface="Calibri"/>
              <a:sym typeface="Calibri"/>
            </a:endParaRPr>
          </a:p>
        </p:txBody>
      </p:sp>
      <p:sp>
        <p:nvSpPr>
          <p:cNvPr id="1310" name="Google Shape;1310;p65"/>
          <p:cNvSpPr/>
          <p:nvPr/>
        </p:nvSpPr>
        <p:spPr>
          <a:xfrm>
            <a:off x="6629679" y="4589583"/>
            <a:ext cx="772800" cy="246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Calibri"/>
                <a:ea typeface="Calibri"/>
                <a:cs typeface="Calibri"/>
                <a:sym typeface="Calibri"/>
              </a:rPr>
              <a:t>{{PI_T3_4_SA}}</a:t>
            </a:r>
            <a:endParaRPr sz="700" b="0" i="0" u="none" strike="noStrike" cap="none">
              <a:solidFill>
                <a:schemeClr val="dk1"/>
              </a:solidFill>
              <a:latin typeface="Calibri"/>
              <a:ea typeface="Calibri"/>
              <a:cs typeface="Calibri"/>
              <a:sym typeface="Calibri"/>
            </a:endParaRPr>
          </a:p>
        </p:txBody>
      </p:sp>
      <p:sp>
        <p:nvSpPr>
          <p:cNvPr id="1311" name="Google Shape;1311;p65"/>
          <p:cNvSpPr/>
          <p:nvPr/>
        </p:nvSpPr>
        <p:spPr>
          <a:xfrm>
            <a:off x="6623696" y="4833203"/>
            <a:ext cx="772800" cy="246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Calibri"/>
                <a:ea typeface="Calibri"/>
                <a:cs typeface="Calibri"/>
                <a:sym typeface="Calibri"/>
              </a:rPr>
              <a:t>{{PI_T3_5_SA}}</a:t>
            </a:r>
            <a:endParaRPr sz="700" b="0" i="0" u="none" strike="noStrike" cap="none">
              <a:solidFill>
                <a:schemeClr val="dk1"/>
              </a:solidFill>
              <a:latin typeface="Calibri"/>
              <a:ea typeface="Calibri"/>
              <a:cs typeface="Calibri"/>
              <a:sym typeface="Calibri"/>
            </a:endParaRPr>
          </a:p>
        </p:txBody>
      </p:sp>
      <p:sp>
        <p:nvSpPr>
          <p:cNvPr id="1312" name="Google Shape;1312;p65"/>
          <p:cNvSpPr/>
          <p:nvPr/>
        </p:nvSpPr>
        <p:spPr>
          <a:xfrm>
            <a:off x="7288714" y="3856350"/>
            <a:ext cx="1621200" cy="246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Calibri"/>
                <a:ea typeface="Calibri"/>
                <a:cs typeface="Calibri"/>
                <a:sym typeface="Calibri"/>
              </a:rPr>
              <a:t>{{PI_T3_1_FA}} / {{PI_T3_1_LA}}</a:t>
            </a:r>
            <a:endParaRPr sz="800" b="0" i="0" u="none" strike="noStrike" cap="none">
              <a:solidFill>
                <a:schemeClr val="dk1"/>
              </a:solidFill>
              <a:latin typeface="Calibri"/>
              <a:ea typeface="Calibri"/>
              <a:cs typeface="Calibri"/>
              <a:sym typeface="Calibri"/>
            </a:endParaRPr>
          </a:p>
        </p:txBody>
      </p:sp>
      <p:sp>
        <p:nvSpPr>
          <p:cNvPr id="1313" name="Google Shape;1313;p65"/>
          <p:cNvSpPr/>
          <p:nvPr/>
        </p:nvSpPr>
        <p:spPr>
          <a:xfrm>
            <a:off x="7293044" y="4099951"/>
            <a:ext cx="1621200" cy="246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Calibri"/>
                <a:ea typeface="Calibri"/>
                <a:cs typeface="Calibri"/>
                <a:sym typeface="Calibri"/>
              </a:rPr>
              <a:t>{{PI_T3_2_FA}} / {{PI_T3_2_LA}}</a:t>
            </a:r>
            <a:endParaRPr sz="800" b="0" i="0" u="none" strike="noStrike" cap="none">
              <a:solidFill>
                <a:schemeClr val="dk1"/>
              </a:solidFill>
              <a:latin typeface="Calibri"/>
              <a:ea typeface="Calibri"/>
              <a:cs typeface="Calibri"/>
              <a:sym typeface="Calibri"/>
            </a:endParaRPr>
          </a:p>
        </p:txBody>
      </p:sp>
      <p:sp>
        <p:nvSpPr>
          <p:cNvPr id="1314" name="Google Shape;1314;p65"/>
          <p:cNvSpPr/>
          <p:nvPr/>
        </p:nvSpPr>
        <p:spPr>
          <a:xfrm>
            <a:off x="7297374" y="4343551"/>
            <a:ext cx="1621200" cy="246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Calibri"/>
                <a:ea typeface="Calibri"/>
                <a:cs typeface="Calibri"/>
                <a:sym typeface="Calibri"/>
              </a:rPr>
              <a:t>{{PI_T3_3_FA}} / {{PI_T3_3_LA}}</a:t>
            </a:r>
            <a:endParaRPr sz="800" b="0" i="0" u="none" strike="noStrike" cap="none">
              <a:solidFill>
                <a:schemeClr val="dk1"/>
              </a:solidFill>
              <a:latin typeface="Calibri"/>
              <a:ea typeface="Calibri"/>
              <a:cs typeface="Calibri"/>
              <a:sym typeface="Calibri"/>
            </a:endParaRPr>
          </a:p>
        </p:txBody>
      </p:sp>
      <p:sp>
        <p:nvSpPr>
          <p:cNvPr id="1315" name="Google Shape;1315;p65"/>
          <p:cNvSpPr/>
          <p:nvPr/>
        </p:nvSpPr>
        <p:spPr>
          <a:xfrm>
            <a:off x="7306035" y="4587152"/>
            <a:ext cx="1621200" cy="246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Calibri"/>
                <a:ea typeface="Calibri"/>
                <a:cs typeface="Calibri"/>
                <a:sym typeface="Calibri"/>
              </a:rPr>
              <a:t>{{PI_T3_4_FA}} / {{PI_T3_4_LA}}</a:t>
            </a:r>
            <a:endParaRPr sz="800" b="0" i="0" u="none" strike="noStrike" cap="none">
              <a:solidFill>
                <a:schemeClr val="dk1"/>
              </a:solidFill>
              <a:latin typeface="Calibri"/>
              <a:ea typeface="Calibri"/>
              <a:cs typeface="Calibri"/>
              <a:sym typeface="Calibri"/>
            </a:endParaRPr>
          </a:p>
        </p:txBody>
      </p:sp>
      <p:sp>
        <p:nvSpPr>
          <p:cNvPr id="1316" name="Google Shape;1316;p65"/>
          <p:cNvSpPr/>
          <p:nvPr/>
        </p:nvSpPr>
        <p:spPr>
          <a:xfrm>
            <a:off x="7301704" y="4830753"/>
            <a:ext cx="1621200" cy="246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Calibri"/>
                <a:ea typeface="Calibri"/>
                <a:cs typeface="Calibri"/>
                <a:sym typeface="Calibri"/>
              </a:rPr>
              <a:t>{{PI_T3_5_FA}} / {{PI_T3_5_LA}}</a:t>
            </a:r>
            <a:endParaRPr sz="800" b="0" i="0" u="none" strike="noStrike" cap="none">
              <a:solidFill>
                <a:schemeClr val="dk1"/>
              </a:solidFill>
              <a:latin typeface="Calibri"/>
              <a:ea typeface="Calibri"/>
              <a:cs typeface="Calibri"/>
              <a:sym typeface="Calibri"/>
            </a:endParaRPr>
          </a:p>
        </p:txBody>
      </p:sp>
      <p:sp>
        <p:nvSpPr>
          <p:cNvPr id="1317" name="Google Shape;1317;p65"/>
          <p:cNvSpPr/>
          <p:nvPr/>
        </p:nvSpPr>
        <p:spPr>
          <a:xfrm>
            <a:off x="369464" y="2891186"/>
            <a:ext cx="3977700" cy="2460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cxnSp>
        <p:nvCxnSpPr>
          <p:cNvPr id="1318" name="Google Shape;1318;p65"/>
          <p:cNvCxnSpPr/>
          <p:nvPr/>
        </p:nvCxnSpPr>
        <p:spPr>
          <a:xfrm>
            <a:off x="359833" y="3140736"/>
            <a:ext cx="3977700" cy="0"/>
          </a:xfrm>
          <a:prstGeom prst="straightConnector1">
            <a:avLst/>
          </a:prstGeom>
          <a:noFill/>
          <a:ln w="9525" cap="flat" cmpd="sng">
            <a:solidFill>
              <a:srgbClr val="E5E7EB"/>
            </a:solidFill>
            <a:prstDash val="solid"/>
            <a:round/>
            <a:headEnd type="none" w="sm" len="sm"/>
            <a:tailEnd type="none" w="sm" len="sm"/>
          </a:ln>
        </p:spPr>
      </p:cxnSp>
      <p:sp>
        <p:nvSpPr>
          <p:cNvPr id="1319" name="Google Shape;1319;p65"/>
          <p:cNvSpPr/>
          <p:nvPr/>
        </p:nvSpPr>
        <p:spPr>
          <a:xfrm>
            <a:off x="369460" y="2891182"/>
            <a:ext cx="2061600" cy="246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Calibri"/>
                <a:ea typeface="Calibri"/>
                <a:cs typeface="Calibri"/>
                <a:sym typeface="Calibri"/>
              </a:rPr>
              <a:t>{{PI_T1_6}}</a:t>
            </a:r>
            <a:endParaRPr sz="800" b="0" i="0" u="none" strike="noStrike" cap="none">
              <a:solidFill>
                <a:schemeClr val="dk1"/>
              </a:solidFill>
              <a:latin typeface="Calibri"/>
              <a:ea typeface="Calibri"/>
              <a:cs typeface="Calibri"/>
              <a:sym typeface="Calibri"/>
            </a:endParaRPr>
          </a:p>
        </p:txBody>
      </p:sp>
      <p:cxnSp>
        <p:nvCxnSpPr>
          <p:cNvPr id="1320" name="Google Shape;1320;p65"/>
          <p:cNvCxnSpPr/>
          <p:nvPr/>
        </p:nvCxnSpPr>
        <p:spPr>
          <a:xfrm>
            <a:off x="347415" y="3134921"/>
            <a:ext cx="3977700" cy="0"/>
          </a:xfrm>
          <a:prstGeom prst="straightConnector1">
            <a:avLst/>
          </a:prstGeom>
          <a:noFill/>
          <a:ln w="9525" cap="flat" cmpd="sng">
            <a:solidFill>
              <a:srgbClr val="888888"/>
            </a:solidFill>
            <a:prstDash val="solid"/>
            <a:round/>
            <a:headEnd type="none" w="sm" len="sm"/>
            <a:tailEnd type="none" w="sm" len="sm"/>
          </a:ln>
        </p:spPr>
      </p:cxnSp>
      <p:sp>
        <p:nvSpPr>
          <p:cNvPr id="1321" name="Google Shape;1321;p65"/>
          <p:cNvSpPr/>
          <p:nvPr/>
        </p:nvSpPr>
        <p:spPr>
          <a:xfrm>
            <a:off x="2312547" y="2881313"/>
            <a:ext cx="736800" cy="246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Calibri"/>
                <a:ea typeface="Calibri"/>
                <a:cs typeface="Calibri"/>
                <a:sym typeface="Calibri"/>
              </a:rPr>
              <a:t>{{PI_T1_6_SA}}</a:t>
            </a:r>
            <a:endParaRPr sz="700" b="0" i="0" u="none" strike="noStrike" cap="none">
              <a:solidFill>
                <a:schemeClr val="dk1"/>
              </a:solidFill>
              <a:latin typeface="Calibri"/>
              <a:ea typeface="Calibri"/>
              <a:cs typeface="Calibri"/>
              <a:sym typeface="Calibri"/>
            </a:endParaRPr>
          </a:p>
        </p:txBody>
      </p:sp>
      <p:sp>
        <p:nvSpPr>
          <p:cNvPr id="1322" name="Google Shape;1322;p65"/>
          <p:cNvSpPr/>
          <p:nvPr/>
        </p:nvSpPr>
        <p:spPr>
          <a:xfrm>
            <a:off x="2937042" y="2878863"/>
            <a:ext cx="1594500" cy="246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Calibri"/>
                <a:ea typeface="Calibri"/>
                <a:cs typeface="Calibri"/>
                <a:sym typeface="Calibri"/>
              </a:rPr>
              <a:t>{{PI_T1_6_FA}} / {{PI_T1_6_LA}}</a:t>
            </a:r>
            <a:endParaRPr sz="800" b="0" i="0" u="none" strike="noStrike" cap="none">
              <a:solidFill>
                <a:schemeClr val="dk1"/>
              </a:solidFill>
              <a:latin typeface="Calibri"/>
              <a:ea typeface="Calibri"/>
              <a:cs typeface="Calibri"/>
              <a:sym typeface="Calibri"/>
            </a:endParaRPr>
          </a:p>
        </p:txBody>
      </p:sp>
      <p:sp>
        <p:nvSpPr>
          <p:cNvPr id="1323" name="Google Shape;1323;p65"/>
          <p:cNvSpPr/>
          <p:nvPr/>
        </p:nvSpPr>
        <p:spPr>
          <a:xfrm>
            <a:off x="380824" y="3156586"/>
            <a:ext cx="3977700" cy="2460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cxnSp>
        <p:nvCxnSpPr>
          <p:cNvPr id="1324" name="Google Shape;1324;p65"/>
          <p:cNvCxnSpPr/>
          <p:nvPr/>
        </p:nvCxnSpPr>
        <p:spPr>
          <a:xfrm>
            <a:off x="371193" y="3406136"/>
            <a:ext cx="3977700" cy="0"/>
          </a:xfrm>
          <a:prstGeom prst="straightConnector1">
            <a:avLst/>
          </a:prstGeom>
          <a:noFill/>
          <a:ln w="9525" cap="flat" cmpd="sng">
            <a:solidFill>
              <a:srgbClr val="E5E7EB"/>
            </a:solidFill>
            <a:prstDash val="solid"/>
            <a:round/>
            <a:headEnd type="none" w="sm" len="sm"/>
            <a:tailEnd type="none" w="sm" len="sm"/>
          </a:ln>
        </p:spPr>
      </p:cxnSp>
      <p:sp>
        <p:nvSpPr>
          <p:cNvPr id="1325" name="Google Shape;1325;p65"/>
          <p:cNvSpPr/>
          <p:nvPr/>
        </p:nvSpPr>
        <p:spPr>
          <a:xfrm>
            <a:off x="380820" y="3156582"/>
            <a:ext cx="2061600" cy="246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Calibri"/>
                <a:ea typeface="Calibri"/>
                <a:cs typeface="Calibri"/>
                <a:sym typeface="Calibri"/>
              </a:rPr>
              <a:t>{{PI_T1_7}}</a:t>
            </a:r>
            <a:endParaRPr sz="800" b="0" i="0" u="none" strike="noStrike" cap="none">
              <a:solidFill>
                <a:schemeClr val="dk1"/>
              </a:solidFill>
              <a:latin typeface="Calibri"/>
              <a:ea typeface="Calibri"/>
              <a:cs typeface="Calibri"/>
              <a:sym typeface="Calibri"/>
            </a:endParaRPr>
          </a:p>
        </p:txBody>
      </p:sp>
      <p:cxnSp>
        <p:nvCxnSpPr>
          <p:cNvPr id="1326" name="Google Shape;1326;p65"/>
          <p:cNvCxnSpPr/>
          <p:nvPr/>
        </p:nvCxnSpPr>
        <p:spPr>
          <a:xfrm>
            <a:off x="358775" y="3400321"/>
            <a:ext cx="3977700" cy="0"/>
          </a:xfrm>
          <a:prstGeom prst="straightConnector1">
            <a:avLst/>
          </a:prstGeom>
          <a:noFill/>
          <a:ln w="9525" cap="flat" cmpd="sng">
            <a:solidFill>
              <a:srgbClr val="888888"/>
            </a:solidFill>
            <a:prstDash val="solid"/>
            <a:round/>
            <a:headEnd type="none" w="sm" len="sm"/>
            <a:tailEnd type="none" w="sm" len="sm"/>
          </a:ln>
        </p:spPr>
      </p:cxnSp>
      <p:sp>
        <p:nvSpPr>
          <p:cNvPr id="1327" name="Google Shape;1327;p65"/>
          <p:cNvSpPr/>
          <p:nvPr/>
        </p:nvSpPr>
        <p:spPr>
          <a:xfrm>
            <a:off x="2323907" y="3146713"/>
            <a:ext cx="736800" cy="246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Calibri"/>
                <a:ea typeface="Calibri"/>
                <a:cs typeface="Calibri"/>
                <a:sym typeface="Calibri"/>
              </a:rPr>
              <a:t>{{PI_T1_7_SA}}</a:t>
            </a:r>
            <a:endParaRPr sz="700" b="0" i="0" u="none" strike="noStrike" cap="none">
              <a:solidFill>
                <a:schemeClr val="dk1"/>
              </a:solidFill>
              <a:latin typeface="Calibri"/>
              <a:ea typeface="Calibri"/>
              <a:cs typeface="Calibri"/>
              <a:sym typeface="Calibri"/>
            </a:endParaRPr>
          </a:p>
        </p:txBody>
      </p:sp>
      <p:sp>
        <p:nvSpPr>
          <p:cNvPr id="1328" name="Google Shape;1328;p65"/>
          <p:cNvSpPr/>
          <p:nvPr/>
        </p:nvSpPr>
        <p:spPr>
          <a:xfrm>
            <a:off x="2948402" y="3144263"/>
            <a:ext cx="1594500" cy="246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Calibri"/>
                <a:ea typeface="Calibri"/>
                <a:cs typeface="Calibri"/>
                <a:sym typeface="Calibri"/>
              </a:rPr>
              <a:t>{{PI_T1_7_FA}} / {{PI_T1_7_LA}}</a:t>
            </a:r>
            <a:endParaRPr sz="800" b="0" i="0" u="none" strike="noStrike" cap="none">
              <a:solidFill>
                <a:schemeClr val="dk1"/>
              </a:solidFill>
              <a:latin typeface="Calibri"/>
              <a:ea typeface="Calibri"/>
              <a:cs typeface="Calibri"/>
              <a:sym typeface="Calibri"/>
            </a:endParaRPr>
          </a:p>
        </p:txBody>
      </p:sp>
      <p:sp>
        <p:nvSpPr>
          <p:cNvPr id="1329" name="Google Shape;1329;p65"/>
          <p:cNvSpPr/>
          <p:nvPr/>
        </p:nvSpPr>
        <p:spPr>
          <a:xfrm>
            <a:off x="377476" y="3421986"/>
            <a:ext cx="3977700" cy="2460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cxnSp>
        <p:nvCxnSpPr>
          <p:cNvPr id="1330" name="Google Shape;1330;p65"/>
          <p:cNvCxnSpPr/>
          <p:nvPr/>
        </p:nvCxnSpPr>
        <p:spPr>
          <a:xfrm>
            <a:off x="367845" y="3671536"/>
            <a:ext cx="3977700" cy="0"/>
          </a:xfrm>
          <a:prstGeom prst="straightConnector1">
            <a:avLst/>
          </a:prstGeom>
          <a:noFill/>
          <a:ln w="9525" cap="flat" cmpd="sng">
            <a:solidFill>
              <a:srgbClr val="E5E7EB"/>
            </a:solidFill>
            <a:prstDash val="solid"/>
            <a:round/>
            <a:headEnd type="none" w="sm" len="sm"/>
            <a:tailEnd type="none" w="sm" len="sm"/>
          </a:ln>
        </p:spPr>
      </p:cxnSp>
      <p:sp>
        <p:nvSpPr>
          <p:cNvPr id="1331" name="Google Shape;1331;p65"/>
          <p:cNvSpPr/>
          <p:nvPr/>
        </p:nvSpPr>
        <p:spPr>
          <a:xfrm>
            <a:off x="377472" y="3421982"/>
            <a:ext cx="2061600" cy="246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Calibri"/>
                <a:ea typeface="Calibri"/>
                <a:cs typeface="Calibri"/>
                <a:sym typeface="Calibri"/>
              </a:rPr>
              <a:t>{{PI_T1_8}}</a:t>
            </a:r>
            <a:endParaRPr sz="800" b="0" i="0" u="none" strike="noStrike" cap="none">
              <a:solidFill>
                <a:schemeClr val="dk1"/>
              </a:solidFill>
              <a:latin typeface="Calibri"/>
              <a:ea typeface="Calibri"/>
              <a:cs typeface="Calibri"/>
              <a:sym typeface="Calibri"/>
            </a:endParaRPr>
          </a:p>
        </p:txBody>
      </p:sp>
      <p:cxnSp>
        <p:nvCxnSpPr>
          <p:cNvPr id="1332" name="Google Shape;1332;p65"/>
          <p:cNvCxnSpPr/>
          <p:nvPr/>
        </p:nvCxnSpPr>
        <p:spPr>
          <a:xfrm>
            <a:off x="355427" y="3665721"/>
            <a:ext cx="3977700" cy="0"/>
          </a:xfrm>
          <a:prstGeom prst="straightConnector1">
            <a:avLst/>
          </a:prstGeom>
          <a:noFill/>
          <a:ln w="9525" cap="flat" cmpd="sng">
            <a:solidFill>
              <a:srgbClr val="888888"/>
            </a:solidFill>
            <a:prstDash val="solid"/>
            <a:round/>
            <a:headEnd type="none" w="sm" len="sm"/>
            <a:tailEnd type="none" w="sm" len="sm"/>
          </a:ln>
        </p:spPr>
      </p:cxnSp>
      <p:sp>
        <p:nvSpPr>
          <p:cNvPr id="1333" name="Google Shape;1333;p65"/>
          <p:cNvSpPr/>
          <p:nvPr/>
        </p:nvSpPr>
        <p:spPr>
          <a:xfrm>
            <a:off x="2320559" y="3412113"/>
            <a:ext cx="736800" cy="246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Calibri"/>
                <a:ea typeface="Calibri"/>
                <a:cs typeface="Calibri"/>
                <a:sym typeface="Calibri"/>
              </a:rPr>
              <a:t>{{PI_T1_8_SA}}</a:t>
            </a:r>
            <a:endParaRPr sz="700" b="0" i="0" u="none" strike="noStrike" cap="none">
              <a:solidFill>
                <a:schemeClr val="dk1"/>
              </a:solidFill>
              <a:latin typeface="Calibri"/>
              <a:ea typeface="Calibri"/>
              <a:cs typeface="Calibri"/>
              <a:sym typeface="Calibri"/>
            </a:endParaRPr>
          </a:p>
        </p:txBody>
      </p:sp>
      <p:sp>
        <p:nvSpPr>
          <p:cNvPr id="1334" name="Google Shape;1334;p65"/>
          <p:cNvSpPr/>
          <p:nvPr/>
        </p:nvSpPr>
        <p:spPr>
          <a:xfrm>
            <a:off x="2945054" y="3409663"/>
            <a:ext cx="1594500" cy="246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Calibri"/>
                <a:ea typeface="Calibri"/>
                <a:cs typeface="Calibri"/>
                <a:sym typeface="Calibri"/>
              </a:rPr>
              <a:t>{{PI_T1_8_FA}} / {{PI_T1_8_LA}}</a:t>
            </a:r>
            <a:endParaRPr sz="800" b="0" i="0" u="none" strike="noStrike" cap="non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ontent Slides">
  <a:themeElements>
    <a:clrScheme name="Wiz Colors">
      <a:dk1>
        <a:srgbClr val="01123F"/>
      </a:dk1>
      <a:lt1>
        <a:srgbClr val="FFFFFF"/>
      </a:lt1>
      <a:dk2>
        <a:srgbClr val="0054EC"/>
      </a:dk2>
      <a:lt2>
        <a:srgbClr val="F3F8FF"/>
      </a:lt2>
      <a:accent1>
        <a:srgbClr val="B8D3FF"/>
      </a:accent1>
      <a:accent2>
        <a:srgbClr val="6195FF"/>
      </a:accent2>
      <a:accent3>
        <a:srgbClr val="FFBFFF"/>
      </a:accent3>
      <a:accent4>
        <a:srgbClr val="F595F5"/>
      </a:accent4>
      <a:accent5>
        <a:srgbClr val="E9F9EE"/>
      </a:accent5>
      <a:accent6>
        <a:srgbClr val="FFEFEF"/>
      </a:accent6>
      <a:hlink>
        <a:srgbClr val="0055F5"/>
      </a:hlink>
      <a:folHlink>
        <a:srgbClr val="01123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775</TotalTime>
  <Words>5106</Words>
  <Application>Microsoft Office PowerPoint</Application>
  <PresentationFormat>On-screen Show (16:9)</PresentationFormat>
  <Paragraphs>796</Paragraphs>
  <Slides>23</Slides>
  <Notes>23</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23</vt:i4>
      </vt:variant>
    </vt:vector>
  </HeadingPairs>
  <TitlesOfParts>
    <vt:vector size="30" baseType="lpstr">
      <vt:lpstr>Calibri</vt:lpstr>
      <vt:lpstr>Arial</vt:lpstr>
      <vt:lpstr>DM Sans</vt:lpstr>
      <vt:lpstr>Poppins Light</vt:lpstr>
      <vt:lpstr>DM Sans Medium</vt:lpstr>
      <vt:lpstr>Simple Light</vt:lpstr>
      <vt:lpstr>Content Slides</vt:lpstr>
      <vt:lpstr>PowerPoint Presentation</vt:lpstr>
      <vt:lpstr>Wiz Adoption &amp; Democratization Maturity Model </vt:lpstr>
      <vt:lpstr>Cloud and AI Visibility Snapshot</vt:lpstr>
      <vt:lpstr>Top Three Focus Areas to Improve Cloud Visibility &amp; Coverage</vt:lpstr>
      <vt:lpstr>Wiz Adoption &amp; Usage Snapshot</vt:lpstr>
      <vt:lpstr>Wiz System Health &amp; Scans Snapshot</vt:lpstr>
      <vt:lpstr>Democratization Snapshot</vt:lpstr>
      <vt:lpstr>Top Three Focus Areas to Mature for Democratization Improvements</vt:lpstr>
      <vt:lpstr>Preview Hub Availability vs Usage</vt:lpstr>
      <vt:lpstr>Preview Hub Availability vs Usage</vt:lpstr>
      <vt:lpstr>Roadmap Tracker Usage</vt:lpstr>
      <vt:lpstr>PowerPoint Presentation</vt:lpstr>
      <vt:lpstr>Wiz Security Maturity Model </vt:lpstr>
      <vt:lpstr>Cloud Security Posture Snapshot</vt:lpstr>
      <vt:lpstr>Cloud Security Risk Snapshot</vt:lpstr>
      <vt:lpstr>Top Three Focus Areas to Improve Security Posture &amp; Risk Reduction</vt:lpstr>
      <vt:lpstr>PowerPoint Presentation</vt:lpstr>
      <vt:lpstr>Secure Development Snapshot</vt:lpstr>
      <vt:lpstr>Top Three Focus Areas to Mature for Developing Securely Improvements</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Wiz Health Assessment</dc:creator>
  <cp:lastModifiedBy>Wiz Health Assessment</cp:lastModifiedBy>
  <cp:revision>15</cp:revision>
  <dcterms:modified xsi:type="dcterms:W3CDTF">2026-09-04T19:55:24Z</dcterms:modified>
</cp:coreProperties>
</file>